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Lst>
  <p:notesMasterIdLst>
    <p:notesMasterId r:id="rId16"/>
  </p:notesMasterIdLst>
  <p:sldIdLst>
    <p:sldId id="1837" r:id="rId2"/>
    <p:sldId id="1729" r:id="rId3"/>
    <p:sldId id="1795" r:id="rId4"/>
    <p:sldId id="1906" r:id="rId5"/>
    <p:sldId id="1933" r:id="rId6"/>
    <p:sldId id="1945" r:id="rId7"/>
    <p:sldId id="1796" r:id="rId8"/>
    <p:sldId id="1902" r:id="rId9"/>
    <p:sldId id="1914" r:id="rId10"/>
    <p:sldId id="1934" r:id="rId11"/>
    <p:sldId id="1915" r:id="rId12"/>
    <p:sldId id="1797" r:id="rId13"/>
    <p:sldId id="1944" r:id="rId14"/>
    <p:sldId id="1838" r:id="rId1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6C39"/>
    <a:srgbClr val="D5E9D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93" autoAdjust="0"/>
    <p:restoredTop sz="94660"/>
  </p:normalViewPr>
  <p:slideViewPr>
    <p:cSldViewPr snapToGrid="0">
      <p:cViewPr varScale="1">
        <p:scale>
          <a:sx n="102" d="100"/>
          <a:sy n="102" d="100"/>
        </p:scale>
        <p:origin x="108" y="12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36AAF9A-BC19-40BC-BACA-8FD1E2461312}" type="datetimeFigureOut">
              <a:rPr lang="zh-CN" altLang="en-US" smtClean="0"/>
              <a:t>2025/12/29</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9A5FC2B-04CF-48F3-AE77-47081C74735E}" type="slidenum">
              <a:rPr lang="zh-CN" altLang="en-US" smtClean="0"/>
              <a:t>‹#›</a:t>
            </a:fld>
            <a:endParaRPr lang="zh-CN" altLang="en-US"/>
          </a:p>
        </p:txBody>
      </p:sp>
    </p:spTree>
    <p:extLst>
      <p:ext uri="{BB962C8B-B14F-4D97-AF65-F5344CB8AC3E}">
        <p14:creationId xmlns:p14="http://schemas.microsoft.com/office/powerpoint/2010/main" val="4064645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5603"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25604"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entury Gothic" panose="020B0502020202020204" pitchFamily="34" charset="0"/>
                <a:ea typeface="微软雅黑" panose="020B0503020204020204" pitchFamily="34" charset="-122"/>
              </a:defRPr>
            </a:lvl1pPr>
            <a:lvl2pPr marL="742950" indent="-285750">
              <a:defRPr>
                <a:solidFill>
                  <a:schemeClr val="tx1"/>
                </a:solidFill>
                <a:latin typeface="Century Gothic" panose="020B0502020202020204" pitchFamily="34" charset="0"/>
                <a:ea typeface="微软雅黑" panose="020B0503020204020204" pitchFamily="34" charset="-122"/>
              </a:defRPr>
            </a:lvl2pPr>
            <a:lvl3pPr marL="1143000" indent="-228600">
              <a:defRPr>
                <a:solidFill>
                  <a:schemeClr val="tx1"/>
                </a:solidFill>
                <a:latin typeface="Century Gothic" panose="020B0502020202020204" pitchFamily="34" charset="0"/>
                <a:ea typeface="微软雅黑" panose="020B0503020204020204" pitchFamily="34" charset="-122"/>
              </a:defRPr>
            </a:lvl3pPr>
            <a:lvl4pPr marL="1600200" indent="-228600">
              <a:defRPr>
                <a:solidFill>
                  <a:schemeClr val="tx1"/>
                </a:solidFill>
                <a:latin typeface="Century Gothic" panose="020B0502020202020204" pitchFamily="34" charset="0"/>
                <a:ea typeface="微软雅黑" panose="020B0503020204020204" pitchFamily="34" charset="-122"/>
              </a:defRPr>
            </a:lvl4pPr>
            <a:lvl5pPr marL="2057400" indent="-228600">
              <a:defRPr>
                <a:solidFill>
                  <a:schemeClr val="tx1"/>
                </a:solidFill>
                <a:latin typeface="Century Gothic" panose="020B050202020202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Century Gothic" panose="020B050202020202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Century Gothic" panose="020B050202020202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Century Gothic" panose="020B050202020202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Century Gothic" panose="020B0502020202020204" pitchFamily="34" charset="0"/>
                <a:ea typeface="微软雅黑" panose="020B0503020204020204" pitchFamily="34" charset="-122"/>
              </a:defRPr>
            </a:lvl9pPr>
          </a:lstStyle>
          <a:p>
            <a:pPr fontAlgn="base">
              <a:spcBef>
                <a:spcPct val="0"/>
              </a:spcBef>
              <a:spcAft>
                <a:spcPct val="0"/>
              </a:spcAft>
            </a:pPr>
            <a:fld id="{3719AF1A-C455-4844-80A4-D9AEE66907DC}" type="slidenum">
              <a:rPr lang="zh-CN" altLang="en-US" smtClean="0">
                <a:latin typeface="等线" panose="02010600030101010101" pitchFamily="2" charset="-122"/>
                <a:ea typeface="等线" panose="02010600030101010101" pitchFamily="2" charset="-122"/>
              </a:rPr>
              <a:pPr fontAlgn="base">
                <a:spcBef>
                  <a:spcPct val="0"/>
                </a:spcBef>
                <a:spcAft>
                  <a:spcPct val="0"/>
                </a:spcAft>
              </a:pPr>
              <a:t>2</a:t>
            </a:fld>
            <a:endParaRPr lang="zh-CN" altLang="en-US">
              <a:latin typeface="等线" panose="02010600030101010101" pitchFamily="2" charset="-122"/>
              <a:ea typeface="等线" panose="02010600030101010101" pitchFamily="2"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xml"/><Relationship Id="rId1" Type="http://schemas.openxmlformats.org/officeDocument/2006/relationships/tags" Target="../tags/tag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4.xml"/><Relationship Id="rId1" Type="http://schemas.openxmlformats.org/officeDocument/2006/relationships/tags" Target="../tags/tag3.xml"/><Relationship Id="rId5" Type="http://schemas.openxmlformats.org/officeDocument/2006/relationships/image" Target="../media/image5.png"/><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5.xml"/></Relationships>
</file>

<file path=ppt/slideLayouts/_rels/slideLayout6.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7.xml"/><Relationship Id="rId1" Type="http://schemas.openxmlformats.org/officeDocument/2006/relationships/tags" Target="../tags/tag6.xml"/><Relationship Id="rId4"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Master" Target="../slideMasters/slideMaster1.xml"/><Relationship Id="rId5" Type="http://schemas.openxmlformats.org/officeDocument/2006/relationships/image" Target="../media/image14.png"/><Relationship Id="rId4" Type="http://schemas.openxmlformats.org/officeDocument/2006/relationships/image" Target="../media/image13.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5.jpeg"/><Relationship Id="rId1" Type="http://schemas.openxmlformats.org/officeDocument/2006/relationships/slideMaster" Target="../slideMasters/slideMaster1.xml"/><Relationship Id="rId4" Type="http://schemas.openxmlformats.org/officeDocument/2006/relationships/image" Target="../media/image14.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1.png"/><Relationship Id="rId1" Type="http://schemas.openxmlformats.org/officeDocument/2006/relationships/slideMaster" Target="../slideMasters/slideMaster1.xml"/><Relationship Id="rId4" Type="http://schemas.openxmlformats.org/officeDocument/2006/relationships/image" Target="../media/image19.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Master" Target="../slideMasters/slideMaster1.xml"/><Relationship Id="rId4" Type="http://schemas.openxmlformats.org/officeDocument/2006/relationships/image" Target="../media/image24.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6.png"/><Relationship Id="rId1" Type="http://schemas.openxmlformats.org/officeDocument/2006/relationships/slideMaster" Target="../slideMasters/slideMaster1.xml"/><Relationship Id="rId4" Type="http://schemas.openxmlformats.org/officeDocument/2006/relationships/image" Target="../media/image14.png"/></Relationships>
</file>

<file path=ppt/slideLayouts/_rels/slideLayout2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9.xml"/><Relationship Id="rId1" Type="http://schemas.openxmlformats.org/officeDocument/2006/relationships/tags" Target="../tags/tag8.xml"/><Relationship Id="rId4" Type="http://schemas.openxmlformats.org/officeDocument/2006/relationships/image" Target="../media/image27.png"/></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29.png"/><Relationship Id="rId1" Type="http://schemas.openxmlformats.org/officeDocument/2006/relationships/slideMaster" Target="../slideMasters/slideMaster1.xml"/><Relationship Id="rId4" Type="http://schemas.openxmlformats.org/officeDocument/2006/relationships/image" Target="../media/image30.pn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31.png"/><Relationship Id="rId1" Type="http://schemas.openxmlformats.org/officeDocument/2006/relationships/slideMaster" Target="../slideMasters/slideMaster1.xml"/><Relationship Id="rId5" Type="http://schemas.openxmlformats.org/officeDocument/2006/relationships/image" Target="../media/image14.png"/><Relationship Id="rId4" Type="http://schemas.microsoft.com/office/2007/relationships/hdphoto" Target="../media/hdphoto2.wdp"/></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29.png"/><Relationship Id="rId1" Type="http://schemas.openxmlformats.org/officeDocument/2006/relationships/slideMaster" Target="../slideMasters/slideMaster1.xml"/><Relationship Id="rId4" Type="http://schemas.openxmlformats.org/officeDocument/2006/relationships/image" Target="../media/image33.png"/></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34.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5.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封面样式1-首页">
    <p:spTree>
      <p:nvGrpSpPr>
        <p:cNvPr id="1" name=""/>
        <p:cNvGrpSpPr/>
        <p:nvPr/>
      </p:nvGrpSpPr>
      <p:grpSpPr>
        <a:xfrm>
          <a:off x="0" y="0"/>
          <a:ext cx="0" cy="0"/>
          <a:chOff x="0" y="0"/>
          <a:chExt cx="0" cy="0"/>
        </a:xfrm>
      </p:grpSpPr>
      <p:pic>
        <p:nvPicPr>
          <p:cNvPr id="11" name="图片 10"/>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7191375" y="133072"/>
            <a:ext cx="6791691" cy="6535793"/>
          </a:xfrm>
          <a:prstGeom prst="rect">
            <a:avLst/>
          </a:prstGeom>
        </p:spPr>
      </p:pic>
      <p:sp>
        <p:nvSpPr>
          <p:cNvPr id="7" name="矩形 6">
            <a:extLst>
              <a:ext uri="{FF2B5EF4-FFF2-40B4-BE49-F238E27FC236}">
                <a16:creationId xmlns:a16="http://schemas.microsoft.com/office/drawing/2014/main" id="{902F5BB1-3479-4B75-8121-C76027E92312}"/>
              </a:ext>
            </a:extLst>
          </p:cNvPr>
          <p:cNvSpPr/>
          <p:nvPr userDrawn="1"/>
        </p:nvSpPr>
        <p:spPr>
          <a:xfrm>
            <a:off x="0" y="1484313"/>
            <a:ext cx="2930035" cy="43644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副标题 2">
            <a:extLst>
              <a:ext uri="{FF2B5EF4-FFF2-40B4-BE49-F238E27FC236}">
                <a16:creationId xmlns:a16="http://schemas.microsoft.com/office/drawing/2014/main" id="{38ABF151-FDDE-4498-994E-B5F9476EFBE3}"/>
              </a:ext>
            </a:extLst>
          </p:cNvPr>
          <p:cNvSpPr>
            <a:spLocks noGrp="1"/>
          </p:cNvSpPr>
          <p:nvPr>
            <p:ph type="subTitle" idx="1"/>
          </p:nvPr>
        </p:nvSpPr>
        <p:spPr>
          <a:xfrm>
            <a:off x="3549208" y="3871615"/>
            <a:ext cx="7287114" cy="781876"/>
          </a:xfrm>
        </p:spPr>
        <p:txBody>
          <a:bodyPr>
            <a:normAutofit/>
          </a:bodyPr>
          <a:lstStyle>
            <a:lvl1pPr marL="0" indent="0" algn="l">
              <a:buNone/>
              <a:defRPr sz="3200">
                <a:solidFill>
                  <a:schemeClr val="tx1"/>
                </a:solidFill>
                <a:latin typeface="+mn-ea"/>
                <a:ea typeface="+mn-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zh-CN" altLang="en-US" dirty="0"/>
          </a:p>
        </p:txBody>
      </p:sp>
      <p:sp>
        <p:nvSpPr>
          <p:cNvPr id="14" name="文本占位符 12">
            <a:extLst>
              <a:ext uri="{FF2B5EF4-FFF2-40B4-BE49-F238E27FC236}">
                <a16:creationId xmlns:a16="http://schemas.microsoft.com/office/drawing/2014/main" id="{8CC37306-857E-4BB2-87D4-C5C227822D6F}"/>
              </a:ext>
            </a:extLst>
          </p:cNvPr>
          <p:cNvSpPr>
            <a:spLocks noGrp="1"/>
          </p:cNvSpPr>
          <p:nvPr>
            <p:ph type="body" sz="quarter" idx="11"/>
          </p:nvPr>
        </p:nvSpPr>
        <p:spPr>
          <a:xfrm>
            <a:off x="3549208" y="5438453"/>
            <a:ext cx="7287114" cy="410333"/>
          </a:xfrm>
        </p:spPr>
        <p:txBody>
          <a:bodyPr>
            <a:normAutofit/>
          </a:bodyPr>
          <a:lstStyle>
            <a:lvl1pPr marL="0" indent="0">
              <a:buNone/>
              <a:defRPr sz="2000">
                <a:solidFill>
                  <a:schemeClr val="tx1"/>
                </a:solidFill>
              </a:defRPr>
            </a:lvl1pPr>
          </a:lstStyle>
          <a:p>
            <a:pPr lvl="0"/>
            <a:r>
              <a:rPr lang="zh-CN" altLang="en-US" dirty="0"/>
              <a:t>编辑母版文本样式</a:t>
            </a:r>
          </a:p>
        </p:txBody>
      </p:sp>
      <p:sp>
        <p:nvSpPr>
          <p:cNvPr id="15" name="文本占位符 12">
            <a:extLst>
              <a:ext uri="{FF2B5EF4-FFF2-40B4-BE49-F238E27FC236}">
                <a16:creationId xmlns:a16="http://schemas.microsoft.com/office/drawing/2014/main" id="{F63B7C85-1073-4365-852C-DE0C04E61BED}"/>
              </a:ext>
            </a:extLst>
          </p:cNvPr>
          <p:cNvSpPr>
            <a:spLocks noGrp="1"/>
          </p:cNvSpPr>
          <p:nvPr>
            <p:ph type="body" sz="quarter" idx="12"/>
          </p:nvPr>
        </p:nvSpPr>
        <p:spPr>
          <a:xfrm>
            <a:off x="3549208" y="4908366"/>
            <a:ext cx="7287114" cy="410335"/>
          </a:xfrm>
        </p:spPr>
        <p:txBody>
          <a:bodyPr>
            <a:normAutofit/>
          </a:bodyPr>
          <a:lstStyle>
            <a:lvl1pPr marL="0" indent="0">
              <a:buNone/>
              <a:defRPr sz="2000">
                <a:solidFill>
                  <a:schemeClr val="tx1"/>
                </a:solidFill>
              </a:defRPr>
            </a:lvl1pPr>
          </a:lstStyle>
          <a:p>
            <a:pPr lvl="0"/>
            <a:r>
              <a:rPr lang="zh-CN" altLang="en-US" dirty="0"/>
              <a:t>编辑母版文本样式</a:t>
            </a:r>
          </a:p>
        </p:txBody>
      </p:sp>
      <p:sp>
        <p:nvSpPr>
          <p:cNvPr id="8" name="矩形 7">
            <a:extLst>
              <a:ext uri="{FF2B5EF4-FFF2-40B4-BE49-F238E27FC236}">
                <a16:creationId xmlns:a16="http://schemas.microsoft.com/office/drawing/2014/main" id="{E2FF2961-8E0B-4CFB-9897-39262A918722}"/>
              </a:ext>
            </a:extLst>
          </p:cNvPr>
          <p:cNvSpPr/>
          <p:nvPr userDrawn="1"/>
        </p:nvSpPr>
        <p:spPr>
          <a:xfrm>
            <a:off x="11525250" y="1484311"/>
            <a:ext cx="666749" cy="43644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占位符 12">
            <a:extLst>
              <a:ext uri="{FF2B5EF4-FFF2-40B4-BE49-F238E27FC236}">
                <a16:creationId xmlns:a16="http://schemas.microsoft.com/office/drawing/2014/main" id="{562B6659-3604-4A5D-84A6-6A47FE169869}"/>
              </a:ext>
            </a:extLst>
          </p:cNvPr>
          <p:cNvSpPr>
            <a:spLocks noGrp="1"/>
          </p:cNvSpPr>
          <p:nvPr>
            <p:ph type="body" sz="quarter" idx="13"/>
          </p:nvPr>
        </p:nvSpPr>
        <p:spPr>
          <a:xfrm>
            <a:off x="3549208" y="1484311"/>
            <a:ext cx="7287114" cy="2386807"/>
          </a:xfrm>
        </p:spPr>
        <p:txBody>
          <a:bodyPr>
            <a:noAutofit/>
          </a:bodyPr>
          <a:lstStyle>
            <a:lvl1pPr marL="0" indent="0">
              <a:lnSpc>
                <a:spcPct val="100000"/>
              </a:lnSpc>
              <a:spcBef>
                <a:spcPts val="0"/>
              </a:spcBef>
              <a:buNone/>
              <a:defRPr sz="6600" b="1">
                <a:solidFill>
                  <a:schemeClr val="tx1"/>
                </a:solidFill>
                <a:latin typeface="+mn-ea"/>
                <a:ea typeface="+mn-ea"/>
              </a:defRPr>
            </a:lvl1pPr>
          </a:lstStyle>
          <a:p>
            <a:pPr lvl="0"/>
            <a:r>
              <a:rPr lang="zh-CN" altLang="en-US" dirty="0"/>
              <a:t>单击此处</a:t>
            </a:r>
            <a:endParaRPr lang="en-US" altLang="zh-CN" dirty="0"/>
          </a:p>
          <a:p>
            <a:pPr lvl="0"/>
            <a:r>
              <a:rPr lang="zh-CN" altLang="en-US" dirty="0"/>
              <a:t>输入大标题</a:t>
            </a:r>
          </a:p>
        </p:txBody>
      </p:sp>
      <p:sp>
        <p:nvSpPr>
          <p:cNvPr id="9" name="矩形 8">
            <a:extLst>
              <a:ext uri="{FF2B5EF4-FFF2-40B4-BE49-F238E27FC236}">
                <a16:creationId xmlns:a16="http://schemas.microsoft.com/office/drawing/2014/main" id="{902F5BB1-3479-4B75-8121-C76027E92312}"/>
              </a:ext>
            </a:extLst>
          </p:cNvPr>
          <p:cNvSpPr/>
          <p:nvPr userDrawn="1"/>
        </p:nvSpPr>
        <p:spPr>
          <a:xfrm>
            <a:off x="2927998" y="1484310"/>
            <a:ext cx="377842" cy="436447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902F5BB1-3479-4B75-8121-C76027E92312}"/>
              </a:ext>
            </a:extLst>
          </p:cNvPr>
          <p:cNvSpPr/>
          <p:nvPr userDrawn="1"/>
        </p:nvSpPr>
        <p:spPr>
          <a:xfrm>
            <a:off x="11121340" y="1484310"/>
            <a:ext cx="403257" cy="436447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a:extLst>
              <a:ext uri="{FF2B5EF4-FFF2-40B4-BE49-F238E27FC236}">
                <a16:creationId xmlns:a16="http://schemas.microsoft.com/office/drawing/2014/main" id="{DF269877-3713-4708-B674-1A813AB36FFC}"/>
              </a:ext>
            </a:extLst>
          </p:cNvPr>
          <p:cNvSpPr txBox="1"/>
          <p:nvPr userDrawn="1"/>
        </p:nvSpPr>
        <p:spPr>
          <a:xfrm rot="16200000">
            <a:off x="10462781" y="3524086"/>
            <a:ext cx="3170099" cy="261610"/>
          </a:xfrm>
          <a:prstGeom prst="rect">
            <a:avLst/>
          </a:prstGeom>
          <a:noFill/>
        </p:spPr>
        <p:txBody>
          <a:bodyPr wrap="square" rtlCol="0">
            <a:noAutofit/>
          </a:bodyPr>
          <a:lstStyle>
            <a:defPPr>
              <a:defRPr lang="zh-CN"/>
            </a:defPPr>
            <a:lvl1pPr algn="dist">
              <a:defRPr sz="1100" b="1">
                <a:solidFill>
                  <a:schemeClr val="bg1">
                    <a:alpha val="22000"/>
                  </a:schemeClr>
                </a:solidFill>
                <a:latin typeface="Arial" panose="020B0604020202020204" pitchFamily="34" charset="0"/>
                <a:cs typeface="Arial" panose="020B0604020202020204" pitchFamily="34" charset="0"/>
              </a:defRPr>
            </a:lvl1pPr>
          </a:lstStyle>
          <a:p>
            <a:r>
              <a:rPr lang="en-US" altLang="zh-CN" dirty="0">
                <a:solidFill>
                  <a:schemeClr val="bg1">
                    <a:alpha val="5000"/>
                  </a:schemeClr>
                </a:solidFill>
              </a:rPr>
              <a:t>BEIJING INSTITUTE OF TECHNOLOGY</a:t>
            </a:r>
          </a:p>
        </p:txBody>
      </p:sp>
      <p:grpSp>
        <p:nvGrpSpPr>
          <p:cNvPr id="16" name="组合 15"/>
          <p:cNvGrpSpPr/>
          <p:nvPr userDrawn="1"/>
        </p:nvGrpSpPr>
        <p:grpSpPr>
          <a:xfrm>
            <a:off x="611819" y="2031917"/>
            <a:ext cx="1732861" cy="3286784"/>
            <a:chOff x="9778366" y="1977238"/>
            <a:chExt cx="1732861" cy="3286784"/>
          </a:xfrm>
          <a:solidFill>
            <a:schemeClr val="bg1">
              <a:alpha val="5000"/>
            </a:schemeClr>
          </a:solidFill>
        </p:grpSpPr>
        <p:grpSp>
          <p:nvGrpSpPr>
            <p:cNvPr id="17" name="组合 16"/>
            <p:cNvGrpSpPr/>
            <p:nvPr/>
          </p:nvGrpSpPr>
          <p:grpSpPr>
            <a:xfrm>
              <a:off x="9778366" y="2020414"/>
              <a:ext cx="567014" cy="3193100"/>
              <a:chOff x="11305242" y="2003776"/>
              <a:chExt cx="354194" cy="1994619"/>
            </a:xfrm>
            <a:grpFill/>
          </p:grpSpPr>
          <p:sp>
            <p:nvSpPr>
              <p:cNvPr id="32" name="Freeform 5">
                <a:extLst>
                  <a:ext uri="{FF2B5EF4-FFF2-40B4-BE49-F238E27FC236}">
                    <a16:creationId xmlns:a16="http://schemas.microsoft.com/office/drawing/2014/main" id="{7EF8326A-A460-4F1F-A35E-22F6C0E02782}"/>
                  </a:ext>
                </a:extLst>
              </p:cNvPr>
              <p:cNvSpPr>
                <a:spLocks/>
              </p:cNvSpPr>
              <p:nvPr/>
            </p:nvSpPr>
            <p:spPr bwMode="auto">
              <a:xfrm>
                <a:off x="11307751" y="3052538"/>
                <a:ext cx="345981" cy="390126"/>
              </a:xfrm>
              <a:custGeom>
                <a:avLst/>
                <a:gdLst>
                  <a:gd name="T0" fmla="*/ 41 w 125"/>
                  <a:gd name="T1" fmla="*/ 16 h 142"/>
                  <a:gd name="T2" fmla="*/ 49 w 125"/>
                  <a:gd name="T3" fmla="*/ 3 h 142"/>
                  <a:gd name="T4" fmla="*/ 62 w 125"/>
                  <a:gd name="T5" fmla="*/ 20 h 142"/>
                  <a:gd name="T6" fmla="*/ 64 w 125"/>
                  <a:gd name="T7" fmla="*/ 33 h 142"/>
                  <a:gd name="T8" fmla="*/ 50 w 125"/>
                  <a:gd name="T9" fmla="*/ 34 h 142"/>
                  <a:gd name="T10" fmla="*/ 58 w 125"/>
                  <a:gd name="T11" fmla="*/ 58 h 142"/>
                  <a:gd name="T12" fmla="*/ 75 w 125"/>
                  <a:gd name="T13" fmla="*/ 59 h 142"/>
                  <a:gd name="T14" fmla="*/ 71 w 125"/>
                  <a:gd name="T15" fmla="*/ 50 h 142"/>
                  <a:gd name="T16" fmla="*/ 81 w 125"/>
                  <a:gd name="T17" fmla="*/ 47 h 142"/>
                  <a:gd name="T18" fmla="*/ 65 w 125"/>
                  <a:gd name="T19" fmla="*/ 42 h 142"/>
                  <a:gd name="T20" fmla="*/ 63 w 125"/>
                  <a:gd name="T21" fmla="*/ 37 h 142"/>
                  <a:gd name="T22" fmla="*/ 85 w 125"/>
                  <a:gd name="T23" fmla="*/ 27 h 142"/>
                  <a:gd name="T24" fmla="*/ 93 w 125"/>
                  <a:gd name="T25" fmla="*/ 2 h 142"/>
                  <a:gd name="T26" fmla="*/ 99 w 125"/>
                  <a:gd name="T27" fmla="*/ 5 h 142"/>
                  <a:gd name="T28" fmla="*/ 111 w 125"/>
                  <a:gd name="T29" fmla="*/ 30 h 142"/>
                  <a:gd name="T30" fmla="*/ 102 w 125"/>
                  <a:gd name="T31" fmla="*/ 34 h 142"/>
                  <a:gd name="T32" fmla="*/ 95 w 125"/>
                  <a:gd name="T33" fmla="*/ 59 h 142"/>
                  <a:gd name="T34" fmla="*/ 123 w 125"/>
                  <a:gd name="T35" fmla="*/ 61 h 142"/>
                  <a:gd name="T36" fmla="*/ 110 w 125"/>
                  <a:gd name="T37" fmla="*/ 71 h 142"/>
                  <a:gd name="T38" fmla="*/ 104 w 125"/>
                  <a:gd name="T39" fmla="*/ 82 h 142"/>
                  <a:gd name="T40" fmla="*/ 112 w 125"/>
                  <a:gd name="T41" fmla="*/ 134 h 142"/>
                  <a:gd name="T42" fmla="*/ 102 w 125"/>
                  <a:gd name="T43" fmla="*/ 140 h 142"/>
                  <a:gd name="T44" fmla="*/ 89 w 125"/>
                  <a:gd name="T45" fmla="*/ 123 h 142"/>
                  <a:gd name="T46" fmla="*/ 101 w 125"/>
                  <a:gd name="T47" fmla="*/ 128 h 142"/>
                  <a:gd name="T48" fmla="*/ 101 w 125"/>
                  <a:gd name="T49" fmla="*/ 92 h 142"/>
                  <a:gd name="T50" fmla="*/ 97 w 125"/>
                  <a:gd name="T51" fmla="*/ 99 h 142"/>
                  <a:gd name="T52" fmla="*/ 90 w 125"/>
                  <a:gd name="T53" fmla="*/ 103 h 142"/>
                  <a:gd name="T54" fmla="*/ 86 w 125"/>
                  <a:gd name="T55" fmla="*/ 110 h 142"/>
                  <a:gd name="T56" fmla="*/ 81 w 125"/>
                  <a:gd name="T57" fmla="*/ 120 h 142"/>
                  <a:gd name="T58" fmla="*/ 88 w 125"/>
                  <a:gd name="T59" fmla="*/ 71 h 142"/>
                  <a:gd name="T60" fmla="*/ 60 w 125"/>
                  <a:gd name="T61" fmla="*/ 87 h 142"/>
                  <a:gd name="T62" fmla="*/ 53 w 125"/>
                  <a:gd name="T63" fmla="*/ 89 h 142"/>
                  <a:gd name="T64" fmla="*/ 51 w 125"/>
                  <a:gd name="T65" fmla="*/ 128 h 142"/>
                  <a:gd name="T66" fmla="*/ 43 w 125"/>
                  <a:gd name="T67" fmla="*/ 134 h 142"/>
                  <a:gd name="T68" fmla="*/ 39 w 125"/>
                  <a:gd name="T69" fmla="*/ 107 h 142"/>
                  <a:gd name="T70" fmla="*/ 33 w 125"/>
                  <a:gd name="T71" fmla="*/ 114 h 142"/>
                  <a:gd name="T72" fmla="*/ 17 w 125"/>
                  <a:gd name="T73" fmla="*/ 108 h 142"/>
                  <a:gd name="T74" fmla="*/ 5 w 125"/>
                  <a:gd name="T75" fmla="*/ 81 h 142"/>
                  <a:gd name="T76" fmla="*/ 34 w 125"/>
                  <a:gd name="T77" fmla="*/ 56 h 142"/>
                  <a:gd name="T78" fmla="*/ 38 w 125"/>
                  <a:gd name="T79" fmla="*/ 33 h 142"/>
                  <a:gd name="T80" fmla="*/ 22 w 125"/>
                  <a:gd name="T81" fmla="*/ 55 h 142"/>
                  <a:gd name="T82" fmla="*/ 14 w 125"/>
                  <a:gd name="T83" fmla="*/ 55 h 142"/>
                  <a:gd name="T84" fmla="*/ 11 w 125"/>
                  <a:gd name="T85" fmla="*/ 36 h 142"/>
                  <a:gd name="T86" fmla="*/ 32 w 125"/>
                  <a:gd name="T87" fmla="*/ 22 h 142"/>
                  <a:gd name="T88" fmla="*/ 28 w 125"/>
                  <a:gd name="T89" fmla="*/ 33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5" h="142">
                    <a:moveTo>
                      <a:pt x="28" y="33"/>
                    </a:moveTo>
                    <a:cubicBezTo>
                      <a:pt x="35" y="29"/>
                      <a:pt x="41" y="25"/>
                      <a:pt x="41" y="16"/>
                    </a:cubicBezTo>
                    <a:cubicBezTo>
                      <a:pt x="41" y="13"/>
                      <a:pt x="43" y="9"/>
                      <a:pt x="44" y="6"/>
                    </a:cubicBezTo>
                    <a:cubicBezTo>
                      <a:pt x="45" y="5"/>
                      <a:pt x="48" y="3"/>
                      <a:pt x="49" y="3"/>
                    </a:cubicBezTo>
                    <a:cubicBezTo>
                      <a:pt x="54" y="4"/>
                      <a:pt x="59" y="9"/>
                      <a:pt x="59" y="15"/>
                    </a:cubicBezTo>
                    <a:cubicBezTo>
                      <a:pt x="59" y="18"/>
                      <a:pt x="60" y="19"/>
                      <a:pt x="62" y="20"/>
                    </a:cubicBezTo>
                    <a:cubicBezTo>
                      <a:pt x="65" y="22"/>
                      <a:pt x="68" y="25"/>
                      <a:pt x="69" y="28"/>
                    </a:cubicBezTo>
                    <a:cubicBezTo>
                      <a:pt x="71" y="32"/>
                      <a:pt x="68" y="34"/>
                      <a:pt x="64" y="33"/>
                    </a:cubicBezTo>
                    <a:cubicBezTo>
                      <a:pt x="62" y="32"/>
                      <a:pt x="60" y="31"/>
                      <a:pt x="57" y="30"/>
                    </a:cubicBezTo>
                    <a:cubicBezTo>
                      <a:pt x="53" y="28"/>
                      <a:pt x="51" y="29"/>
                      <a:pt x="50" y="34"/>
                    </a:cubicBezTo>
                    <a:cubicBezTo>
                      <a:pt x="48" y="45"/>
                      <a:pt x="46" y="56"/>
                      <a:pt x="52" y="66"/>
                    </a:cubicBezTo>
                    <a:cubicBezTo>
                      <a:pt x="54" y="64"/>
                      <a:pt x="56" y="62"/>
                      <a:pt x="58" y="58"/>
                    </a:cubicBezTo>
                    <a:cubicBezTo>
                      <a:pt x="61" y="62"/>
                      <a:pt x="63" y="65"/>
                      <a:pt x="65" y="69"/>
                    </a:cubicBezTo>
                    <a:cubicBezTo>
                      <a:pt x="68" y="66"/>
                      <a:pt x="72" y="62"/>
                      <a:pt x="75" y="59"/>
                    </a:cubicBezTo>
                    <a:cubicBezTo>
                      <a:pt x="76" y="58"/>
                      <a:pt x="75" y="56"/>
                      <a:pt x="75" y="55"/>
                    </a:cubicBezTo>
                    <a:cubicBezTo>
                      <a:pt x="74" y="53"/>
                      <a:pt x="71" y="51"/>
                      <a:pt x="71" y="50"/>
                    </a:cubicBezTo>
                    <a:cubicBezTo>
                      <a:pt x="72" y="47"/>
                      <a:pt x="75" y="46"/>
                      <a:pt x="78" y="47"/>
                    </a:cubicBezTo>
                    <a:cubicBezTo>
                      <a:pt x="79" y="47"/>
                      <a:pt x="80" y="47"/>
                      <a:pt x="81" y="47"/>
                    </a:cubicBezTo>
                    <a:cubicBezTo>
                      <a:pt x="81" y="44"/>
                      <a:pt x="82" y="40"/>
                      <a:pt x="83" y="35"/>
                    </a:cubicBezTo>
                    <a:cubicBezTo>
                      <a:pt x="76" y="38"/>
                      <a:pt x="71" y="40"/>
                      <a:pt x="65" y="42"/>
                    </a:cubicBezTo>
                    <a:cubicBezTo>
                      <a:pt x="61" y="44"/>
                      <a:pt x="60" y="44"/>
                      <a:pt x="57" y="40"/>
                    </a:cubicBezTo>
                    <a:cubicBezTo>
                      <a:pt x="59" y="39"/>
                      <a:pt x="61" y="38"/>
                      <a:pt x="63" y="37"/>
                    </a:cubicBezTo>
                    <a:cubicBezTo>
                      <a:pt x="69" y="35"/>
                      <a:pt x="75" y="33"/>
                      <a:pt x="81" y="30"/>
                    </a:cubicBezTo>
                    <a:cubicBezTo>
                      <a:pt x="83" y="30"/>
                      <a:pt x="84" y="28"/>
                      <a:pt x="85" y="27"/>
                    </a:cubicBezTo>
                    <a:cubicBezTo>
                      <a:pt x="87" y="21"/>
                      <a:pt x="88" y="14"/>
                      <a:pt x="90" y="8"/>
                    </a:cubicBezTo>
                    <a:cubicBezTo>
                      <a:pt x="90" y="6"/>
                      <a:pt x="92" y="3"/>
                      <a:pt x="93" y="2"/>
                    </a:cubicBezTo>
                    <a:cubicBezTo>
                      <a:pt x="94" y="0"/>
                      <a:pt x="96" y="0"/>
                      <a:pt x="98" y="0"/>
                    </a:cubicBezTo>
                    <a:cubicBezTo>
                      <a:pt x="98" y="1"/>
                      <a:pt x="99" y="4"/>
                      <a:pt x="99" y="5"/>
                    </a:cubicBezTo>
                    <a:cubicBezTo>
                      <a:pt x="93" y="12"/>
                      <a:pt x="94" y="20"/>
                      <a:pt x="92" y="28"/>
                    </a:cubicBezTo>
                    <a:cubicBezTo>
                      <a:pt x="98" y="31"/>
                      <a:pt x="105" y="25"/>
                      <a:pt x="111" y="30"/>
                    </a:cubicBezTo>
                    <a:cubicBezTo>
                      <a:pt x="109" y="33"/>
                      <a:pt x="107" y="36"/>
                      <a:pt x="103" y="35"/>
                    </a:cubicBezTo>
                    <a:cubicBezTo>
                      <a:pt x="103" y="34"/>
                      <a:pt x="102" y="34"/>
                      <a:pt x="102" y="34"/>
                    </a:cubicBezTo>
                    <a:cubicBezTo>
                      <a:pt x="92" y="34"/>
                      <a:pt x="88" y="39"/>
                      <a:pt x="90" y="49"/>
                    </a:cubicBezTo>
                    <a:cubicBezTo>
                      <a:pt x="91" y="52"/>
                      <a:pt x="93" y="55"/>
                      <a:pt x="95" y="59"/>
                    </a:cubicBezTo>
                    <a:cubicBezTo>
                      <a:pt x="99" y="59"/>
                      <a:pt x="104" y="58"/>
                      <a:pt x="109" y="57"/>
                    </a:cubicBezTo>
                    <a:cubicBezTo>
                      <a:pt x="114" y="56"/>
                      <a:pt x="119" y="58"/>
                      <a:pt x="123" y="61"/>
                    </a:cubicBezTo>
                    <a:cubicBezTo>
                      <a:pt x="125" y="63"/>
                      <a:pt x="125" y="66"/>
                      <a:pt x="122" y="67"/>
                    </a:cubicBezTo>
                    <a:cubicBezTo>
                      <a:pt x="118" y="69"/>
                      <a:pt x="114" y="71"/>
                      <a:pt x="110" y="71"/>
                    </a:cubicBezTo>
                    <a:cubicBezTo>
                      <a:pt x="103" y="70"/>
                      <a:pt x="99" y="75"/>
                      <a:pt x="95" y="79"/>
                    </a:cubicBezTo>
                    <a:cubicBezTo>
                      <a:pt x="98" y="80"/>
                      <a:pt x="102" y="80"/>
                      <a:pt x="104" y="82"/>
                    </a:cubicBezTo>
                    <a:cubicBezTo>
                      <a:pt x="106" y="83"/>
                      <a:pt x="108" y="86"/>
                      <a:pt x="109" y="88"/>
                    </a:cubicBezTo>
                    <a:cubicBezTo>
                      <a:pt x="110" y="104"/>
                      <a:pt x="111" y="119"/>
                      <a:pt x="112" y="134"/>
                    </a:cubicBezTo>
                    <a:cubicBezTo>
                      <a:pt x="112" y="137"/>
                      <a:pt x="110" y="140"/>
                      <a:pt x="110" y="142"/>
                    </a:cubicBezTo>
                    <a:cubicBezTo>
                      <a:pt x="107" y="141"/>
                      <a:pt x="104" y="141"/>
                      <a:pt x="102" y="140"/>
                    </a:cubicBezTo>
                    <a:cubicBezTo>
                      <a:pt x="97" y="136"/>
                      <a:pt x="93" y="131"/>
                      <a:pt x="90" y="127"/>
                    </a:cubicBezTo>
                    <a:cubicBezTo>
                      <a:pt x="89" y="126"/>
                      <a:pt x="89" y="124"/>
                      <a:pt x="89" y="123"/>
                    </a:cubicBezTo>
                    <a:cubicBezTo>
                      <a:pt x="92" y="125"/>
                      <a:pt x="96" y="127"/>
                      <a:pt x="100" y="130"/>
                    </a:cubicBezTo>
                    <a:cubicBezTo>
                      <a:pt x="100" y="129"/>
                      <a:pt x="101" y="129"/>
                      <a:pt x="101" y="128"/>
                    </a:cubicBezTo>
                    <a:cubicBezTo>
                      <a:pt x="101" y="121"/>
                      <a:pt x="101" y="113"/>
                      <a:pt x="101" y="105"/>
                    </a:cubicBezTo>
                    <a:cubicBezTo>
                      <a:pt x="101" y="101"/>
                      <a:pt x="101" y="96"/>
                      <a:pt x="101" y="92"/>
                    </a:cubicBezTo>
                    <a:cubicBezTo>
                      <a:pt x="99" y="85"/>
                      <a:pt x="96" y="84"/>
                      <a:pt x="90" y="90"/>
                    </a:cubicBezTo>
                    <a:cubicBezTo>
                      <a:pt x="92" y="93"/>
                      <a:pt x="97" y="93"/>
                      <a:pt x="97" y="99"/>
                    </a:cubicBezTo>
                    <a:cubicBezTo>
                      <a:pt x="94" y="98"/>
                      <a:pt x="91" y="97"/>
                      <a:pt x="88" y="96"/>
                    </a:cubicBezTo>
                    <a:cubicBezTo>
                      <a:pt x="84" y="100"/>
                      <a:pt x="84" y="101"/>
                      <a:pt x="90" y="103"/>
                    </a:cubicBezTo>
                    <a:cubicBezTo>
                      <a:pt x="95" y="106"/>
                      <a:pt x="98" y="111"/>
                      <a:pt x="96" y="112"/>
                    </a:cubicBezTo>
                    <a:cubicBezTo>
                      <a:pt x="92" y="115"/>
                      <a:pt x="89" y="112"/>
                      <a:pt x="86" y="110"/>
                    </a:cubicBezTo>
                    <a:cubicBezTo>
                      <a:pt x="85" y="110"/>
                      <a:pt x="84" y="109"/>
                      <a:pt x="83" y="108"/>
                    </a:cubicBezTo>
                    <a:cubicBezTo>
                      <a:pt x="82" y="112"/>
                      <a:pt x="82" y="116"/>
                      <a:pt x="81" y="120"/>
                    </a:cubicBezTo>
                    <a:cubicBezTo>
                      <a:pt x="74" y="118"/>
                      <a:pt x="72" y="114"/>
                      <a:pt x="73" y="108"/>
                    </a:cubicBezTo>
                    <a:cubicBezTo>
                      <a:pt x="76" y="95"/>
                      <a:pt x="81" y="83"/>
                      <a:pt x="88" y="71"/>
                    </a:cubicBezTo>
                    <a:cubicBezTo>
                      <a:pt x="84" y="74"/>
                      <a:pt x="80" y="76"/>
                      <a:pt x="76" y="78"/>
                    </a:cubicBezTo>
                    <a:cubicBezTo>
                      <a:pt x="71" y="81"/>
                      <a:pt x="65" y="84"/>
                      <a:pt x="60" y="87"/>
                    </a:cubicBezTo>
                    <a:cubicBezTo>
                      <a:pt x="60" y="87"/>
                      <a:pt x="60" y="87"/>
                      <a:pt x="59" y="87"/>
                    </a:cubicBezTo>
                    <a:cubicBezTo>
                      <a:pt x="57" y="88"/>
                      <a:pt x="54" y="88"/>
                      <a:pt x="53" y="89"/>
                    </a:cubicBezTo>
                    <a:cubicBezTo>
                      <a:pt x="51" y="93"/>
                      <a:pt x="49" y="97"/>
                      <a:pt x="49" y="101"/>
                    </a:cubicBezTo>
                    <a:cubicBezTo>
                      <a:pt x="49" y="110"/>
                      <a:pt x="50" y="119"/>
                      <a:pt x="51" y="128"/>
                    </a:cubicBezTo>
                    <a:cubicBezTo>
                      <a:pt x="51" y="131"/>
                      <a:pt x="51" y="134"/>
                      <a:pt x="51" y="137"/>
                    </a:cubicBezTo>
                    <a:cubicBezTo>
                      <a:pt x="48" y="136"/>
                      <a:pt x="45" y="136"/>
                      <a:pt x="43" y="134"/>
                    </a:cubicBezTo>
                    <a:cubicBezTo>
                      <a:pt x="40" y="132"/>
                      <a:pt x="37" y="130"/>
                      <a:pt x="38" y="125"/>
                    </a:cubicBezTo>
                    <a:cubicBezTo>
                      <a:pt x="40" y="119"/>
                      <a:pt x="39" y="113"/>
                      <a:pt x="39" y="107"/>
                    </a:cubicBezTo>
                    <a:cubicBezTo>
                      <a:pt x="38" y="107"/>
                      <a:pt x="38" y="107"/>
                      <a:pt x="37" y="106"/>
                    </a:cubicBezTo>
                    <a:cubicBezTo>
                      <a:pt x="36" y="109"/>
                      <a:pt x="34" y="111"/>
                      <a:pt x="33" y="114"/>
                    </a:cubicBezTo>
                    <a:cubicBezTo>
                      <a:pt x="30" y="120"/>
                      <a:pt x="25" y="122"/>
                      <a:pt x="21" y="120"/>
                    </a:cubicBezTo>
                    <a:cubicBezTo>
                      <a:pt x="16" y="118"/>
                      <a:pt x="15" y="113"/>
                      <a:pt x="17" y="108"/>
                    </a:cubicBezTo>
                    <a:cubicBezTo>
                      <a:pt x="20" y="99"/>
                      <a:pt x="23" y="91"/>
                      <a:pt x="26" y="81"/>
                    </a:cubicBezTo>
                    <a:cubicBezTo>
                      <a:pt x="19" y="90"/>
                      <a:pt x="12" y="85"/>
                      <a:pt x="5" y="81"/>
                    </a:cubicBezTo>
                    <a:cubicBezTo>
                      <a:pt x="0" y="79"/>
                      <a:pt x="0" y="76"/>
                      <a:pt x="5" y="73"/>
                    </a:cubicBezTo>
                    <a:cubicBezTo>
                      <a:pt x="15" y="68"/>
                      <a:pt x="25" y="62"/>
                      <a:pt x="34" y="56"/>
                    </a:cubicBezTo>
                    <a:cubicBezTo>
                      <a:pt x="35" y="55"/>
                      <a:pt x="37" y="54"/>
                      <a:pt x="37" y="52"/>
                    </a:cubicBezTo>
                    <a:cubicBezTo>
                      <a:pt x="38" y="46"/>
                      <a:pt x="38" y="39"/>
                      <a:pt x="38" y="33"/>
                    </a:cubicBezTo>
                    <a:cubicBezTo>
                      <a:pt x="38" y="32"/>
                      <a:pt x="38" y="32"/>
                      <a:pt x="37" y="32"/>
                    </a:cubicBezTo>
                    <a:cubicBezTo>
                      <a:pt x="32" y="40"/>
                      <a:pt x="27" y="48"/>
                      <a:pt x="22" y="55"/>
                    </a:cubicBezTo>
                    <a:cubicBezTo>
                      <a:pt x="22" y="56"/>
                      <a:pt x="22" y="56"/>
                      <a:pt x="23" y="57"/>
                    </a:cubicBezTo>
                    <a:cubicBezTo>
                      <a:pt x="20" y="56"/>
                      <a:pt x="17" y="56"/>
                      <a:pt x="14" y="55"/>
                    </a:cubicBezTo>
                    <a:cubicBezTo>
                      <a:pt x="9" y="53"/>
                      <a:pt x="7" y="49"/>
                      <a:pt x="9" y="44"/>
                    </a:cubicBezTo>
                    <a:cubicBezTo>
                      <a:pt x="10" y="42"/>
                      <a:pt x="10" y="39"/>
                      <a:pt x="11" y="36"/>
                    </a:cubicBezTo>
                    <a:cubicBezTo>
                      <a:pt x="13" y="28"/>
                      <a:pt x="18" y="23"/>
                      <a:pt x="26" y="20"/>
                    </a:cubicBezTo>
                    <a:cubicBezTo>
                      <a:pt x="27" y="19"/>
                      <a:pt x="30" y="20"/>
                      <a:pt x="32" y="22"/>
                    </a:cubicBezTo>
                    <a:cubicBezTo>
                      <a:pt x="34" y="23"/>
                      <a:pt x="32" y="25"/>
                      <a:pt x="31" y="27"/>
                    </a:cubicBezTo>
                    <a:cubicBezTo>
                      <a:pt x="29" y="28"/>
                      <a:pt x="29" y="31"/>
                      <a:pt x="28" y="33"/>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3" name="Freeform 6">
                <a:extLst>
                  <a:ext uri="{FF2B5EF4-FFF2-40B4-BE49-F238E27FC236}">
                    <a16:creationId xmlns:a16="http://schemas.microsoft.com/office/drawing/2014/main" id="{CC1FA68D-3307-481A-8E89-D3CB2E8693F4}"/>
                  </a:ext>
                </a:extLst>
              </p:cNvPr>
              <p:cNvSpPr>
                <a:spLocks/>
              </p:cNvSpPr>
              <p:nvPr/>
            </p:nvSpPr>
            <p:spPr bwMode="auto">
              <a:xfrm>
                <a:off x="11382341" y="3698614"/>
                <a:ext cx="199170" cy="299781"/>
              </a:xfrm>
              <a:custGeom>
                <a:avLst/>
                <a:gdLst>
                  <a:gd name="T0" fmla="*/ 33 w 72"/>
                  <a:gd name="T1" fmla="*/ 76 h 109"/>
                  <a:gd name="T2" fmla="*/ 44 w 72"/>
                  <a:gd name="T3" fmla="*/ 73 h 109"/>
                  <a:gd name="T4" fmla="*/ 59 w 72"/>
                  <a:gd name="T5" fmla="*/ 71 h 109"/>
                  <a:gd name="T6" fmla="*/ 69 w 72"/>
                  <a:gd name="T7" fmla="*/ 92 h 109"/>
                  <a:gd name="T8" fmla="*/ 66 w 72"/>
                  <a:gd name="T9" fmla="*/ 94 h 109"/>
                  <a:gd name="T10" fmla="*/ 49 w 72"/>
                  <a:gd name="T11" fmla="*/ 96 h 109"/>
                  <a:gd name="T12" fmla="*/ 28 w 72"/>
                  <a:gd name="T13" fmla="*/ 106 h 109"/>
                  <a:gd name="T14" fmla="*/ 16 w 72"/>
                  <a:gd name="T15" fmla="*/ 106 h 109"/>
                  <a:gd name="T16" fmla="*/ 1 w 72"/>
                  <a:gd name="T17" fmla="*/ 80 h 109"/>
                  <a:gd name="T18" fmla="*/ 2 w 72"/>
                  <a:gd name="T19" fmla="*/ 74 h 109"/>
                  <a:gd name="T20" fmla="*/ 23 w 72"/>
                  <a:gd name="T21" fmla="*/ 31 h 109"/>
                  <a:gd name="T22" fmla="*/ 22 w 72"/>
                  <a:gd name="T23" fmla="*/ 26 h 109"/>
                  <a:gd name="T24" fmla="*/ 12 w 72"/>
                  <a:gd name="T25" fmla="*/ 16 h 109"/>
                  <a:gd name="T26" fmla="*/ 15 w 72"/>
                  <a:gd name="T27" fmla="*/ 10 h 109"/>
                  <a:gd name="T28" fmla="*/ 32 w 72"/>
                  <a:gd name="T29" fmla="*/ 5 h 109"/>
                  <a:gd name="T30" fmla="*/ 60 w 72"/>
                  <a:gd name="T31" fmla="*/ 18 h 109"/>
                  <a:gd name="T32" fmla="*/ 59 w 72"/>
                  <a:gd name="T33" fmla="*/ 26 h 109"/>
                  <a:gd name="T34" fmla="*/ 52 w 72"/>
                  <a:gd name="T35" fmla="*/ 36 h 109"/>
                  <a:gd name="T36" fmla="*/ 34 w 72"/>
                  <a:gd name="T37" fmla="*/ 72 h 109"/>
                  <a:gd name="T38" fmla="*/ 33 w 72"/>
                  <a:gd name="T39" fmla="*/ 76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2" h="109">
                    <a:moveTo>
                      <a:pt x="33" y="76"/>
                    </a:moveTo>
                    <a:cubicBezTo>
                      <a:pt x="37" y="74"/>
                      <a:pt x="40" y="73"/>
                      <a:pt x="44" y="73"/>
                    </a:cubicBezTo>
                    <a:cubicBezTo>
                      <a:pt x="49" y="72"/>
                      <a:pt x="54" y="71"/>
                      <a:pt x="59" y="71"/>
                    </a:cubicBezTo>
                    <a:cubicBezTo>
                      <a:pt x="66" y="72"/>
                      <a:pt x="72" y="85"/>
                      <a:pt x="69" y="92"/>
                    </a:cubicBezTo>
                    <a:cubicBezTo>
                      <a:pt x="68" y="93"/>
                      <a:pt x="67" y="94"/>
                      <a:pt x="66" y="94"/>
                    </a:cubicBezTo>
                    <a:cubicBezTo>
                      <a:pt x="60" y="95"/>
                      <a:pt x="54" y="94"/>
                      <a:pt x="49" y="96"/>
                    </a:cubicBezTo>
                    <a:cubicBezTo>
                      <a:pt x="42" y="99"/>
                      <a:pt x="35" y="102"/>
                      <a:pt x="28" y="106"/>
                    </a:cubicBezTo>
                    <a:cubicBezTo>
                      <a:pt x="24" y="108"/>
                      <a:pt x="21" y="109"/>
                      <a:pt x="16" y="106"/>
                    </a:cubicBezTo>
                    <a:cubicBezTo>
                      <a:pt x="7" y="100"/>
                      <a:pt x="3" y="90"/>
                      <a:pt x="1" y="80"/>
                    </a:cubicBezTo>
                    <a:cubicBezTo>
                      <a:pt x="0" y="78"/>
                      <a:pt x="1" y="76"/>
                      <a:pt x="2" y="74"/>
                    </a:cubicBezTo>
                    <a:cubicBezTo>
                      <a:pt x="9" y="60"/>
                      <a:pt x="16" y="45"/>
                      <a:pt x="23" y="31"/>
                    </a:cubicBezTo>
                    <a:cubicBezTo>
                      <a:pt x="23" y="30"/>
                      <a:pt x="23" y="28"/>
                      <a:pt x="22" y="26"/>
                    </a:cubicBezTo>
                    <a:cubicBezTo>
                      <a:pt x="19" y="23"/>
                      <a:pt x="15" y="20"/>
                      <a:pt x="12" y="16"/>
                    </a:cubicBezTo>
                    <a:cubicBezTo>
                      <a:pt x="10" y="13"/>
                      <a:pt x="11" y="11"/>
                      <a:pt x="15" y="10"/>
                    </a:cubicBezTo>
                    <a:cubicBezTo>
                      <a:pt x="21" y="9"/>
                      <a:pt x="26" y="7"/>
                      <a:pt x="32" y="5"/>
                    </a:cubicBezTo>
                    <a:cubicBezTo>
                      <a:pt x="44" y="0"/>
                      <a:pt x="57" y="6"/>
                      <a:pt x="60" y="18"/>
                    </a:cubicBezTo>
                    <a:cubicBezTo>
                      <a:pt x="61" y="21"/>
                      <a:pt x="60" y="24"/>
                      <a:pt x="59" y="26"/>
                    </a:cubicBezTo>
                    <a:cubicBezTo>
                      <a:pt x="57" y="29"/>
                      <a:pt x="54" y="33"/>
                      <a:pt x="52" y="36"/>
                    </a:cubicBezTo>
                    <a:cubicBezTo>
                      <a:pt x="46" y="48"/>
                      <a:pt x="40" y="60"/>
                      <a:pt x="34" y="72"/>
                    </a:cubicBezTo>
                    <a:cubicBezTo>
                      <a:pt x="34" y="72"/>
                      <a:pt x="34" y="74"/>
                      <a:pt x="33" y="76"/>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grpSp>
            <p:nvGrpSpPr>
              <p:cNvPr id="34" name="组合 33">
                <a:extLst>
                  <a:ext uri="{FF2B5EF4-FFF2-40B4-BE49-F238E27FC236}">
                    <a16:creationId xmlns:a16="http://schemas.microsoft.com/office/drawing/2014/main" id="{C7A6E3E5-9A1F-4E06-9E71-F1D7E5C11C32}"/>
                  </a:ext>
                </a:extLst>
              </p:cNvPr>
              <p:cNvGrpSpPr/>
              <p:nvPr/>
            </p:nvGrpSpPr>
            <p:grpSpPr>
              <a:xfrm>
                <a:off x="11305242" y="2003776"/>
                <a:ext cx="354194" cy="439406"/>
                <a:chOff x="5548313" y="2084388"/>
                <a:chExt cx="547688" cy="679451"/>
              </a:xfrm>
              <a:grpFill/>
            </p:grpSpPr>
            <p:sp>
              <p:nvSpPr>
                <p:cNvPr id="39" name="Freeform 7">
                  <a:extLst>
                    <a:ext uri="{FF2B5EF4-FFF2-40B4-BE49-F238E27FC236}">
                      <a16:creationId xmlns:a16="http://schemas.microsoft.com/office/drawing/2014/main" id="{02368C72-9CA0-44B0-93EC-F396645A3423}"/>
                    </a:ext>
                  </a:extLst>
                </p:cNvPr>
                <p:cNvSpPr>
                  <a:spLocks/>
                </p:cNvSpPr>
                <p:nvPr/>
              </p:nvSpPr>
              <p:spPr bwMode="auto">
                <a:xfrm>
                  <a:off x="5548313" y="2084388"/>
                  <a:ext cx="547688" cy="446088"/>
                </a:xfrm>
                <a:custGeom>
                  <a:avLst/>
                  <a:gdLst>
                    <a:gd name="T0" fmla="*/ 101 w 128"/>
                    <a:gd name="T1" fmla="*/ 58 h 105"/>
                    <a:gd name="T2" fmla="*/ 74 w 128"/>
                    <a:gd name="T3" fmla="*/ 56 h 105"/>
                    <a:gd name="T4" fmla="*/ 68 w 128"/>
                    <a:gd name="T5" fmla="*/ 57 h 105"/>
                    <a:gd name="T6" fmla="*/ 51 w 128"/>
                    <a:gd name="T7" fmla="*/ 59 h 105"/>
                    <a:gd name="T8" fmla="*/ 36 w 128"/>
                    <a:gd name="T9" fmla="*/ 65 h 105"/>
                    <a:gd name="T10" fmla="*/ 28 w 128"/>
                    <a:gd name="T11" fmla="*/ 73 h 105"/>
                    <a:gd name="T12" fmla="*/ 16 w 128"/>
                    <a:gd name="T13" fmla="*/ 102 h 105"/>
                    <a:gd name="T14" fmla="*/ 13 w 128"/>
                    <a:gd name="T15" fmla="*/ 104 h 105"/>
                    <a:gd name="T16" fmla="*/ 1 w 128"/>
                    <a:gd name="T17" fmla="*/ 98 h 105"/>
                    <a:gd name="T18" fmla="*/ 0 w 128"/>
                    <a:gd name="T19" fmla="*/ 93 h 105"/>
                    <a:gd name="T20" fmla="*/ 15 w 128"/>
                    <a:gd name="T21" fmla="*/ 60 h 105"/>
                    <a:gd name="T22" fmla="*/ 16 w 128"/>
                    <a:gd name="T23" fmla="*/ 58 h 105"/>
                    <a:gd name="T24" fmla="*/ 20 w 128"/>
                    <a:gd name="T25" fmla="*/ 52 h 105"/>
                    <a:gd name="T26" fmla="*/ 32 w 128"/>
                    <a:gd name="T27" fmla="*/ 54 h 105"/>
                    <a:gd name="T28" fmla="*/ 39 w 128"/>
                    <a:gd name="T29" fmla="*/ 55 h 105"/>
                    <a:gd name="T30" fmla="*/ 72 w 128"/>
                    <a:gd name="T31" fmla="*/ 21 h 105"/>
                    <a:gd name="T32" fmla="*/ 74 w 128"/>
                    <a:gd name="T33" fmla="*/ 16 h 105"/>
                    <a:gd name="T34" fmla="*/ 74 w 128"/>
                    <a:gd name="T35" fmla="*/ 11 h 105"/>
                    <a:gd name="T36" fmla="*/ 71 w 128"/>
                    <a:gd name="T37" fmla="*/ 11 h 105"/>
                    <a:gd name="T38" fmla="*/ 68 w 128"/>
                    <a:gd name="T39" fmla="*/ 15 h 105"/>
                    <a:gd name="T40" fmla="*/ 68 w 128"/>
                    <a:gd name="T41" fmla="*/ 21 h 105"/>
                    <a:gd name="T42" fmla="*/ 59 w 128"/>
                    <a:gd name="T43" fmla="*/ 29 h 105"/>
                    <a:gd name="T44" fmla="*/ 53 w 128"/>
                    <a:gd name="T45" fmla="*/ 27 h 105"/>
                    <a:gd name="T46" fmla="*/ 47 w 128"/>
                    <a:gd name="T47" fmla="*/ 24 h 105"/>
                    <a:gd name="T48" fmla="*/ 47 w 128"/>
                    <a:gd name="T49" fmla="*/ 32 h 105"/>
                    <a:gd name="T50" fmla="*/ 47 w 128"/>
                    <a:gd name="T51" fmla="*/ 34 h 105"/>
                    <a:gd name="T52" fmla="*/ 43 w 128"/>
                    <a:gd name="T53" fmla="*/ 45 h 105"/>
                    <a:gd name="T54" fmla="*/ 31 w 128"/>
                    <a:gd name="T55" fmla="*/ 39 h 105"/>
                    <a:gd name="T56" fmla="*/ 29 w 128"/>
                    <a:gd name="T57" fmla="*/ 23 h 105"/>
                    <a:gd name="T58" fmla="*/ 33 w 128"/>
                    <a:gd name="T59" fmla="*/ 14 h 105"/>
                    <a:gd name="T60" fmla="*/ 36 w 128"/>
                    <a:gd name="T61" fmla="*/ 9 h 105"/>
                    <a:gd name="T62" fmla="*/ 42 w 128"/>
                    <a:gd name="T63" fmla="*/ 13 h 105"/>
                    <a:gd name="T64" fmla="*/ 44 w 128"/>
                    <a:gd name="T65" fmla="*/ 16 h 105"/>
                    <a:gd name="T66" fmla="*/ 57 w 128"/>
                    <a:gd name="T67" fmla="*/ 14 h 105"/>
                    <a:gd name="T68" fmla="*/ 62 w 128"/>
                    <a:gd name="T69" fmla="*/ 11 h 105"/>
                    <a:gd name="T70" fmla="*/ 84 w 128"/>
                    <a:gd name="T71" fmla="*/ 0 h 105"/>
                    <a:gd name="T72" fmla="*/ 96 w 128"/>
                    <a:gd name="T73" fmla="*/ 7 h 105"/>
                    <a:gd name="T74" fmla="*/ 96 w 128"/>
                    <a:gd name="T75" fmla="*/ 20 h 105"/>
                    <a:gd name="T76" fmla="*/ 83 w 128"/>
                    <a:gd name="T77" fmla="*/ 43 h 105"/>
                    <a:gd name="T78" fmla="*/ 94 w 128"/>
                    <a:gd name="T79" fmla="*/ 44 h 105"/>
                    <a:gd name="T80" fmla="*/ 122 w 128"/>
                    <a:gd name="T81" fmla="*/ 59 h 105"/>
                    <a:gd name="T82" fmla="*/ 120 w 128"/>
                    <a:gd name="T83" fmla="*/ 73 h 105"/>
                    <a:gd name="T84" fmla="*/ 98 w 128"/>
                    <a:gd name="T85" fmla="*/ 73 h 105"/>
                    <a:gd name="T86" fmla="*/ 97 w 128"/>
                    <a:gd name="T87" fmla="*/ 66 h 105"/>
                    <a:gd name="T88" fmla="*/ 101 w 128"/>
                    <a:gd name="T89" fmla="*/ 58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8" h="105">
                      <a:moveTo>
                        <a:pt x="101" y="58"/>
                      </a:moveTo>
                      <a:cubicBezTo>
                        <a:pt x="94" y="52"/>
                        <a:pt x="81" y="52"/>
                        <a:pt x="74" y="56"/>
                      </a:cubicBezTo>
                      <a:cubicBezTo>
                        <a:pt x="73" y="57"/>
                        <a:pt x="70" y="58"/>
                        <a:pt x="68" y="57"/>
                      </a:cubicBezTo>
                      <a:cubicBezTo>
                        <a:pt x="62" y="56"/>
                        <a:pt x="57" y="57"/>
                        <a:pt x="51" y="59"/>
                      </a:cubicBezTo>
                      <a:cubicBezTo>
                        <a:pt x="46" y="61"/>
                        <a:pt x="41" y="63"/>
                        <a:pt x="36" y="65"/>
                      </a:cubicBezTo>
                      <a:cubicBezTo>
                        <a:pt x="32" y="67"/>
                        <a:pt x="29" y="69"/>
                        <a:pt x="28" y="73"/>
                      </a:cubicBezTo>
                      <a:cubicBezTo>
                        <a:pt x="24" y="82"/>
                        <a:pt x="20" y="92"/>
                        <a:pt x="16" y="102"/>
                      </a:cubicBezTo>
                      <a:cubicBezTo>
                        <a:pt x="16" y="103"/>
                        <a:pt x="14" y="105"/>
                        <a:pt x="13" y="104"/>
                      </a:cubicBezTo>
                      <a:cubicBezTo>
                        <a:pt x="9" y="103"/>
                        <a:pt x="5" y="100"/>
                        <a:pt x="1" y="98"/>
                      </a:cubicBezTo>
                      <a:cubicBezTo>
                        <a:pt x="0" y="97"/>
                        <a:pt x="0" y="95"/>
                        <a:pt x="0" y="93"/>
                      </a:cubicBezTo>
                      <a:cubicBezTo>
                        <a:pt x="5" y="82"/>
                        <a:pt x="10" y="71"/>
                        <a:pt x="15" y="60"/>
                      </a:cubicBezTo>
                      <a:cubicBezTo>
                        <a:pt x="15" y="59"/>
                        <a:pt x="16" y="59"/>
                        <a:pt x="16" y="58"/>
                      </a:cubicBezTo>
                      <a:cubicBezTo>
                        <a:pt x="18" y="56"/>
                        <a:pt x="19" y="52"/>
                        <a:pt x="20" y="52"/>
                      </a:cubicBezTo>
                      <a:cubicBezTo>
                        <a:pt x="24" y="52"/>
                        <a:pt x="29" y="52"/>
                        <a:pt x="32" y="54"/>
                      </a:cubicBezTo>
                      <a:cubicBezTo>
                        <a:pt x="35" y="55"/>
                        <a:pt x="36" y="56"/>
                        <a:pt x="39" y="55"/>
                      </a:cubicBezTo>
                      <a:cubicBezTo>
                        <a:pt x="57" y="50"/>
                        <a:pt x="66" y="37"/>
                        <a:pt x="72" y="21"/>
                      </a:cubicBezTo>
                      <a:cubicBezTo>
                        <a:pt x="72" y="20"/>
                        <a:pt x="73" y="18"/>
                        <a:pt x="74" y="16"/>
                      </a:cubicBezTo>
                      <a:cubicBezTo>
                        <a:pt x="74" y="14"/>
                        <a:pt x="74" y="13"/>
                        <a:pt x="74" y="11"/>
                      </a:cubicBezTo>
                      <a:cubicBezTo>
                        <a:pt x="74" y="11"/>
                        <a:pt x="72" y="10"/>
                        <a:pt x="71" y="11"/>
                      </a:cubicBezTo>
                      <a:cubicBezTo>
                        <a:pt x="70" y="12"/>
                        <a:pt x="68" y="13"/>
                        <a:pt x="68" y="15"/>
                      </a:cubicBezTo>
                      <a:cubicBezTo>
                        <a:pt x="67" y="17"/>
                        <a:pt x="68" y="19"/>
                        <a:pt x="68" y="21"/>
                      </a:cubicBezTo>
                      <a:cubicBezTo>
                        <a:pt x="69" y="28"/>
                        <a:pt x="68" y="30"/>
                        <a:pt x="59" y="29"/>
                      </a:cubicBezTo>
                      <a:cubicBezTo>
                        <a:pt x="57" y="29"/>
                        <a:pt x="55" y="28"/>
                        <a:pt x="53" y="27"/>
                      </a:cubicBezTo>
                      <a:cubicBezTo>
                        <a:pt x="51" y="26"/>
                        <a:pt x="49" y="25"/>
                        <a:pt x="47" y="24"/>
                      </a:cubicBezTo>
                      <a:cubicBezTo>
                        <a:pt x="47" y="27"/>
                        <a:pt x="47" y="29"/>
                        <a:pt x="47" y="32"/>
                      </a:cubicBezTo>
                      <a:cubicBezTo>
                        <a:pt x="47" y="33"/>
                        <a:pt x="47" y="33"/>
                        <a:pt x="47" y="34"/>
                      </a:cubicBezTo>
                      <a:cubicBezTo>
                        <a:pt x="47" y="38"/>
                        <a:pt x="48" y="43"/>
                        <a:pt x="43" y="45"/>
                      </a:cubicBezTo>
                      <a:cubicBezTo>
                        <a:pt x="39" y="46"/>
                        <a:pt x="34" y="44"/>
                        <a:pt x="31" y="39"/>
                      </a:cubicBezTo>
                      <a:cubicBezTo>
                        <a:pt x="28" y="34"/>
                        <a:pt x="25" y="29"/>
                        <a:pt x="29" y="23"/>
                      </a:cubicBezTo>
                      <a:cubicBezTo>
                        <a:pt x="31" y="20"/>
                        <a:pt x="31" y="17"/>
                        <a:pt x="33" y="14"/>
                      </a:cubicBezTo>
                      <a:cubicBezTo>
                        <a:pt x="34" y="12"/>
                        <a:pt x="35" y="9"/>
                        <a:pt x="36" y="9"/>
                      </a:cubicBezTo>
                      <a:cubicBezTo>
                        <a:pt x="38" y="10"/>
                        <a:pt x="40" y="11"/>
                        <a:pt x="42" y="13"/>
                      </a:cubicBezTo>
                      <a:cubicBezTo>
                        <a:pt x="42" y="13"/>
                        <a:pt x="43" y="15"/>
                        <a:pt x="44" y="16"/>
                      </a:cubicBezTo>
                      <a:cubicBezTo>
                        <a:pt x="48" y="13"/>
                        <a:pt x="52" y="11"/>
                        <a:pt x="57" y="14"/>
                      </a:cubicBezTo>
                      <a:cubicBezTo>
                        <a:pt x="58" y="15"/>
                        <a:pt x="61" y="13"/>
                        <a:pt x="62" y="11"/>
                      </a:cubicBezTo>
                      <a:cubicBezTo>
                        <a:pt x="69" y="5"/>
                        <a:pt x="75" y="0"/>
                        <a:pt x="84" y="0"/>
                      </a:cubicBezTo>
                      <a:cubicBezTo>
                        <a:pt x="89" y="0"/>
                        <a:pt x="93" y="2"/>
                        <a:pt x="96" y="7"/>
                      </a:cubicBezTo>
                      <a:cubicBezTo>
                        <a:pt x="99" y="11"/>
                        <a:pt x="98" y="15"/>
                        <a:pt x="96" y="20"/>
                      </a:cubicBezTo>
                      <a:cubicBezTo>
                        <a:pt x="91" y="27"/>
                        <a:pt x="87" y="35"/>
                        <a:pt x="83" y="43"/>
                      </a:cubicBezTo>
                      <a:cubicBezTo>
                        <a:pt x="88" y="43"/>
                        <a:pt x="91" y="44"/>
                        <a:pt x="94" y="44"/>
                      </a:cubicBezTo>
                      <a:cubicBezTo>
                        <a:pt x="105" y="46"/>
                        <a:pt x="115" y="50"/>
                        <a:pt x="122" y="59"/>
                      </a:cubicBezTo>
                      <a:cubicBezTo>
                        <a:pt x="128" y="65"/>
                        <a:pt x="127" y="68"/>
                        <a:pt x="120" y="73"/>
                      </a:cubicBezTo>
                      <a:cubicBezTo>
                        <a:pt x="113" y="77"/>
                        <a:pt x="105" y="77"/>
                        <a:pt x="98" y="73"/>
                      </a:cubicBezTo>
                      <a:cubicBezTo>
                        <a:pt x="95" y="71"/>
                        <a:pt x="95" y="69"/>
                        <a:pt x="97" y="66"/>
                      </a:cubicBezTo>
                      <a:cubicBezTo>
                        <a:pt x="98" y="64"/>
                        <a:pt x="100" y="61"/>
                        <a:pt x="101" y="5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0" name="Freeform 8">
                  <a:extLst>
                    <a:ext uri="{FF2B5EF4-FFF2-40B4-BE49-F238E27FC236}">
                      <a16:creationId xmlns:a16="http://schemas.microsoft.com/office/drawing/2014/main" id="{68AB8704-3F31-41E0-B209-31D0A83BAA2E}"/>
                    </a:ext>
                  </a:extLst>
                </p:cNvPr>
                <p:cNvSpPr>
                  <a:spLocks/>
                </p:cNvSpPr>
                <p:nvPr/>
              </p:nvSpPr>
              <p:spPr bwMode="auto">
                <a:xfrm>
                  <a:off x="5664200" y="2355851"/>
                  <a:ext cx="341313" cy="407988"/>
                </a:xfrm>
                <a:custGeom>
                  <a:avLst/>
                  <a:gdLst>
                    <a:gd name="T0" fmla="*/ 46 w 80"/>
                    <a:gd name="T1" fmla="*/ 29 h 96"/>
                    <a:gd name="T2" fmla="*/ 65 w 80"/>
                    <a:gd name="T3" fmla="*/ 29 h 96"/>
                    <a:gd name="T4" fmla="*/ 79 w 80"/>
                    <a:gd name="T5" fmla="*/ 41 h 96"/>
                    <a:gd name="T6" fmla="*/ 74 w 80"/>
                    <a:gd name="T7" fmla="*/ 43 h 96"/>
                    <a:gd name="T8" fmla="*/ 60 w 80"/>
                    <a:gd name="T9" fmla="*/ 43 h 96"/>
                    <a:gd name="T10" fmla="*/ 52 w 80"/>
                    <a:gd name="T11" fmla="*/ 50 h 96"/>
                    <a:gd name="T12" fmla="*/ 49 w 80"/>
                    <a:gd name="T13" fmla="*/ 87 h 96"/>
                    <a:gd name="T14" fmla="*/ 37 w 80"/>
                    <a:gd name="T15" fmla="*/ 95 h 96"/>
                    <a:gd name="T16" fmla="*/ 21 w 80"/>
                    <a:gd name="T17" fmla="*/ 68 h 96"/>
                    <a:gd name="T18" fmla="*/ 22 w 80"/>
                    <a:gd name="T19" fmla="*/ 62 h 96"/>
                    <a:gd name="T20" fmla="*/ 30 w 80"/>
                    <a:gd name="T21" fmla="*/ 72 h 96"/>
                    <a:gd name="T22" fmla="*/ 40 w 80"/>
                    <a:gd name="T23" fmla="*/ 70 h 96"/>
                    <a:gd name="T24" fmla="*/ 43 w 80"/>
                    <a:gd name="T25" fmla="*/ 46 h 96"/>
                    <a:gd name="T26" fmla="*/ 24 w 80"/>
                    <a:gd name="T27" fmla="*/ 52 h 96"/>
                    <a:gd name="T28" fmla="*/ 19 w 80"/>
                    <a:gd name="T29" fmla="*/ 54 h 96"/>
                    <a:gd name="T30" fmla="*/ 6 w 80"/>
                    <a:gd name="T31" fmla="*/ 54 h 96"/>
                    <a:gd name="T32" fmla="*/ 2 w 80"/>
                    <a:gd name="T33" fmla="*/ 40 h 96"/>
                    <a:gd name="T34" fmla="*/ 6 w 80"/>
                    <a:gd name="T35" fmla="*/ 37 h 96"/>
                    <a:gd name="T36" fmla="*/ 28 w 80"/>
                    <a:gd name="T37" fmla="*/ 33 h 96"/>
                    <a:gd name="T38" fmla="*/ 33 w 80"/>
                    <a:gd name="T39" fmla="*/ 32 h 96"/>
                    <a:gd name="T40" fmla="*/ 36 w 80"/>
                    <a:gd name="T41" fmla="*/ 22 h 96"/>
                    <a:gd name="T42" fmla="*/ 46 w 80"/>
                    <a:gd name="T43" fmla="*/ 12 h 96"/>
                    <a:gd name="T44" fmla="*/ 45 w 80"/>
                    <a:gd name="T45" fmla="*/ 10 h 96"/>
                    <a:gd name="T46" fmla="*/ 26 w 80"/>
                    <a:gd name="T47" fmla="*/ 17 h 96"/>
                    <a:gd name="T48" fmla="*/ 15 w 80"/>
                    <a:gd name="T49" fmla="*/ 24 h 96"/>
                    <a:gd name="T50" fmla="*/ 5 w 80"/>
                    <a:gd name="T51" fmla="*/ 22 h 96"/>
                    <a:gd name="T52" fmla="*/ 1 w 80"/>
                    <a:gd name="T53" fmla="*/ 17 h 96"/>
                    <a:gd name="T54" fmla="*/ 36 w 80"/>
                    <a:gd name="T55" fmla="*/ 2 h 96"/>
                    <a:gd name="T56" fmla="*/ 55 w 80"/>
                    <a:gd name="T57" fmla="*/ 0 h 96"/>
                    <a:gd name="T58" fmla="*/ 61 w 80"/>
                    <a:gd name="T59" fmla="*/ 6 h 96"/>
                    <a:gd name="T60" fmla="*/ 59 w 80"/>
                    <a:gd name="T61" fmla="*/ 13 h 96"/>
                    <a:gd name="T62" fmla="*/ 46 w 80"/>
                    <a:gd name="T63" fmla="*/ 29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 h="96">
                      <a:moveTo>
                        <a:pt x="46" y="29"/>
                      </a:moveTo>
                      <a:cubicBezTo>
                        <a:pt x="53" y="30"/>
                        <a:pt x="59" y="31"/>
                        <a:pt x="65" y="29"/>
                      </a:cubicBezTo>
                      <a:cubicBezTo>
                        <a:pt x="71" y="27"/>
                        <a:pt x="80" y="34"/>
                        <a:pt x="79" y="41"/>
                      </a:cubicBezTo>
                      <a:cubicBezTo>
                        <a:pt x="79" y="42"/>
                        <a:pt x="76" y="43"/>
                        <a:pt x="74" y="43"/>
                      </a:cubicBezTo>
                      <a:cubicBezTo>
                        <a:pt x="70" y="43"/>
                        <a:pt x="65" y="43"/>
                        <a:pt x="60" y="43"/>
                      </a:cubicBezTo>
                      <a:cubicBezTo>
                        <a:pt x="53" y="42"/>
                        <a:pt x="52" y="44"/>
                        <a:pt x="52" y="50"/>
                      </a:cubicBezTo>
                      <a:cubicBezTo>
                        <a:pt x="51" y="62"/>
                        <a:pt x="51" y="75"/>
                        <a:pt x="49" y="87"/>
                      </a:cubicBezTo>
                      <a:cubicBezTo>
                        <a:pt x="48" y="95"/>
                        <a:pt x="45" y="96"/>
                        <a:pt x="37" y="95"/>
                      </a:cubicBezTo>
                      <a:cubicBezTo>
                        <a:pt x="25" y="92"/>
                        <a:pt x="15" y="82"/>
                        <a:pt x="21" y="68"/>
                      </a:cubicBezTo>
                      <a:cubicBezTo>
                        <a:pt x="21" y="66"/>
                        <a:pt x="21" y="64"/>
                        <a:pt x="22" y="62"/>
                      </a:cubicBezTo>
                      <a:cubicBezTo>
                        <a:pt x="24" y="65"/>
                        <a:pt x="27" y="69"/>
                        <a:pt x="30" y="72"/>
                      </a:cubicBezTo>
                      <a:cubicBezTo>
                        <a:pt x="33" y="76"/>
                        <a:pt x="39" y="75"/>
                        <a:pt x="40" y="70"/>
                      </a:cubicBezTo>
                      <a:cubicBezTo>
                        <a:pt x="41" y="62"/>
                        <a:pt x="42" y="54"/>
                        <a:pt x="43" y="46"/>
                      </a:cubicBezTo>
                      <a:cubicBezTo>
                        <a:pt x="35" y="45"/>
                        <a:pt x="30" y="49"/>
                        <a:pt x="24" y="52"/>
                      </a:cubicBezTo>
                      <a:cubicBezTo>
                        <a:pt x="22" y="52"/>
                        <a:pt x="21" y="54"/>
                        <a:pt x="19" y="54"/>
                      </a:cubicBezTo>
                      <a:cubicBezTo>
                        <a:pt x="14" y="58"/>
                        <a:pt x="11" y="57"/>
                        <a:pt x="6" y="54"/>
                      </a:cubicBezTo>
                      <a:cubicBezTo>
                        <a:pt x="3" y="51"/>
                        <a:pt x="0" y="44"/>
                        <a:pt x="2" y="40"/>
                      </a:cubicBezTo>
                      <a:cubicBezTo>
                        <a:pt x="2" y="39"/>
                        <a:pt x="5" y="37"/>
                        <a:pt x="6" y="37"/>
                      </a:cubicBezTo>
                      <a:cubicBezTo>
                        <a:pt x="14" y="39"/>
                        <a:pt x="20" y="35"/>
                        <a:pt x="28" y="33"/>
                      </a:cubicBezTo>
                      <a:cubicBezTo>
                        <a:pt x="29" y="33"/>
                        <a:pt x="31" y="32"/>
                        <a:pt x="33" y="32"/>
                      </a:cubicBezTo>
                      <a:cubicBezTo>
                        <a:pt x="31" y="27"/>
                        <a:pt x="31" y="24"/>
                        <a:pt x="36" y="22"/>
                      </a:cubicBezTo>
                      <a:cubicBezTo>
                        <a:pt x="39" y="19"/>
                        <a:pt x="42" y="15"/>
                        <a:pt x="46" y="12"/>
                      </a:cubicBezTo>
                      <a:cubicBezTo>
                        <a:pt x="45" y="11"/>
                        <a:pt x="45" y="11"/>
                        <a:pt x="45" y="10"/>
                      </a:cubicBezTo>
                      <a:cubicBezTo>
                        <a:pt x="38" y="13"/>
                        <a:pt x="32" y="15"/>
                        <a:pt x="26" y="17"/>
                      </a:cubicBezTo>
                      <a:cubicBezTo>
                        <a:pt x="22" y="19"/>
                        <a:pt x="18" y="22"/>
                        <a:pt x="15" y="24"/>
                      </a:cubicBezTo>
                      <a:cubicBezTo>
                        <a:pt x="11" y="26"/>
                        <a:pt x="7" y="27"/>
                        <a:pt x="5" y="22"/>
                      </a:cubicBezTo>
                      <a:cubicBezTo>
                        <a:pt x="4" y="20"/>
                        <a:pt x="3" y="19"/>
                        <a:pt x="1" y="17"/>
                      </a:cubicBezTo>
                      <a:cubicBezTo>
                        <a:pt x="13" y="12"/>
                        <a:pt x="25" y="6"/>
                        <a:pt x="36" y="2"/>
                      </a:cubicBezTo>
                      <a:cubicBezTo>
                        <a:pt x="42" y="0"/>
                        <a:pt x="49" y="0"/>
                        <a:pt x="55" y="0"/>
                      </a:cubicBezTo>
                      <a:cubicBezTo>
                        <a:pt x="57" y="0"/>
                        <a:pt x="60" y="4"/>
                        <a:pt x="61" y="6"/>
                      </a:cubicBezTo>
                      <a:cubicBezTo>
                        <a:pt x="62" y="8"/>
                        <a:pt x="61" y="11"/>
                        <a:pt x="59" y="13"/>
                      </a:cubicBezTo>
                      <a:cubicBezTo>
                        <a:pt x="55" y="18"/>
                        <a:pt x="51" y="23"/>
                        <a:pt x="46"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35" name="组合 34">
                <a:extLst>
                  <a:ext uri="{FF2B5EF4-FFF2-40B4-BE49-F238E27FC236}">
                    <a16:creationId xmlns:a16="http://schemas.microsoft.com/office/drawing/2014/main" id="{B92E7EB9-3312-4310-B5FA-50F0FA6CFB99}"/>
                  </a:ext>
                </a:extLst>
              </p:cNvPr>
              <p:cNvGrpSpPr/>
              <p:nvPr/>
            </p:nvGrpSpPr>
            <p:grpSpPr>
              <a:xfrm>
                <a:off x="11380187" y="2628491"/>
                <a:ext cx="208353" cy="241263"/>
                <a:chOff x="3792874" y="3138488"/>
                <a:chExt cx="322175" cy="373063"/>
              </a:xfrm>
              <a:grpFill/>
            </p:grpSpPr>
            <p:sp>
              <p:nvSpPr>
                <p:cNvPr id="36" name="Freeform 15">
                  <a:extLst>
                    <a:ext uri="{FF2B5EF4-FFF2-40B4-BE49-F238E27FC236}">
                      <a16:creationId xmlns:a16="http://schemas.microsoft.com/office/drawing/2014/main" id="{4A24723D-38DD-4916-B1AF-76A903317407}"/>
                    </a:ext>
                  </a:extLst>
                </p:cNvPr>
                <p:cNvSpPr>
                  <a:spLocks/>
                </p:cNvSpPr>
                <p:nvPr/>
              </p:nvSpPr>
              <p:spPr bwMode="auto">
                <a:xfrm>
                  <a:off x="3792874" y="3235325"/>
                  <a:ext cx="112625" cy="246063"/>
                </a:xfrm>
                <a:custGeom>
                  <a:avLst/>
                  <a:gdLst>
                    <a:gd name="T0" fmla="*/ 16 w 39"/>
                    <a:gd name="T1" fmla="*/ 29 h 58"/>
                    <a:gd name="T2" fmla="*/ 27 w 39"/>
                    <a:gd name="T3" fmla="*/ 7 h 58"/>
                    <a:gd name="T4" fmla="*/ 31 w 39"/>
                    <a:gd name="T5" fmla="*/ 1 h 58"/>
                    <a:gd name="T6" fmla="*/ 34 w 39"/>
                    <a:gd name="T7" fmla="*/ 6 h 58"/>
                    <a:gd name="T8" fmla="*/ 35 w 39"/>
                    <a:gd name="T9" fmla="*/ 26 h 58"/>
                    <a:gd name="T10" fmla="*/ 20 w 39"/>
                    <a:gd name="T11" fmla="*/ 52 h 58"/>
                    <a:gd name="T12" fmla="*/ 9 w 39"/>
                    <a:gd name="T13" fmla="*/ 57 h 58"/>
                    <a:gd name="T14" fmla="*/ 1 w 39"/>
                    <a:gd name="T15" fmla="*/ 43 h 58"/>
                    <a:gd name="T16" fmla="*/ 4 w 39"/>
                    <a:gd name="T17" fmla="*/ 6 h 58"/>
                    <a:gd name="T18" fmla="*/ 8 w 39"/>
                    <a:gd name="T19" fmla="*/ 0 h 58"/>
                    <a:gd name="T20" fmla="*/ 15 w 39"/>
                    <a:gd name="T21" fmla="*/ 6 h 58"/>
                    <a:gd name="T22" fmla="*/ 14 w 39"/>
                    <a:gd name="T23" fmla="*/ 20 h 58"/>
                    <a:gd name="T24" fmla="*/ 14 w 39"/>
                    <a:gd name="T25" fmla="*/ 28 h 58"/>
                    <a:gd name="T26" fmla="*/ 16 w 39"/>
                    <a:gd name="T27" fmla="*/ 29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9" h="58">
                      <a:moveTo>
                        <a:pt x="16" y="29"/>
                      </a:moveTo>
                      <a:cubicBezTo>
                        <a:pt x="19" y="21"/>
                        <a:pt x="23" y="14"/>
                        <a:pt x="27" y="7"/>
                      </a:cubicBezTo>
                      <a:cubicBezTo>
                        <a:pt x="28" y="5"/>
                        <a:pt x="29" y="3"/>
                        <a:pt x="31" y="1"/>
                      </a:cubicBezTo>
                      <a:cubicBezTo>
                        <a:pt x="32" y="3"/>
                        <a:pt x="33" y="4"/>
                        <a:pt x="34" y="6"/>
                      </a:cubicBezTo>
                      <a:cubicBezTo>
                        <a:pt x="37" y="12"/>
                        <a:pt x="39" y="19"/>
                        <a:pt x="35" y="26"/>
                      </a:cubicBezTo>
                      <a:cubicBezTo>
                        <a:pt x="30" y="34"/>
                        <a:pt x="25" y="43"/>
                        <a:pt x="20" y="52"/>
                      </a:cubicBezTo>
                      <a:cubicBezTo>
                        <a:pt x="18" y="56"/>
                        <a:pt x="12" y="58"/>
                        <a:pt x="9" y="57"/>
                      </a:cubicBezTo>
                      <a:cubicBezTo>
                        <a:pt x="2" y="54"/>
                        <a:pt x="0" y="50"/>
                        <a:pt x="1" y="43"/>
                      </a:cubicBezTo>
                      <a:cubicBezTo>
                        <a:pt x="2" y="31"/>
                        <a:pt x="3" y="18"/>
                        <a:pt x="4" y="6"/>
                      </a:cubicBezTo>
                      <a:cubicBezTo>
                        <a:pt x="4" y="4"/>
                        <a:pt x="4" y="0"/>
                        <a:pt x="8" y="0"/>
                      </a:cubicBezTo>
                      <a:cubicBezTo>
                        <a:pt x="11" y="0"/>
                        <a:pt x="15" y="1"/>
                        <a:pt x="15" y="6"/>
                      </a:cubicBezTo>
                      <a:cubicBezTo>
                        <a:pt x="15" y="10"/>
                        <a:pt x="14" y="15"/>
                        <a:pt x="14" y="20"/>
                      </a:cubicBezTo>
                      <a:cubicBezTo>
                        <a:pt x="14" y="23"/>
                        <a:pt x="14" y="25"/>
                        <a:pt x="14" y="28"/>
                      </a:cubicBezTo>
                      <a:cubicBezTo>
                        <a:pt x="14" y="28"/>
                        <a:pt x="15" y="28"/>
                        <a:pt x="16"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7" name="Freeform 16">
                  <a:extLst>
                    <a:ext uri="{FF2B5EF4-FFF2-40B4-BE49-F238E27FC236}">
                      <a16:creationId xmlns:a16="http://schemas.microsoft.com/office/drawing/2014/main" id="{FB4C6AFE-87EF-4FB7-829C-F7529116EE44}"/>
                    </a:ext>
                  </a:extLst>
                </p:cNvPr>
                <p:cNvSpPr>
                  <a:spLocks/>
                </p:cNvSpPr>
                <p:nvPr/>
              </p:nvSpPr>
              <p:spPr bwMode="auto">
                <a:xfrm>
                  <a:off x="3980111" y="3138488"/>
                  <a:ext cx="134938" cy="373063"/>
                </a:xfrm>
                <a:custGeom>
                  <a:avLst/>
                  <a:gdLst>
                    <a:gd name="T0" fmla="*/ 9 w 47"/>
                    <a:gd name="T1" fmla="*/ 73 h 88"/>
                    <a:gd name="T2" fmla="*/ 3 w 47"/>
                    <a:gd name="T3" fmla="*/ 67 h 88"/>
                    <a:gd name="T4" fmla="*/ 3 w 47"/>
                    <a:gd name="T5" fmla="*/ 57 h 88"/>
                    <a:gd name="T6" fmla="*/ 20 w 47"/>
                    <a:gd name="T7" fmla="*/ 38 h 88"/>
                    <a:gd name="T8" fmla="*/ 33 w 47"/>
                    <a:gd name="T9" fmla="*/ 20 h 88"/>
                    <a:gd name="T10" fmla="*/ 33 w 47"/>
                    <a:gd name="T11" fmla="*/ 4 h 88"/>
                    <a:gd name="T12" fmla="*/ 32 w 47"/>
                    <a:gd name="T13" fmla="*/ 1 h 88"/>
                    <a:gd name="T14" fmla="*/ 33 w 47"/>
                    <a:gd name="T15" fmla="*/ 0 h 88"/>
                    <a:gd name="T16" fmla="*/ 41 w 47"/>
                    <a:gd name="T17" fmla="*/ 6 h 88"/>
                    <a:gd name="T18" fmla="*/ 43 w 47"/>
                    <a:gd name="T19" fmla="*/ 26 h 88"/>
                    <a:gd name="T20" fmla="*/ 29 w 47"/>
                    <a:gd name="T21" fmla="*/ 48 h 88"/>
                    <a:gd name="T22" fmla="*/ 30 w 47"/>
                    <a:gd name="T23" fmla="*/ 52 h 88"/>
                    <a:gd name="T24" fmla="*/ 40 w 47"/>
                    <a:gd name="T25" fmla="*/ 73 h 88"/>
                    <a:gd name="T26" fmla="*/ 41 w 47"/>
                    <a:gd name="T27" fmla="*/ 84 h 88"/>
                    <a:gd name="T28" fmla="*/ 37 w 47"/>
                    <a:gd name="T29" fmla="*/ 86 h 88"/>
                    <a:gd name="T30" fmla="*/ 31 w 47"/>
                    <a:gd name="T31" fmla="*/ 75 h 88"/>
                    <a:gd name="T32" fmla="*/ 28 w 47"/>
                    <a:gd name="T33" fmla="*/ 60 h 88"/>
                    <a:gd name="T34" fmla="*/ 22 w 47"/>
                    <a:gd name="T35" fmla="*/ 59 h 88"/>
                    <a:gd name="T36" fmla="*/ 9 w 47"/>
                    <a:gd name="T37" fmla="*/ 73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7" h="88">
                      <a:moveTo>
                        <a:pt x="9" y="73"/>
                      </a:moveTo>
                      <a:cubicBezTo>
                        <a:pt x="7" y="71"/>
                        <a:pt x="5" y="69"/>
                        <a:pt x="3" y="67"/>
                      </a:cubicBezTo>
                      <a:cubicBezTo>
                        <a:pt x="1" y="64"/>
                        <a:pt x="0" y="61"/>
                        <a:pt x="3" y="57"/>
                      </a:cubicBezTo>
                      <a:cubicBezTo>
                        <a:pt x="9" y="51"/>
                        <a:pt x="14" y="45"/>
                        <a:pt x="20" y="38"/>
                      </a:cubicBezTo>
                      <a:cubicBezTo>
                        <a:pt x="24" y="32"/>
                        <a:pt x="28" y="26"/>
                        <a:pt x="33" y="20"/>
                      </a:cubicBezTo>
                      <a:cubicBezTo>
                        <a:pt x="36" y="15"/>
                        <a:pt x="36" y="9"/>
                        <a:pt x="33" y="4"/>
                      </a:cubicBezTo>
                      <a:cubicBezTo>
                        <a:pt x="32" y="3"/>
                        <a:pt x="32" y="2"/>
                        <a:pt x="32" y="1"/>
                      </a:cubicBezTo>
                      <a:cubicBezTo>
                        <a:pt x="32" y="1"/>
                        <a:pt x="33" y="0"/>
                        <a:pt x="33" y="0"/>
                      </a:cubicBezTo>
                      <a:cubicBezTo>
                        <a:pt x="36" y="2"/>
                        <a:pt x="39" y="4"/>
                        <a:pt x="41" y="6"/>
                      </a:cubicBezTo>
                      <a:cubicBezTo>
                        <a:pt x="46" y="11"/>
                        <a:pt x="47" y="20"/>
                        <a:pt x="43" y="26"/>
                      </a:cubicBezTo>
                      <a:cubicBezTo>
                        <a:pt x="39" y="33"/>
                        <a:pt x="34" y="40"/>
                        <a:pt x="29" y="48"/>
                      </a:cubicBezTo>
                      <a:cubicBezTo>
                        <a:pt x="29" y="49"/>
                        <a:pt x="29" y="52"/>
                        <a:pt x="30" y="52"/>
                      </a:cubicBezTo>
                      <a:cubicBezTo>
                        <a:pt x="38" y="57"/>
                        <a:pt x="38" y="65"/>
                        <a:pt x="40" y="73"/>
                      </a:cubicBezTo>
                      <a:cubicBezTo>
                        <a:pt x="41" y="76"/>
                        <a:pt x="41" y="80"/>
                        <a:pt x="41" y="84"/>
                      </a:cubicBezTo>
                      <a:cubicBezTo>
                        <a:pt x="41" y="87"/>
                        <a:pt x="39" y="88"/>
                        <a:pt x="37" y="86"/>
                      </a:cubicBezTo>
                      <a:cubicBezTo>
                        <a:pt x="33" y="83"/>
                        <a:pt x="31" y="81"/>
                        <a:pt x="31" y="75"/>
                      </a:cubicBezTo>
                      <a:cubicBezTo>
                        <a:pt x="31" y="70"/>
                        <a:pt x="30" y="65"/>
                        <a:pt x="28" y="60"/>
                      </a:cubicBezTo>
                      <a:cubicBezTo>
                        <a:pt x="27" y="55"/>
                        <a:pt x="25" y="56"/>
                        <a:pt x="22" y="59"/>
                      </a:cubicBezTo>
                      <a:cubicBezTo>
                        <a:pt x="18" y="64"/>
                        <a:pt x="14" y="68"/>
                        <a:pt x="9"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8" name="Freeform 17">
                  <a:extLst>
                    <a:ext uri="{FF2B5EF4-FFF2-40B4-BE49-F238E27FC236}">
                      <a16:creationId xmlns:a16="http://schemas.microsoft.com/office/drawing/2014/main" id="{7BBE01C1-D3BA-489E-BE5E-C63059DA7AF9}"/>
                    </a:ext>
                  </a:extLst>
                </p:cNvPr>
                <p:cNvSpPr>
                  <a:spLocks/>
                </p:cNvSpPr>
                <p:nvPr/>
              </p:nvSpPr>
              <p:spPr bwMode="auto">
                <a:xfrm>
                  <a:off x="3872924" y="3138488"/>
                  <a:ext cx="75438" cy="79375"/>
                </a:xfrm>
                <a:custGeom>
                  <a:avLst/>
                  <a:gdLst>
                    <a:gd name="T0" fmla="*/ 0 w 26"/>
                    <a:gd name="T1" fmla="*/ 0 h 19"/>
                    <a:gd name="T2" fmla="*/ 20 w 26"/>
                    <a:gd name="T3" fmla="*/ 1 h 19"/>
                    <a:gd name="T4" fmla="*/ 23 w 26"/>
                    <a:gd name="T5" fmla="*/ 12 h 19"/>
                    <a:gd name="T6" fmla="*/ 12 w 26"/>
                    <a:gd name="T7" fmla="*/ 18 h 19"/>
                    <a:gd name="T8" fmla="*/ 3 w 26"/>
                    <a:gd name="T9" fmla="*/ 11 h 19"/>
                    <a:gd name="T10" fmla="*/ 0 w 26"/>
                    <a:gd name="T11" fmla="*/ 0 h 19"/>
                  </a:gdLst>
                  <a:ahLst/>
                  <a:cxnLst>
                    <a:cxn ang="0">
                      <a:pos x="T0" y="T1"/>
                    </a:cxn>
                    <a:cxn ang="0">
                      <a:pos x="T2" y="T3"/>
                    </a:cxn>
                    <a:cxn ang="0">
                      <a:pos x="T4" y="T5"/>
                    </a:cxn>
                    <a:cxn ang="0">
                      <a:pos x="T6" y="T7"/>
                    </a:cxn>
                    <a:cxn ang="0">
                      <a:pos x="T8" y="T9"/>
                    </a:cxn>
                    <a:cxn ang="0">
                      <a:pos x="T10" y="T11"/>
                    </a:cxn>
                  </a:cxnLst>
                  <a:rect l="0" t="0" r="r" b="b"/>
                  <a:pathLst>
                    <a:path w="26" h="19">
                      <a:moveTo>
                        <a:pt x="0" y="0"/>
                      </a:moveTo>
                      <a:cubicBezTo>
                        <a:pt x="8" y="1"/>
                        <a:pt x="14" y="1"/>
                        <a:pt x="20" y="1"/>
                      </a:cubicBezTo>
                      <a:cubicBezTo>
                        <a:pt x="24" y="1"/>
                        <a:pt x="26" y="8"/>
                        <a:pt x="23" y="12"/>
                      </a:cubicBezTo>
                      <a:cubicBezTo>
                        <a:pt x="21" y="16"/>
                        <a:pt x="17" y="19"/>
                        <a:pt x="12" y="18"/>
                      </a:cubicBezTo>
                      <a:cubicBezTo>
                        <a:pt x="8" y="18"/>
                        <a:pt x="5" y="15"/>
                        <a:pt x="3" y="11"/>
                      </a:cubicBezTo>
                      <a:cubicBezTo>
                        <a:pt x="2" y="8"/>
                        <a:pt x="1" y="4"/>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grpSp>
          <p:nvGrpSpPr>
            <p:cNvPr id="18" name="组合 17"/>
            <p:cNvGrpSpPr/>
            <p:nvPr/>
          </p:nvGrpSpPr>
          <p:grpSpPr>
            <a:xfrm>
              <a:off x="10861863" y="1977238"/>
              <a:ext cx="649364" cy="3286784"/>
              <a:chOff x="10232762" y="2216649"/>
              <a:chExt cx="405635" cy="2053139"/>
            </a:xfrm>
            <a:grpFill/>
          </p:grpSpPr>
          <p:grpSp>
            <p:nvGrpSpPr>
              <p:cNvPr id="19" name="组合 18">
                <a:extLst>
                  <a:ext uri="{FF2B5EF4-FFF2-40B4-BE49-F238E27FC236}">
                    <a16:creationId xmlns:a16="http://schemas.microsoft.com/office/drawing/2014/main" id="{4EB45816-40C4-4065-9181-C29D2BECD84E}"/>
                  </a:ext>
                </a:extLst>
              </p:cNvPr>
              <p:cNvGrpSpPr/>
              <p:nvPr/>
            </p:nvGrpSpPr>
            <p:grpSpPr>
              <a:xfrm>
                <a:off x="10279016" y="3306476"/>
                <a:ext cx="313128" cy="329555"/>
                <a:chOff x="6113463" y="3541713"/>
                <a:chExt cx="484188" cy="509588"/>
              </a:xfrm>
              <a:grpFill/>
            </p:grpSpPr>
            <p:sp>
              <p:nvSpPr>
                <p:cNvPr id="30" name="Freeform 9">
                  <a:extLst>
                    <a:ext uri="{FF2B5EF4-FFF2-40B4-BE49-F238E27FC236}">
                      <a16:creationId xmlns:a16="http://schemas.microsoft.com/office/drawing/2014/main" id="{70888479-5294-457A-8111-462CE4F104F2}"/>
                    </a:ext>
                  </a:extLst>
                </p:cNvPr>
                <p:cNvSpPr>
                  <a:spLocks noEditPoints="1"/>
                </p:cNvSpPr>
                <p:nvPr/>
              </p:nvSpPr>
              <p:spPr bwMode="auto">
                <a:xfrm>
                  <a:off x="6113463" y="3579813"/>
                  <a:ext cx="252413" cy="428625"/>
                </a:xfrm>
                <a:custGeom>
                  <a:avLst/>
                  <a:gdLst>
                    <a:gd name="T0" fmla="*/ 39 w 59"/>
                    <a:gd name="T1" fmla="*/ 78 h 101"/>
                    <a:gd name="T2" fmla="*/ 17 w 59"/>
                    <a:gd name="T3" fmla="*/ 94 h 101"/>
                    <a:gd name="T4" fmla="*/ 8 w 59"/>
                    <a:gd name="T5" fmla="*/ 94 h 101"/>
                    <a:gd name="T6" fmla="*/ 0 w 59"/>
                    <a:gd name="T7" fmla="*/ 79 h 101"/>
                    <a:gd name="T8" fmla="*/ 17 w 59"/>
                    <a:gd name="T9" fmla="*/ 73 h 101"/>
                    <a:gd name="T10" fmla="*/ 10 w 59"/>
                    <a:gd name="T11" fmla="*/ 68 h 101"/>
                    <a:gd name="T12" fmla="*/ 8 w 59"/>
                    <a:gd name="T13" fmla="*/ 60 h 101"/>
                    <a:gd name="T14" fmla="*/ 18 w 59"/>
                    <a:gd name="T15" fmla="*/ 23 h 101"/>
                    <a:gd name="T16" fmla="*/ 26 w 59"/>
                    <a:gd name="T17" fmla="*/ 17 h 101"/>
                    <a:gd name="T18" fmla="*/ 36 w 59"/>
                    <a:gd name="T19" fmla="*/ 26 h 101"/>
                    <a:gd name="T20" fmla="*/ 36 w 59"/>
                    <a:gd name="T21" fmla="*/ 27 h 101"/>
                    <a:gd name="T22" fmla="*/ 43 w 59"/>
                    <a:gd name="T23" fmla="*/ 40 h 101"/>
                    <a:gd name="T24" fmla="*/ 42 w 59"/>
                    <a:gd name="T25" fmla="*/ 12 h 101"/>
                    <a:gd name="T26" fmla="*/ 21 w 59"/>
                    <a:gd name="T27" fmla="*/ 5 h 101"/>
                    <a:gd name="T28" fmla="*/ 44 w 59"/>
                    <a:gd name="T29" fmla="*/ 1 h 101"/>
                    <a:gd name="T30" fmla="*/ 57 w 59"/>
                    <a:gd name="T31" fmla="*/ 17 h 101"/>
                    <a:gd name="T32" fmla="*/ 56 w 59"/>
                    <a:gd name="T33" fmla="*/ 48 h 101"/>
                    <a:gd name="T34" fmla="*/ 57 w 59"/>
                    <a:gd name="T35" fmla="*/ 55 h 101"/>
                    <a:gd name="T36" fmla="*/ 55 w 59"/>
                    <a:gd name="T37" fmla="*/ 64 h 101"/>
                    <a:gd name="T38" fmla="*/ 54 w 59"/>
                    <a:gd name="T39" fmla="*/ 71 h 101"/>
                    <a:gd name="T40" fmla="*/ 52 w 59"/>
                    <a:gd name="T41" fmla="*/ 95 h 101"/>
                    <a:gd name="T42" fmla="*/ 49 w 59"/>
                    <a:gd name="T43" fmla="*/ 101 h 101"/>
                    <a:gd name="T44" fmla="*/ 43 w 59"/>
                    <a:gd name="T45" fmla="*/ 98 h 101"/>
                    <a:gd name="T46" fmla="*/ 38 w 59"/>
                    <a:gd name="T47" fmla="*/ 86 h 101"/>
                    <a:gd name="T48" fmla="*/ 39 w 59"/>
                    <a:gd name="T49" fmla="*/ 78 h 101"/>
                    <a:gd name="T50" fmla="*/ 42 w 59"/>
                    <a:gd name="T51" fmla="*/ 47 h 101"/>
                    <a:gd name="T52" fmla="*/ 32 w 59"/>
                    <a:gd name="T53" fmla="*/ 44 h 101"/>
                    <a:gd name="T54" fmla="*/ 29 w 59"/>
                    <a:gd name="T55" fmla="*/ 64 h 101"/>
                    <a:gd name="T56" fmla="*/ 42 w 59"/>
                    <a:gd name="T57" fmla="*/ 4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9" h="101">
                      <a:moveTo>
                        <a:pt x="39" y="78"/>
                      </a:moveTo>
                      <a:cubicBezTo>
                        <a:pt x="31" y="84"/>
                        <a:pt x="24" y="89"/>
                        <a:pt x="17" y="94"/>
                      </a:cubicBezTo>
                      <a:cubicBezTo>
                        <a:pt x="14" y="97"/>
                        <a:pt x="11" y="96"/>
                        <a:pt x="8" y="94"/>
                      </a:cubicBezTo>
                      <a:cubicBezTo>
                        <a:pt x="4" y="90"/>
                        <a:pt x="0" y="86"/>
                        <a:pt x="0" y="79"/>
                      </a:cubicBezTo>
                      <a:cubicBezTo>
                        <a:pt x="6" y="82"/>
                        <a:pt x="12" y="80"/>
                        <a:pt x="17" y="73"/>
                      </a:cubicBezTo>
                      <a:cubicBezTo>
                        <a:pt x="15" y="72"/>
                        <a:pt x="13" y="70"/>
                        <a:pt x="10" y="68"/>
                      </a:cubicBezTo>
                      <a:cubicBezTo>
                        <a:pt x="7" y="66"/>
                        <a:pt x="7" y="63"/>
                        <a:pt x="8" y="60"/>
                      </a:cubicBezTo>
                      <a:cubicBezTo>
                        <a:pt x="11" y="48"/>
                        <a:pt x="15" y="36"/>
                        <a:pt x="18" y="23"/>
                      </a:cubicBezTo>
                      <a:cubicBezTo>
                        <a:pt x="19" y="20"/>
                        <a:pt x="20" y="16"/>
                        <a:pt x="26" y="17"/>
                      </a:cubicBezTo>
                      <a:cubicBezTo>
                        <a:pt x="32" y="18"/>
                        <a:pt x="36" y="21"/>
                        <a:pt x="36" y="26"/>
                      </a:cubicBezTo>
                      <a:cubicBezTo>
                        <a:pt x="36" y="26"/>
                        <a:pt x="36" y="27"/>
                        <a:pt x="36" y="27"/>
                      </a:cubicBezTo>
                      <a:cubicBezTo>
                        <a:pt x="35" y="33"/>
                        <a:pt x="38" y="37"/>
                        <a:pt x="43" y="40"/>
                      </a:cubicBezTo>
                      <a:cubicBezTo>
                        <a:pt x="43" y="31"/>
                        <a:pt x="42" y="22"/>
                        <a:pt x="42" y="12"/>
                      </a:cubicBezTo>
                      <a:cubicBezTo>
                        <a:pt x="30" y="16"/>
                        <a:pt x="20" y="12"/>
                        <a:pt x="21" y="5"/>
                      </a:cubicBezTo>
                      <a:cubicBezTo>
                        <a:pt x="29" y="3"/>
                        <a:pt x="36" y="1"/>
                        <a:pt x="44" y="1"/>
                      </a:cubicBezTo>
                      <a:cubicBezTo>
                        <a:pt x="54" y="0"/>
                        <a:pt x="59" y="8"/>
                        <a:pt x="57" y="17"/>
                      </a:cubicBezTo>
                      <a:cubicBezTo>
                        <a:pt x="56" y="27"/>
                        <a:pt x="56" y="38"/>
                        <a:pt x="56" y="48"/>
                      </a:cubicBezTo>
                      <a:cubicBezTo>
                        <a:pt x="56" y="50"/>
                        <a:pt x="57" y="52"/>
                        <a:pt x="57" y="55"/>
                      </a:cubicBezTo>
                      <a:cubicBezTo>
                        <a:pt x="57" y="58"/>
                        <a:pt x="56" y="61"/>
                        <a:pt x="55" y="64"/>
                      </a:cubicBezTo>
                      <a:cubicBezTo>
                        <a:pt x="55" y="66"/>
                        <a:pt x="54" y="68"/>
                        <a:pt x="54" y="71"/>
                      </a:cubicBezTo>
                      <a:cubicBezTo>
                        <a:pt x="53" y="79"/>
                        <a:pt x="53" y="87"/>
                        <a:pt x="52" y="95"/>
                      </a:cubicBezTo>
                      <a:cubicBezTo>
                        <a:pt x="52" y="97"/>
                        <a:pt x="51" y="100"/>
                        <a:pt x="49" y="101"/>
                      </a:cubicBezTo>
                      <a:cubicBezTo>
                        <a:pt x="47" y="101"/>
                        <a:pt x="44" y="100"/>
                        <a:pt x="43" y="98"/>
                      </a:cubicBezTo>
                      <a:cubicBezTo>
                        <a:pt x="39" y="95"/>
                        <a:pt x="36" y="92"/>
                        <a:pt x="38" y="86"/>
                      </a:cubicBezTo>
                      <a:cubicBezTo>
                        <a:pt x="39" y="84"/>
                        <a:pt x="39" y="81"/>
                        <a:pt x="39" y="78"/>
                      </a:cubicBezTo>
                      <a:close/>
                      <a:moveTo>
                        <a:pt x="42" y="47"/>
                      </a:moveTo>
                      <a:cubicBezTo>
                        <a:pt x="39" y="46"/>
                        <a:pt x="36" y="45"/>
                        <a:pt x="32" y="44"/>
                      </a:cubicBezTo>
                      <a:cubicBezTo>
                        <a:pt x="31" y="51"/>
                        <a:pt x="30" y="57"/>
                        <a:pt x="29" y="64"/>
                      </a:cubicBezTo>
                      <a:cubicBezTo>
                        <a:pt x="39" y="61"/>
                        <a:pt x="42" y="57"/>
                        <a:pt x="42" y="4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1" name="Freeform 10">
                  <a:extLst>
                    <a:ext uri="{FF2B5EF4-FFF2-40B4-BE49-F238E27FC236}">
                      <a16:creationId xmlns:a16="http://schemas.microsoft.com/office/drawing/2014/main" id="{3C581795-C09D-460E-9472-8181F266F0EF}"/>
                    </a:ext>
                  </a:extLst>
                </p:cNvPr>
                <p:cNvSpPr>
                  <a:spLocks noEditPoints="1"/>
                </p:cNvSpPr>
                <p:nvPr/>
              </p:nvSpPr>
              <p:spPr bwMode="auto">
                <a:xfrm>
                  <a:off x="6361113" y="3541713"/>
                  <a:ext cx="236538" cy="509588"/>
                </a:xfrm>
                <a:custGeom>
                  <a:avLst/>
                  <a:gdLst>
                    <a:gd name="T0" fmla="*/ 11 w 55"/>
                    <a:gd name="T1" fmla="*/ 89 h 120"/>
                    <a:gd name="T2" fmla="*/ 10 w 55"/>
                    <a:gd name="T3" fmla="*/ 100 h 120"/>
                    <a:gd name="T4" fmla="*/ 6 w 55"/>
                    <a:gd name="T5" fmla="*/ 104 h 120"/>
                    <a:gd name="T6" fmla="*/ 1 w 55"/>
                    <a:gd name="T7" fmla="*/ 99 h 120"/>
                    <a:gd name="T8" fmla="*/ 3 w 55"/>
                    <a:gd name="T9" fmla="*/ 84 h 120"/>
                    <a:gd name="T10" fmla="*/ 14 w 55"/>
                    <a:gd name="T11" fmla="*/ 37 h 120"/>
                    <a:gd name="T12" fmla="*/ 22 w 55"/>
                    <a:gd name="T13" fmla="*/ 11 h 120"/>
                    <a:gd name="T14" fmla="*/ 26 w 55"/>
                    <a:gd name="T15" fmla="*/ 19 h 120"/>
                    <a:gd name="T16" fmla="*/ 20 w 55"/>
                    <a:gd name="T17" fmla="*/ 40 h 120"/>
                    <a:gd name="T18" fmla="*/ 27 w 55"/>
                    <a:gd name="T19" fmla="*/ 35 h 120"/>
                    <a:gd name="T20" fmla="*/ 35 w 55"/>
                    <a:gd name="T21" fmla="*/ 30 h 120"/>
                    <a:gd name="T22" fmla="*/ 33 w 55"/>
                    <a:gd name="T23" fmla="*/ 9 h 120"/>
                    <a:gd name="T24" fmla="*/ 28 w 55"/>
                    <a:gd name="T25" fmla="*/ 8 h 120"/>
                    <a:gd name="T26" fmla="*/ 19 w 55"/>
                    <a:gd name="T27" fmla="*/ 12 h 120"/>
                    <a:gd name="T28" fmla="*/ 12 w 55"/>
                    <a:gd name="T29" fmla="*/ 15 h 120"/>
                    <a:gd name="T30" fmla="*/ 9 w 55"/>
                    <a:gd name="T31" fmla="*/ 11 h 120"/>
                    <a:gd name="T32" fmla="*/ 11 w 55"/>
                    <a:gd name="T33" fmla="*/ 8 h 120"/>
                    <a:gd name="T34" fmla="*/ 31 w 55"/>
                    <a:gd name="T35" fmla="*/ 0 h 120"/>
                    <a:gd name="T36" fmla="*/ 45 w 55"/>
                    <a:gd name="T37" fmla="*/ 15 h 120"/>
                    <a:gd name="T38" fmla="*/ 44 w 55"/>
                    <a:gd name="T39" fmla="*/ 46 h 120"/>
                    <a:gd name="T40" fmla="*/ 48 w 55"/>
                    <a:gd name="T41" fmla="*/ 54 h 120"/>
                    <a:gd name="T42" fmla="*/ 48 w 55"/>
                    <a:gd name="T43" fmla="*/ 71 h 120"/>
                    <a:gd name="T44" fmla="*/ 44 w 55"/>
                    <a:gd name="T45" fmla="*/ 77 h 120"/>
                    <a:gd name="T46" fmla="*/ 44 w 55"/>
                    <a:gd name="T47" fmla="*/ 110 h 120"/>
                    <a:gd name="T48" fmla="*/ 44 w 55"/>
                    <a:gd name="T49" fmla="*/ 114 h 120"/>
                    <a:gd name="T50" fmla="*/ 41 w 55"/>
                    <a:gd name="T51" fmla="*/ 120 h 120"/>
                    <a:gd name="T52" fmla="*/ 32 w 55"/>
                    <a:gd name="T53" fmla="*/ 118 h 120"/>
                    <a:gd name="T54" fmla="*/ 13 w 55"/>
                    <a:gd name="T55" fmla="*/ 91 h 120"/>
                    <a:gd name="T56" fmla="*/ 12 w 55"/>
                    <a:gd name="T57" fmla="*/ 89 h 120"/>
                    <a:gd name="T58" fmla="*/ 11 w 55"/>
                    <a:gd name="T59" fmla="*/ 89 h 120"/>
                    <a:gd name="T60" fmla="*/ 24 w 55"/>
                    <a:gd name="T61" fmla="*/ 76 h 120"/>
                    <a:gd name="T62" fmla="*/ 23 w 55"/>
                    <a:gd name="T63" fmla="*/ 74 h 120"/>
                    <a:gd name="T64" fmla="*/ 27 w 55"/>
                    <a:gd name="T65" fmla="*/ 71 h 120"/>
                    <a:gd name="T66" fmla="*/ 33 w 55"/>
                    <a:gd name="T67" fmla="*/ 67 h 120"/>
                    <a:gd name="T68" fmla="*/ 32 w 55"/>
                    <a:gd name="T69" fmla="*/ 63 h 120"/>
                    <a:gd name="T70" fmla="*/ 22 w 55"/>
                    <a:gd name="T71" fmla="*/ 52 h 120"/>
                    <a:gd name="T72" fmla="*/ 18 w 55"/>
                    <a:gd name="T73" fmla="*/ 89 h 120"/>
                    <a:gd name="T74" fmla="*/ 33 w 55"/>
                    <a:gd name="T75" fmla="*/ 107 h 120"/>
                    <a:gd name="T76" fmla="*/ 35 w 55"/>
                    <a:gd name="T77" fmla="*/ 77 h 120"/>
                    <a:gd name="T78" fmla="*/ 31 w 55"/>
                    <a:gd name="T79" fmla="*/ 75 h 120"/>
                    <a:gd name="T80" fmla="*/ 24 w 55"/>
                    <a:gd name="T81" fmla="*/ 76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5" h="120">
                      <a:moveTo>
                        <a:pt x="11" y="89"/>
                      </a:moveTo>
                      <a:cubicBezTo>
                        <a:pt x="10" y="93"/>
                        <a:pt x="10" y="96"/>
                        <a:pt x="10" y="100"/>
                      </a:cubicBezTo>
                      <a:cubicBezTo>
                        <a:pt x="9" y="102"/>
                        <a:pt x="9" y="104"/>
                        <a:pt x="6" y="104"/>
                      </a:cubicBezTo>
                      <a:cubicBezTo>
                        <a:pt x="3" y="104"/>
                        <a:pt x="0" y="103"/>
                        <a:pt x="1" y="99"/>
                      </a:cubicBezTo>
                      <a:cubicBezTo>
                        <a:pt x="2" y="94"/>
                        <a:pt x="2" y="89"/>
                        <a:pt x="3" y="84"/>
                      </a:cubicBezTo>
                      <a:cubicBezTo>
                        <a:pt x="7" y="68"/>
                        <a:pt x="10" y="53"/>
                        <a:pt x="14" y="37"/>
                      </a:cubicBezTo>
                      <a:cubicBezTo>
                        <a:pt x="16" y="29"/>
                        <a:pt x="19" y="20"/>
                        <a:pt x="22" y="11"/>
                      </a:cubicBezTo>
                      <a:cubicBezTo>
                        <a:pt x="26" y="13"/>
                        <a:pt x="27" y="15"/>
                        <a:pt x="26" y="19"/>
                      </a:cubicBezTo>
                      <a:cubicBezTo>
                        <a:pt x="24" y="25"/>
                        <a:pt x="22" y="32"/>
                        <a:pt x="20" y="40"/>
                      </a:cubicBezTo>
                      <a:cubicBezTo>
                        <a:pt x="23" y="37"/>
                        <a:pt x="25" y="36"/>
                        <a:pt x="27" y="35"/>
                      </a:cubicBezTo>
                      <a:cubicBezTo>
                        <a:pt x="30" y="33"/>
                        <a:pt x="34" y="32"/>
                        <a:pt x="35" y="30"/>
                      </a:cubicBezTo>
                      <a:cubicBezTo>
                        <a:pt x="36" y="23"/>
                        <a:pt x="37" y="16"/>
                        <a:pt x="33" y="9"/>
                      </a:cubicBezTo>
                      <a:cubicBezTo>
                        <a:pt x="33" y="8"/>
                        <a:pt x="30" y="7"/>
                        <a:pt x="28" y="8"/>
                      </a:cubicBezTo>
                      <a:cubicBezTo>
                        <a:pt x="25" y="9"/>
                        <a:pt x="22" y="11"/>
                        <a:pt x="19" y="12"/>
                      </a:cubicBezTo>
                      <a:cubicBezTo>
                        <a:pt x="17" y="13"/>
                        <a:pt x="15" y="15"/>
                        <a:pt x="12" y="15"/>
                      </a:cubicBezTo>
                      <a:cubicBezTo>
                        <a:pt x="11" y="15"/>
                        <a:pt x="9" y="13"/>
                        <a:pt x="9" y="11"/>
                      </a:cubicBezTo>
                      <a:cubicBezTo>
                        <a:pt x="8" y="11"/>
                        <a:pt x="10" y="9"/>
                        <a:pt x="11" y="8"/>
                      </a:cubicBezTo>
                      <a:cubicBezTo>
                        <a:pt x="17" y="4"/>
                        <a:pt x="23" y="0"/>
                        <a:pt x="31" y="0"/>
                      </a:cubicBezTo>
                      <a:cubicBezTo>
                        <a:pt x="41" y="1"/>
                        <a:pt x="46" y="5"/>
                        <a:pt x="45" y="15"/>
                      </a:cubicBezTo>
                      <a:cubicBezTo>
                        <a:pt x="45" y="25"/>
                        <a:pt x="45" y="36"/>
                        <a:pt x="44" y="46"/>
                      </a:cubicBezTo>
                      <a:cubicBezTo>
                        <a:pt x="44" y="50"/>
                        <a:pt x="45" y="52"/>
                        <a:pt x="48" y="54"/>
                      </a:cubicBezTo>
                      <a:cubicBezTo>
                        <a:pt x="55" y="60"/>
                        <a:pt x="55" y="66"/>
                        <a:pt x="48" y="71"/>
                      </a:cubicBezTo>
                      <a:cubicBezTo>
                        <a:pt x="45" y="72"/>
                        <a:pt x="44" y="74"/>
                        <a:pt x="44" y="77"/>
                      </a:cubicBezTo>
                      <a:cubicBezTo>
                        <a:pt x="45" y="88"/>
                        <a:pt x="44" y="99"/>
                        <a:pt x="44" y="110"/>
                      </a:cubicBezTo>
                      <a:cubicBezTo>
                        <a:pt x="44" y="112"/>
                        <a:pt x="45" y="113"/>
                        <a:pt x="44" y="114"/>
                      </a:cubicBezTo>
                      <a:cubicBezTo>
                        <a:pt x="43" y="116"/>
                        <a:pt x="42" y="120"/>
                        <a:pt x="41" y="120"/>
                      </a:cubicBezTo>
                      <a:cubicBezTo>
                        <a:pt x="38" y="120"/>
                        <a:pt x="34" y="120"/>
                        <a:pt x="32" y="118"/>
                      </a:cubicBezTo>
                      <a:cubicBezTo>
                        <a:pt x="25" y="109"/>
                        <a:pt x="19" y="100"/>
                        <a:pt x="13" y="91"/>
                      </a:cubicBezTo>
                      <a:cubicBezTo>
                        <a:pt x="12" y="90"/>
                        <a:pt x="12" y="90"/>
                        <a:pt x="12" y="89"/>
                      </a:cubicBezTo>
                      <a:cubicBezTo>
                        <a:pt x="11" y="89"/>
                        <a:pt x="11" y="89"/>
                        <a:pt x="11" y="89"/>
                      </a:cubicBezTo>
                      <a:close/>
                      <a:moveTo>
                        <a:pt x="24" y="76"/>
                      </a:moveTo>
                      <a:cubicBezTo>
                        <a:pt x="23" y="75"/>
                        <a:pt x="23" y="75"/>
                        <a:pt x="23" y="74"/>
                      </a:cubicBezTo>
                      <a:cubicBezTo>
                        <a:pt x="24" y="73"/>
                        <a:pt x="26" y="72"/>
                        <a:pt x="27" y="71"/>
                      </a:cubicBezTo>
                      <a:cubicBezTo>
                        <a:pt x="29" y="70"/>
                        <a:pt x="31" y="69"/>
                        <a:pt x="33" y="67"/>
                      </a:cubicBezTo>
                      <a:cubicBezTo>
                        <a:pt x="35" y="66"/>
                        <a:pt x="35" y="63"/>
                        <a:pt x="32" y="63"/>
                      </a:cubicBezTo>
                      <a:cubicBezTo>
                        <a:pt x="27" y="61"/>
                        <a:pt x="24" y="58"/>
                        <a:pt x="22" y="52"/>
                      </a:cubicBezTo>
                      <a:cubicBezTo>
                        <a:pt x="17" y="65"/>
                        <a:pt x="13" y="77"/>
                        <a:pt x="18" y="89"/>
                      </a:cubicBezTo>
                      <a:cubicBezTo>
                        <a:pt x="21" y="97"/>
                        <a:pt x="27" y="101"/>
                        <a:pt x="33" y="107"/>
                      </a:cubicBezTo>
                      <a:cubicBezTo>
                        <a:pt x="34" y="97"/>
                        <a:pt x="34" y="87"/>
                        <a:pt x="35" y="77"/>
                      </a:cubicBezTo>
                      <a:cubicBezTo>
                        <a:pt x="35" y="77"/>
                        <a:pt x="32" y="75"/>
                        <a:pt x="31" y="75"/>
                      </a:cubicBezTo>
                      <a:cubicBezTo>
                        <a:pt x="29" y="75"/>
                        <a:pt x="26" y="76"/>
                        <a:pt x="24" y="7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20" name="组合 19">
                <a:extLst>
                  <a:ext uri="{FF2B5EF4-FFF2-40B4-BE49-F238E27FC236}">
                    <a16:creationId xmlns:a16="http://schemas.microsoft.com/office/drawing/2014/main" id="{C43281D5-D15F-4210-8FEF-5D0B83A54FD6}"/>
                  </a:ext>
                </a:extLst>
              </p:cNvPr>
              <p:cNvGrpSpPr/>
              <p:nvPr/>
            </p:nvGrpSpPr>
            <p:grpSpPr>
              <a:xfrm>
                <a:off x="10268702" y="2216649"/>
                <a:ext cx="355220" cy="448646"/>
                <a:chOff x="6108700" y="2066926"/>
                <a:chExt cx="549275" cy="693738"/>
              </a:xfrm>
              <a:grpFill/>
            </p:grpSpPr>
            <p:sp>
              <p:nvSpPr>
                <p:cNvPr id="28" name="Freeform 13">
                  <a:extLst>
                    <a:ext uri="{FF2B5EF4-FFF2-40B4-BE49-F238E27FC236}">
                      <a16:creationId xmlns:a16="http://schemas.microsoft.com/office/drawing/2014/main" id="{0965091B-D712-42AC-844D-24578409DB9A}"/>
                    </a:ext>
                  </a:extLst>
                </p:cNvPr>
                <p:cNvSpPr>
                  <a:spLocks noEditPoints="1"/>
                </p:cNvSpPr>
                <p:nvPr/>
              </p:nvSpPr>
              <p:spPr bwMode="auto">
                <a:xfrm>
                  <a:off x="6108700" y="2066926"/>
                  <a:ext cx="549275" cy="655638"/>
                </a:xfrm>
                <a:custGeom>
                  <a:avLst/>
                  <a:gdLst>
                    <a:gd name="T0" fmla="*/ 54 w 128"/>
                    <a:gd name="T1" fmla="*/ 76 h 154"/>
                    <a:gd name="T2" fmla="*/ 66 w 128"/>
                    <a:gd name="T3" fmla="*/ 53 h 154"/>
                    <a:gd name="T4" fmla="*/ 49 w 128"/>
                    <a:gd name="T5" fmla="*/ 47 h 154"/>
                    <a:gd name="T6" fmla="*/ 64 w 128"/>
                    <a:gd name="T7" fmla="*/ 44 h 154"/>
                    <a:gd name="T8" fmla="*/ 83 w 128"/>
                    <a:gd name="T9" fmla="*/ 6 h 154"/>
                    <a:gd name="T10" fmla="*/ 91 w 128"/>
                    <a:gd name="T11" fmla="*/ 11 h 154"/>
                    <a:gd name="T12" fmla="*/ 96 w 128"/>
                    <a:gd name="T13" fmla="*/ 36 h 154"/>
                    <a:gd name="T14" fmla="*/ 106 w 128"/>
                    <a:gd name="T15" fmla="*/ 41 h 154"/>
                    <a:gd name="T16" fmla="*/ 82 w 128"/>
                    <a:gd name="T17" fmla="*/ 50 h 154"/>
                    <a:gd name="T18" fmla="*/ 71 w 128"/>
                    <a:gd name="T19" fmla="*/ 65 h 154"/>
                    <a:gd name="T20" fmla="*/ 110 w 128"/>
                    <a:gd name="T21" fmla="*/ 74 h 154"/>
                    <a:gd name="T22" fmla="*/ 101 w 128"/>
                    <a:gd name="T23" fmla="*/ 87 h 154"/>
                    <a:gd name="T24" fmla="*/ 111 w 128"/>
                    <a:gd name="T25" fmla="*/ 98 h 154"/>
                    <a:gd name="T26" fmla="*/ 92 w 128"/>
                    <a:gd name="T27" fmla="*/ 104 h 154"/>
                    <a:gd name="T28" fmla="*/ 86 w 128"/>
                    <a:gd name="T29" fmla="*/ 116 h 154"/>
                    <a:gd name="T30" fmla="*/ 124 w 128"/>
                    <a:gd name="T31" fmla="*/ 112 h 154"/>
                    <a:gd name="T32" fmla="*/ 120 w 128"/>
                    <a:gd name="T33" fmla="*/ 122 h 154"/>
                    <a:gd name="T34" fmla="*/ 111 w 128"/>
                    <a:gd name="T35" fmla="*/ 144 h 154"/>
                    <a:gd name="T36" fmla="*/ 105 w 128"/>
                    <a:gd name="T37" fmla="*/ 153 h 154"/>
                    <a:gd name="T38" fmla="*/ 55 w 128"/>
                    <a:gd name="T39" fmla="*/ 129 h 154"/>
                    <a:gd name="T40" fmla="*/ 53 w 128"/>
                    <a:gd name="T41" fmla="*/ 121 h 154"/>
                    <a:gd name="T42" fmla="*/ 61 w 128"/>
                    <a:gd name="T43" fmla="*/ 125 h 154"/>
                    <a:gd name="T44" fmla="*/ 94 w 128"/>
                    <a:gd name="T45" fmla="*/ 140 h 154"/>
                    <a:gd name="T46" fmla="*/ 85 w 128"/>
                    <a:gd name="T47" fmla="*/ 127 h 154"/>
                    <a:gd name="T48" fmla="*/ 71 w 128"/>
                    <a:gd name="T49" fmla="*/ 108 h 154"/>
                    <a:gd name="T50" fmla="*/ 52 w 128"/>
                    <a:gd name="T51" fmla="*/ 113 h 154"/>
                    <a:gd name="T52" fmla="*/ 38 w 128"/>
                    <a:gd name="T53" fmla="*/ 97 h 154"/>
                    <a:gd name="T54" fmla="*/ 51 w 128"/>
                    <a:gd name="T55" fmla="*/ 97 h 154"/>
                    <a:gd name="T56" fmla="*/ 34 w 128"/>
                    <a:gd name="T57" fmla="*/ 93 h 154"/>
                    <a:gd name="T58" fmla="*/ 35 w 128"/>
                    <a:gd name="T59" fmla="*/ 105 h 154"/>
                    <a:gd name="T60" fmla="*/ 26 w 128"/>
                    <a:gd name="T61" fmla="*/ 154 h 154"/>
                    <a:gd name="T62" fmla="*/ 20 w 128"/>
                    <a:gd name="T63" fmla="*/ 118 h 154"/>
                    <a:gd name="T64" fmla="*/ 0 w 128"/>
                    <a:gd name="T65" fmla="*/ 103 h 154"/>
                    <a:gd name="T66" fmla="*/ 19 w 128"/>
                    <a:gd name="T67" fmla="*/ 72 h 154"/>
                    <a:gd name="T68" fmla="*/ 25 w 128"/>
                    <a:gd name="T69" fmla="*/ 51 h 154"/>
                    <a:gd name="T70" fmla="*/ 39 w 128"/>
                    <a:gd name="T71" fmla="*/ 14 h 154"/>
                    <a:gd name="T72" fmla="*/ 51 w 128"/>
                    <a:gd name="T73" fmla="*/ 24 h 154"/>
                    <a:gd name="T74" fmla="*/ 39 w 128"/>
                    <a:gd name="T75" fmla="*/ 44 h 154"/>
                    <a:gd name="T76" fmla="*/ 48 w 128"/>
                    <a:gd name="T77" fmla="*/ 73 h 154"/>
                    <a:gd name="T78" fmla="*/ 81 w 128"/>
                    <a:gd name="T79" fmla="*/ 90 h 154"/>
                    <a:gd name="T80" fmla="*/ 92 w 128"/>
                    <a:gd name="T81" fmla="*/ 71 h 154"/>
                    <a:gd name="T82" fmla="*/ 81 w 128"/>
                    <a:gd name="T83" fmla="*/ 80 h 154"/>
                    <a:gd name="T84" fmla="*/ 76 w 128"/>
                    <a:gd name="T85" fmla="*/ 73 h 154"/>
                    <a:gd name="T86" fmla="*/ 67 w 128"/>
                    <a:gd name="T87" fmla="*/ 79 h 154"/>
                    <a:gd name="T88" fmla="*/ 76 w 128"/>
                    <a:gd name="T89" fmla="*/ 73 h 154"/>
                    <a:gd name="T90" fmla="*/ 56 w 128"/>
                    <a:gd name="T91" fmla="*/ 88 h 154"/>
                    <a:gd name="T92" fmla="*/ 63 w 128"/>
                    <a:gd name="T93" fmla="*/ 81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28" h="154">
                      <a:moveTo>
                        <a:pt x="48" y="73"/>
                      </a:moveTo>
                      <a:cubicBezTo>
                        <a:pt x="50" y="74"/>
                        <a:pt x="52" y="75"/>
                        <a:pt x="54" y="76"/>
                      </a:cubicBezTo>
                      <a:cubicBezTo>
                        <a:pt x="57" y="74"/>
                        <a:pt x="60" y="72"/>
                        <a:pt x="63" y="70"/>
                      </a:cubicBezTo>
                      <a:cubicBezTo>
                        <a:pt x="58" y="63"/>
                        <a:pt x="65" y="59"/>
                        <a:pt x="66" y="53"/>
                      </a:cubicBezTo>
                      <a:cubicBezTo>
                        <a:pt x="63" y="53"/>
                        <a:pt x="59" y="53"/>
                        <a:pt x="56" y="52"/>
                      </a:cubicBezTo>
                      <a:cubicBezTo>
                        <a:pt x="54" y="51"/>
                        <a:pt x="51" y="49"/>
                        <a:pt x="49" y="47"/>
                      </a:cubicBezTo>
                      <a:cubicBezTo>
                        <a:pt x="49" y="46"/>
                        <a:pt x="50" y="46"/>
                        <a:pt x="50" y="46"/>
                      </a:cubicBezTo>
                      <a:cubicBezTo>
                        <a:pt x="55" y="45"/>
                        <a:pt x="59" y="45"/>
                        <a:pt x="64" y="44"/>
                      </a:cubicBezTo>
                      <a:cubicBezTo>
                        <a:pt x="68" y="44"/>
                        <a:pt x="70" y="42"/>
                        <a:pt x="71" y="38"/>
                      </a:cubicBezTo>
                      <a:cubicBezTo>
                        <a:pt x="75" y="27"/>
                        <a:pt x="79" y="16"/>
                        <a:pt x="83" y="6"/>
                      </a:cubicBezTo>
                      <a:cubicBezTo>
                        <a:pt x="84" y="3"/>
                        <a:pt x="84" y="0"/>
                        <a:pt x="88" y="2"/>
                      </a:cubicBezTo>
                      <a:cubicBezTo>
                        <a:pt x="92" y="4"/>
                        <a:pt x="94" y="9"/>
                        <a:pt x="91" y="11"/>
                      </a:cubicBezTo>
                      <a:cubicBezTo>
                        <a:pt x="83" y="19"/>
                        <a:pt x="83" y="30"/>
                        <a:pt x="80" y="41"/>
                      </a:cubicBezTo>
                      <a:cubicBezTo>
                        <a:pt x="85" y="39"/>
                        <a:pt x="91" y="37"/>
                        <a:pt x="96" y="36"/>
                      </a:cubicBezTo>
                      <a:cubicBezTo>
                        <a:pt x="98" y="35"/>
                        <a:pt x="101" y="35"/>
                        <a:pt x="102" y="36"/>
                      </a:cubicBezTo>
                      <a:cubicBezTo>
                        <a:pt x="104" y="37"/>
                        <a:pt x="106" y="39"/>
                        <a:pt x="106" y="41"/>
                      </a:cubicBezTo>
                      <a:cubicBezTo>
                        <a:pt x="106" y="42"/>
                        <a:pt x="105" y="44"/>
                        <a:pt x="103" y="44"/>
                      </a:cubicBezTo>
                      <a:cubicBezTo>
                        <a:pt x="96" y="46"/>
                        <a:pt x="89" y="48"/>
                        <a:pt x="82" y="50"/>
                      </a:cubicBezTo>
                      <a:cubicBezTo>
                        <a:pt x="78" y="50"/>
                        <a:pt x="77" y="51"/>
                        <a:pt x="76" y="54"/>
                      </a:cubicBezTo>
                      <a:cubicBezTo>
                        <a:pt x="74" y="58"/>
                        <a:pt x="73" y="61"/>
                        <a:pt x="71" y="65"/>
                      </a:cubicBezTo>
                      <a:cubicBezTo>
                        <a:pt x="82" y="63"/>
                        <a:pt x="92" y="62"/>
                        <a:pt x="102" y="66"/>
                      </a:cubicBezTo>
                      <a:cubicBezTo>
                        <a:pt x="106" y="67"/>
                        <a:pt x="110" y="69"/>
                        <a:pt x="110" y="74"/>
                      </a:cubicBezTo>
                      <a:cubicBezTo>
                        <a:pt x="111" y="79"/>
                        <a:pt x="109" y="83"/>
                        <a:pt x="104" y="85"/>
                      </a:cubicBezTo>
                      <a:cubicBezTo>
                        <a:pt x="103" y="85"/>
                        <a:pt x="102" y="86"/>
                        <a:pt x="101" y="87"/>
                      </a:cubicBezTo>
                      <a:cubicBezTo>
                        <a:pt x="103" y="88"/>
                        <a:pt x="105" y="88"/>
                        <a:pt x="106" y="89"/>
                      </a:cubicBezTo>
                      <a:cubicBezTo>
                        <a:pt x="110" y="91"/>
                        <a:pt x="112" y="94"/>
                        <a:pt x="111" y="98"/>
                      </a:cubicBezTo>
                      <a:cubicBezTo>
                        <a:pt x="110" y="102"/>
                        <a:pt x="107" y="103"/>
                        <a:pt x="104" y="103"/>
                      </a:cubicBezTo>
                      <a:cubicBezTo>
                        <a:pt x="100" y="103"/>
                        <a:pt x="96" y="104"/>
                        <a:pt x="92" y="104"/>
                      </a:cubicBezTo>
                      <a:cubicBezTo>
                        <a:pt x="86" y="105"/>
                        <a:pt x="81" y="111"/>
                        <a:pt x="82" y="117"/>
                      </a:cubicBezTo>
                      <a:cubicBezTo>
                        <a:pt x="83" y="117"/>
                        <a:pt x="85" y="117"/>
                        <a:pt x="86" y="116"/>
                      </a:cubicBezTo>
                      <a:cubicBezTo>
                        <a:pt x="95" y="111"/>
                        <a:pt x="104" y="109"/>
                        <a:pt x="114" y="109"/>
                      </a:cubicBezTo>
                      <a:cubicBezTo>
                        <a:pt x="118" y="110"/>
                        <a:pt x="121" y="111"/>
                        <a:pt x="124" y="112"/>
                      </a:cubicBezTo>
                      <a:cubicBezTo>
                        <a:pt x="128" y="114"/>
                        <a:pt x="128" y="117"/>
                        <a:pt x="126" y="120"/>
                      </a:cubicBezTo>
                      <a:cubicBezTo>
                        <a:pt x="125" y="123"/>
                        <a:pt x="122" y="123"/>
                        <a:pt x="120" y="122"/>
                      </a:cubicBezTo>
                      <a:cubicBezTo>
                        <a:pt x="111" y="118"/>
                        <a:pt x="104" y="120"/>
                        <a:pt x="97" y="123"/>
                      </a:cubicBezTo>
                      <a:cubicBezTo>
                        <a:pt x="101" y="130"/>
                        <a:pt x="106" y="137"/>
                        <a:pt x="111" y="144"/>
                      </a:cubicBezTo>
                      <a:cubicBezTo>
                        <a:pt x="112" y="146"/>
                        <a:pt x="112" y="150"/>
                        <a:pt x="111" y="152"/>
                      </a:cubicBezTo>
                      <a:cubicBezTo>
                        <a:pt x="111" y="153"/>
                        <a:pt x="107" y="153"/>
                        <a:pt x="105" y="153"/>
                      </a:cubicBezTo>
                      <a:cubicBezTo>
                        <a:pt x="91" y="150"/>
                        <a:pt x="77" y="146"/>
                        <a:pt x="66" y="138"/>
                      </a:cubicBezTo>
                      <a:cubicBezTo>
                        <a:pt x="62" y="135"/>
                        <a:pt x="59" y="132"/>
                        <a:pt x="55" y="129"/>
                      </a:cubicBezTo>
                      <a:cubicBezTo>
                        <a:pt x="54" y="128"/>
                        <a:pt x="53" y="127"/>
                        <a:pt x="53" y="126"/>
                      </a:cubicBezTo>
                      <a:cubicBezTo>
                        <a:pt x="53" y="124"/>
                        <a:pt x="53" y="122"/>
                        <a:pt x="53" y="121"/>
                      </a:cubicBezTo>
                      <a:cubicBezTo>
                        <a:pt x="55" y="121"/>
                        <a:pt x="57" y="121"/>
                        <a:pt x="58" y="121"/>
                      </a:cubicBezTo>
                      <a:cubicBezTo>
                        <a:pt x="59" y="122"/>
                        <a:pt x="60" y="123"/>
                        <a:pt x="61" y="125"/>
                      </a:cubicBezTo>
                      <a:cubicBezTo>
                        <a:pt x="70" y="134"/>
                        <a:pt x="80" y="139"/>
                        <a:pt x="92" y="140"/>
                      </a:cubicBezTo>
                      <a:cubicBezTo>
                        <a:pt x="93" y="140"/>
                        <a:pt x="93" y="140"/>
                        <a:pt x="94" y="140"/>
                      </a:cubicBezTo>
                      <a:cubicBezTo>
                        <a:pt x="92" y="136"/>
                        <a:pt x="90" y="132"/>
                        <a:pt x="88" y="128"/>
                      </a:cubicBezTo>
                      <a:cubicBezTo>
                        <a:pt x="88" y="128"/>
                        <a:pt x="86" y="127"/>
                        <a:pt x="85" y="127"/>
                      </a:cubicBezTo>
                      <a:cubicBezTo>
                        <a:pt x="71" y="126"/>
                        <a:pt x="70" y="124"/>
                        <a:pt x="71" y="111"/>
                      </a:cubicBezTo>
                      <a:cubicBezTo>
                        <a:pt x="71" y="110"/>
                        <a:pt x="71" y="109"/>
                        <a:pt x="71" y="108"/>
                      </a:cubicBezTo>
                      <a:cubicBezTo>
                        <a:pt x="68" y="109"/>
                        <a:pt x="65" y="109"/>
                        <a:pt x="62" y="110"/>
                      </a:cubicBezTo>
                      <a:cubicBezTo>
                        <a:pt x="59" y="111"/>
                        <a:pt x="55" y="112"/>
                        <a:pt x="52" y="113"/>
                      </a:cubicBezTo>
                      <a:cubicBezTo>
                        <a:pt x="48" y="114"/>
                        <a:pt x="44" y="115"/>
                        <a:pt x="41" y="111"/>
                      </a:cubicBezTo>
                      <a:cubicBezTo>
                        <a:pt x="37" y="107"/>
                        <a:pt x="37" y="102"/>
                        <a:pt x="38" y="97"/>
                      </a:cubicBezTo>
                      <a:cubicBezTo>
                        <a:pt x="38" y="96"/>
                        <a:pt x="40" y="96"/>
                        <a:pt x="42" y="96"/>
                      </a:cubicBezTo>
                      <a:cubicBezTo>
                        <a:pt x="45" y="96"/>
                        <a:pt x="48" y="96"/>
                        <a:pt x="51" y="97"/>
                      </a:cubicBezTo>
                      <a:cubicBezTo>
                        <a:pt x="48" y="90"/>
                        <a:pt x="46" y="84"/>
                        <a:pt x="43" y="78"/>
                      </a:cubicBezTo>
                      <a:cubicBezTo>
                        <a:pt x="40" y="83"/>
                        <a:pt x="37" y="88"/>
                        <a:pt x="34" y="93"/>
                      </a:cubicBezTo>
                      <a:cubicBezTo>
                        <a:pt x="33" y="94"/>
                        <a:pt x="33" y="96"/>
                        <a:pt x="34" y="98"/>
                      </a:cubicBezTo>
                      <a:cubicBezTo>
                        <a:pt x="34" y="100"/>
                        <a:pt x="35" y="103"/>
                        <a:pt x="35" y="105"/>
                      </a:cubicBezTo>
                      <a:cubicBezTo>
                        <a:pt x="32" y="121"/>
                        <a:pt x="29" y="136"/>
                        <a:pt x="27" y="151"/>
                      </a:cubicBezTo>
                      <a:cubicBezTo>
                        <a:pt x="26" y="152"/>
                        <a:pt x="26" y="153"/>
                        <a:pt x="26" y="154"/>
                      </a:cubicBezTo>
                      <a:cubicBezTo>
                        <a:pt x="17" y="153"/>
                        <a:pt x="14" y="149"/>
                        <a:pt x="15" y="141"/>
                      </a:cubicBezTo>
                      <a:cubicBezTo>
                        <a:pt x="17" y="134"/>
                        <a:pt x="18" y="126"/>
                        <a:pt x="20" y="118"/>
                      </a:cubicBezTo>
                      <a:cubicBezTo>
                        <a:pt x="15" y="123"/>
                        <a:pt x="12" y="122"/>
                        <a:pt x="7" y="118"/>
                      </a:cubicBezTo>
                      <a:cubicBezTo>
                        <a:pt x="3" y="114"/>
                        <a:pt x="0" y="109"/>
                        <a:pt x="0" y="103"/>
                      </a:cubicBezTo>
                      <a:cubicBezTo>
                        <a:pt x="0" y="102"/>
                        <a:pt x="1" y="101"/>
                        <a:pt x="1" y="100"/>
                      </a:cubicBezTo>
                      <a:cubicBezTo>
                        <a:pt x="7" y="91"/>
                        <a:pt x="14" y="82"/>
                        <a:pt x="19" y="72"/>
                      </a:cubicBezTo>
                      <a:cubicBezTo>
                        <a:pt x="22" y="67"/>
                        <a:pt x="24" y="61"/>
                        <a:pt x="26" y="55"/>
                      </a:cubicBezTo>
                      <a:cubicBezTo>
                        <a:pt x="27" y="54"/>
                        <a:pt x="25" y="53"/>
                        <a:pt x="25" y="51"/>
                      </a:cubicBezTo>
                      <a:cubicBezTo>
                        <a:pt x="18" y="43"/>
                        <a:pt x="18" y="39"/>
                        <a:pt x="23" y="30"/>
                      </a:cubicBezTo>
                      <a:cubicBezTo>
                        <a:pt x="27" y="23"/>
                        <a:pt x="32" y="17"/>
                        <a:pt x="39" y="14"/>
                      </a:cubicBezTo>
                      <a:cubicBezTo>
                        <a:pt x="45" y="11"/>
                        <a:pt x="50" y="12"/>
                        <a:pt x="53" y="16"/>
                      </a:cubicBezTo>
                      <a:cubicBezTo>
                        <a:pt x="56" y="20"/>
                        <a:pt x="56" y="22"/>
                        <a:pt x="51" y="24"/>
                      </a:cubicBezTo>
                      <a:cubicBezTo>
                        <a:pt x="44" y="26"/>
                        <a:pt x="41" y="31"/>
                        <a:pt x="37" y="36"/>
                      </a:cubicBezTo>
                      <a:cubicBezTo>
                        <a:pt x="36" y="39"/>
                        <a:pt x="36" y="42"/>
                        <a:pt x="39" y="44"/>
                      </a:cubicBezTo>
                      <a:cubicBezTo>
                        <a:pt x="41" y="45"/>
                        <a:pt x="42" y="47"/>
                        <a:pt x="43" y="48"/>
                      </a:cubicBezTo>
                      <a:cubicBezTo>
                        <a:pt x="52" y="58"/>
                        <a:pt x="54" y="62"/>
                        <a:pt x="48" y="73"/>
                      </a:cubicBezTo>
                      <a:close/>
                      <a:moveTo>
                        <a:pt x="79" y="89"/>
                      </a:moveTo>
                      <a:cubicBezTo>
                        <a:pt x="80" y="89"/>
                        <a:pt x="80" y="90"/>
                        <a:pt x="81" y="90"/>
                      </a:cubicBezTo>
                      <a:cubicBezTo>
                        <a:pt x="85" y="86"/>
                        <a:pt x="90" y="81"/>
                        <a:pt x="95" y="76"/>
                      </a:cubicBezTo>
                      <a:cubicBezTo>
                        <a:pt x="97" y="73"/>
                        <a:pt x="95" y="71"/>
                        <a:pt x="92" y="71"/>
                      </a:cubicBezTo>
                      <a:cubicBezTo>
                        <a:pt x="88" y="71"/>
                        <a:pt x="85" y="71"/>
                        <a:pt x="81" y="71"/>
                      </a:cubicBezTo>
                      <a:cubicBezTo>
                        <a:pt x="81" y="75"/>
                        <a:pt x="81" y="77"/>
                        <a:pt x="81" y="80"/>
                      </a:cubicBezTo>
                      <a:cubicBezTo>
                        <a:pt x="81" y="83"/>
                        <a:pt x="80" y="86"/>
                        <a:pt x="79" y="89"/>
                      </a:cubicBezTo>
                      <a:close/>
                      <a:moveTo>
                        <a:pt x="76" y="73"/>
                      </a:moveTo>
                      <a:cubicBezTo>
                        <a:pt x="73" y="74"/>
                        <a:pt x="71" y="75"/>
                        <a:pt x="69" y="77"/>
                      </a:cubicBezTo>
                      <a:cubicBezTo>
                        <a:pt x="68" y="77"/>
                        <a:pt x="67" y="78"/>
                        <a:pt x="67" y="79"/>
                      </a:cubicBezTo>
                      <a:cubicBezTo>
                        <a:pt x="67" y="84"/>
                        <a:pt x="68" y="88"/>
                        <a:pt x="68" y="92"/>
                      </a:cubicBezTo>
                      <a:cubicBezTo>
                        <a:pt x="74" y="91"/>
                        <a:pt x="77" y="83"/>
                        <a:pt x="76" y="73"/>
                      </a:cubicBezTo>
                      <a:close/>
                      <a:moveTo>
                        <a:pt x="63" y="81"/>
                      </a:moveTo>
                      <a:cubicBezTo>
                        <a:pt x="55" y="84"/>
                        <a:pt x="54" y="85"/>
                        <a:pt x="56" y="88"/>
                      </a:cubicBezTo>
                      <a:cubicBezTo>
                        <a:pt x="58" y="94"/>
                        <a:pt x="60" y="95"/>
                        <a:pt x="65" y="93"/>
                      </a:cubicBezTo>
                      <a:cubicBezTo>
                        <a:pt x="64" y="89"/>
                        <a:pt x="63" y="85"/>
                        <a:pt x="63" y="8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9" name="Freeform 14">
                  <a:extLst>
                    <a:ext uri="{FF2B5EF4-FFF2-40B4-BE49-F238E27FC236}">
                      <a16:creationId xmlns:a16="http://schemas.microsoft.com/office/drawing/2014/main" id="{EDF1A89C-87D3-4066-B020-1AF4B9A41344}"/>
                    </a:ext>
                  </a:extLst>
                </p:cNvPr>
                <p:cNvSpPr>
                  <a:spLocks/>
                </p:cNvSpPr>
                <p:nvPr/>
              </p:nvSpPr>
              <p:spPr bwMode="auto">
                <a:xfrm>
                  <a:off x="6259513" y="2578101"/>
                  <a:ext cx="68263" cy="182563"/>
                </a:xfrm>
                <a:custGeom>
                  <a:avLst/>
                  <a:gdLst>
                    <a:gd name="T0" fmla="*/ 9 w 16"/>
                    <a:gd name="T1" fmla="*/ 0 h 43"/>
                    <a:gd name="T2" fmla="*/ 15 w 16"/>
                    <a:gd name="T3" fmla="*/ 11 h 43"/>
                    <a:gd name="T4" fmla="*/ 9 w 16"/>
                    <a:gd name="T5" fmla="*/ 43 h 43"/>
                    <a:gd name="T6" fmla="*/ 2 w 16"/>
                    <a:gd name="T7" fmla="*/ 39 h 43"/>
                    <a:gd name="T8" fmla="*/ 0 w 16"/>
                    <a:gd name="T9" fmla="*/ 35 h 43"/>
                    <a:gd name="T10" fmla="*/ 9 w 16"/>
                    <a:gd name="T11" fmla="*/ 0 h 43"/>
                  </a:gdLst>
                  <a:ahLst/>
                  <a:cxnLst>
                    <a:cxn ang="0">
                      <a:pos x="T0" y="T1"/>
                    </a:cxn>
                    <a:cxn ang="0">
                      <a:pos x="T2" y="T3"/>
                    </a:cxn>
                    <a:cxn ang="0">
                      <a:pos x="T4" y="T5"/>
                    </a:cxn>
                    <a:cxn ang="0">
                      <a:pos x="T6" y="T7"/>
                    </a:cxn>
                    <a:cxn ang="0">
                      <a:pos x="T8" y="T9"/>
                    </a:cxn>
                    <a:cxn ang="0">
                      <a:pos x="T10" y="T11"/>
                    </a:cxn>
                  </a:cxnLst>
                  <a:rect l="0" t="0" r="r" b="b"/>
                  <a:pathLst>
                    <a:path w="16" h="43">
                      <a:moveTo>
                        <a:pt x="9" y="0"/>
                      </a:moveTo>
                      <a:cubicBezTo>
                        <a:pt x="15" y="3"/>
                        <a:pt x="16" y="6"/>
                        <a:pt x="15" y="11"/>
                      </a:cubicBezTo>
                      <a:cubicBezTo>
                        <a:pt x="12" y="21"/>
                        <a:pt x="11" y="32"/>
                        <a:pt x="9" y="43"/>
                      </a:cubicBezTo>
                      <a:cubicBezTo>
                        <a:pt x="6" y="41"/>
                        <a:pt x="4" y="40"/>
                        <a:pt x="2" y="39"/>
                      </a:cubicBezTo>
                      <a:cubicBezTo>
                        <a:pt x="1" y="38"/>
                        <a:pt x="0" y="37"/>
                        <a:pt x="0" y="35"/>
                      </a:cubicBezTo>
                      <a:cubicBezTo>
                        <a:pt x="3" y="24"/>
                        <a:pt x="6" y="12"/>
                        <a:pt x="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21" name="组合 20">
                <a:extLst>
                  <a:ext uri="{FF2B5EF4-FFF2-40B4-BE49-F238E27FC236}">
                    <a16:creationId xmlns:a16="http://schemas.microsoft.com/office/drawing/2014/main" id="{CD1C2EA2-DECB-4C4E-997D-8417E76BE944}"/>
                  </a:ext>
                </a:extLst>
              </p:cNvPr>
              <p:cNvGrpSpPr/>
              <p:nvPr/>
            </p:nvGrpSpPr>
            <p:grpSpPr>
              <a:xfrm>
                <a:off x="10332867" y="2868571"/>
                <a:ext cx="238182" cy="205330"/>
                <a:chOff x="6186488" y="2930526"/>
                <a:chExt cx="368300" cy="317500"/>
              </a:xfrm>
              <a:grpFill/>
            </p:grpSpPr>
            <p:sp>
              <p:nvSpPr>
                <p:cNvPr id="25" name="Freeform 18">
                  <a:extLst>
                    <a:ext uri="{FF2B5EF4-FFF2-40B4-BE49-F238E27FC236}">
                      <a16:creationId xmlns:a16="http://schemas.microsoft.com/office/drawing/2014/main" id="{58E0037C-7932-4788-ADA9-47256329EEB7}"/>
                    </a:ext>
                  </a:extLst>
                </p:cNvPr>
                <p:cNvSpPr>
                  <a:spLocks/>
                </p:cNvSpPr>
                <p:nvPr/>
              </p:nvSpPr>
              <p:spPr bwMode="auto">
                <a:xfrm>
                  <a:off x="6310313" y="2930526"/>
                  <a:ext cx="244475" cy="317500"/>
                </a:xfrm>
                <a:custGeom>
                  <a:avLst/>
                  <a:gdLst>
                    <a:gd name="T0" fmla="*/ 49 w 57"/>
                    <a:gd name="T1" fmla="*/ 74 h 75"/>
                    <a:gd name="T2" fmla="*/ 40 w 57"/>
                    <a:gd name="T3" fmla="*/ 67 h 75"/>
                    <a:gd name="T4" fmla="*/ 33 w 57"/>
                    <a:gd name="T5" fmla="*/ 48 h 75"/>
                    <a:gd name="T6" fmla="*/ 27 w 57"/>
                    <a:gd name="T7" fmla="*/ 46 h 75"/>
                    <a:gd name="T8" fmla="*/ 11 w 57"/>
                    <a:gd name="T9" fmla="*/ 60 h 75"/>
                    <a:gd name="T10" fmla="*/ 5 w 57"/>
                    <a:gd name="T11" fmla="*/ 60 h 75"/>
                    <a:gd name="T12" fmla="*/ 6 w 57"/>
                    <a:gd name="T13" fmla="*/ 46 h 75"/>
                    <a:gd name="T14" fmla="*/ 27 w 57"/>
                    <a:gd name="T15" fmla="*/ 26 h 75"/>
                    <a:gd name="T16" fmla="*/ 40 w 57"/>
                    <a:gd name="T17" fmla="*/ 10 h 75"/>
                    <a:gd name="T18" fmla="*/ 41 w 57"/>
                    <a:gd name="T19" fmla="*/ 6 h 75"/>
                    <a:gd name="T20" fmla="*/ 45 w 57"/>
                    <a:gd name="T21" fmla="*/ 0 h 75"/>
                    <a:gd name="T22" fmla="*/ 53 w 57"/>
                    <a:gd name="T23" fmla="*/ 3 h 75"/>
                    <a:gd name="T24" fmla="*/ 53 w 57"/>
                    <a:gd name="T25" fmla="*/ 20 h 75"/>
                    <a:gd name="T26" fmla="*/ 37 w 57"/>
                    <a:gd name="T27" fmla="*/ 38 h 75"/>
                    <a:gd name="T28" fmla="*/ 49 w 57"/>
                    <a:gd name="T29" fmla="*/ 74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7" h="75">
                      <a:moveTo>
                        <a:pt x="49" y="74"/>
                      </a:moveTo>
                      <a:cubicBezTo>
                        <a:pt x="43" y="75"/>
                        <a:pt x="41" y="72"/>
                        <a:pt x="40" y="67"/>
                      </a:cubicBezTo>
                      <a:cubicBezTo>
                        <a:pt x="38" y="61"/>
                        <a:pt x="35" y="54"/>
                        <a:pt x="33" y="48"/>
                      </a:cubicBezTo>
                      <a:cubicBezTo>
                        <a:pt x="32" y="45"/>
                        <a:pt x="30" y="44"/>
                        <a:pt x="27" y="46"/>
                      </a:cubicBezTo>
                      <a:cubicBezTo>
                        <a:pt x="22" y="51"/>
                        <a:pt x="16" y="55"/>
                        <a:pt x="11" y="60"/>
                      </a:cubicBezTo>
                      <a:cubicBezTo>
                        <a:pt x="8" y="63"/>
                        <a:pt x="7" y="62"/>
                        <a:pt x="5" y="60"/>
                      </a:cubicBezTo>
                      <a:cubicBezTo>
                        <a:pt x="0" y="54"/>
                        <a:pt x="0" y="51"/>
                        <a:pt x="6" y="46"/>
                      </a:cubicBezTo>
                      <a:cubicBezTo>
                        <a:pt x="13" y="39"/>
                        <a:pt x="20" y="33"/>
                        <a:pt x="27" y="26"/>
                      </a:cubicBezTo>
                      <a:cubicBezTo>
                        <a:pt x="32" y="21"/>
                        <a:pt x="36" y="15"/>
                        <a:pt x="40" y="10"/>
                      </a:cubicBezTo>
                      <a:cubicBezTo>
                        <a:pt x="40" y="9"/>
                        <a:pt x="41" y="7"/>
                        <a:pt x="41" y="6"/>
                      </a:cubicBezTo>
                      <a:cubicBezTo>
                        <a:pt x="40" y="3"/>
                        <a:pt x="42" y="0"/>
                        <a:pt x="45" y="0"/>
                      </a:cubicBezTo>
                      <a:cubicBezTo>
                        <a:pt x="48" y="0"/>
                        <a:pt x="51" y="1"/>
                        <a:pt x="53" y="3"/>
                      </a:cubicBezTo>
                      <a:cubicBezTo>
                        <a:pt x="57" y="6"/>
                        <a:pt x="57" y="16"/>
                        <a:pt x="53" y="20"/>
                      </a:cubicBezTo>
                      <a:cubicBezTo>
                        <a:pt x="48" y="26"/>
                        <a:pt x="42" y="32"/>
                        <a:pt x="37" y="38"/>
                      </a:cubicBezTo>
                      <a:cubicBezTo>
                        <a:pt x="44" y="49"/>
                        <a:pt x="49" y="61"/>
                        <a:pt x="49" y="7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6" name="Freeform 19">
                  <a:extLst>
                    <a:ext uri="{FF2B5EF4-FFF2-40B4-BE49-F238E27FC236}">
                      <a16:creationId xmlns:a16="http://schemas.microsoft.com/office/drawing/2014/main" id="{B78F413E-1D51-491F-A6EC-02810949F837}"/>
                    </a:ext>
                  </a:extLst>
                </p:cNvPr>
                <p:cNvSpPr>
                  <a:spLocks/>
                </p:cNvSpPr>
                <p:nvPr/>
              </p:nvSpPr>
              <p:spPr bwMode="auto">
                <a:xfrm>
                  <a:off x="6186488" y="3009901"/>
                  <a:ext cx="123825" cy="234950"/>
                </a:xfrm>
                <a:custGeom>
                  <a:avLst/>
                  <a:gdLst>
                    <a:gd name="T0" fmla="*/ 12 w 29"/>
                    <a:gd name="T1" fmla="*/ 30 h 55"/>
                    <a:gd name="T2" fmla="*/ 20 w 29"/>
                    <a:gd name="T3" fmla="*/ 7 h 55"/>
                    <a:gd name="T4" fmla="*/ 25 w 29"/>
                    <a:gd name="T5" fmla="*/ 1 h 55"/>
                    <a:gd name="T6" fmla="*/ 26 w 29"/>
                    <a:gd name="T7" fmla="*/ 9 h 55"/>
                    <a:gd name="T8" fmla="*/ 16 w 29"/>
                    <a:gd name="T9" fmla="*/ 39 h 55"/>
                    <a:gd name="T10" fmla="*/ 13 w 29"/>
                    <a:gd name="T11" fmla="*/ 52 h 55"/>
                    <a:gd name="T12" fmla="*/ 7 w 29"/>
                    <a:gd name="T13" fmla="*/ 54 h 55"/>
                    <a:gd name="T14" fmla="*/ 2 w 29"/>
                    <a:gd name="T15" fmla="*/ 41 h 55"/>
                    <a:gd name="T16" fmla="*/ 3 w 29"/>
                    <a:gd name="T17" fmla="*/ 32 h 55"/>
                    <a:gd name="T18" fmla="*/ 2 w 29"/>
                    <a:gd name="T19" fmla="*/ 6 h 55"/>
                    <a:gd name="T20" fmla="*/ 6 w 29"/>
                    <a:gd name="T21" fmla="*/ 5 h 55"/>
                    <a:gd name="T22" fmla="*/ 10 w 29"/>
                    <a:gd name="T23" fmla="*/ 14 h 55"/>
                    <a:gd name="T24" fmla="*/ 11 w 29"/>
                    <a:gd name="T25" fmla="*/ 30 h 55"/>
                    <a:gd name="T26" fmla="*/ 12 w 29"/>
                    <a:gd name="T27" fmla="*/ 3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55">
                      <a:moveTo>
                        <a:pt x="12" y="30"/>
                      </a:moveTo>
                      <a:cubicBezTo>
                        <a:pt x="15" y="23"/>
                        <a:pt x="17" y="15"/>
                        <a:pt x="20" y="7"/>
                      </a:cubicBezTo>
                      <a:cubicBezTo>
                        <a:pt x="21" y="5"/>
                        <a:pt x="21" y="0"/>
                        <a:pt x="25" y="1"/>
                      </a:cubicBezTo>
                      <a:cubicBezTo>
                        <a:pt x="29" y="2"/>
                        <a:pt x="27" y="6"/>
                        <a:pt x="26" y="9"/>
                      </a:cubicBezTo>
                      <a:cubicBezTo>
                        <a:pt x="23" y="19"/>
                        <a:pt x="19" y="29"/>
                        <a:pt x="16" y="39"/>
                      </a:cubicBezTo>
                      <a:cubicBezTo>
                        <a:pt x="15" y="43"/>
                        <a:pt x="14" y="48"/>
                        <a:pt x="13" y="52"/>
                      </a:cubicBezTo>
                      <a:cubicBezTo>
                        <a:pt x="12" y="55"/>
                        <a:pt x="10" y="55"/>
                        <a:pt x="7" y="54"/>
                      </a:cubicBezTo>
                      <a:cubicBezTo>
                        <a:pt x="1" y="50"/>
                        <a:pt x="0" y="49"/>
                        <a:pt x="2" y="41"/>
                      </a:cubicBezTo>
                      <a:cubicBezTo>
                        <a:pt x="3" y="38"/>
                        <a:pt x="3" y="35"/>
                        <a:pt x="3" y="32"/>
                      </a:cubicBezTo>
                      <a:cubicBezTo>
                        <a:pt x="3" y="23"/>
                        <a:pt x="2" y="15"/>
                        <a:pt x="2" y="6"/>
                      </a:cubicBezTo>
                      <a:cubicBezTo>
                        <a:pt x="2" y="3"/>
                        <a:pt x="5" y="3"/>
                        <a:pt x="6" y="5"/>
                      </a:cubicBezTo>
                      <a:cubicBezTo>
                        <a:pt x="8" y="7"/>
                        <a:pt x="10" y="11"/>
                        <a:pt x="10" y="14"/>
                      </a:cubicBezTo>
                      <a:cubicBezTo>
                        <a:pt x="11" y="19"/>
                        <a:pt x="11" y="25"/>
                        <a:pt x="11" y="30"/>
                      </a:cubicBezTo>
                      <a:cubicBezTo>
                        <a:pt x="11" y="30"/>
                        <a:pt x="12" y="30"/>
                        <a:pt x="12"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7" name="Freeform 20">
                  <a:extLst>
                    <a:ext uri="{FF2B5EF4-FFF2-40B4-BE49-F238E27FC236}">
                      <a16:creationId xmlns:a16="http://schemas.microsoft.com/office/drawing/2014/main" id="{28D425C4-CE02-4413-BBE1-2E9FA0CC0E90}"/>
                    </a:ext>
                  </a:extLst>
                </p:cNvPr>
                <p:cNvSpPr>
                  <a:spLocks/>
                </p:cNvSpPr>
                <p:nvPr/>
              </p:nvSpPr>
              <p:spPr bwMode="auto">
                <a:xfrm>
                  <a:off x="6259513" y="2933701"/>
                  <a:ext cx="114300" cy="73025"/>
                </a:xfrm>
                <a:custGeom>
                  <a:avLst/>
                  <a:gdLst>
                    <a:gd name="T0" fmla="*/ 27 w 27"/>
                    <a:gd name="T1" fmla="*/ 1 h 17"/>
                    <a:gd name="T2" fmla="*/ 16 w 27"/>
                    <a:gd name="T3" fmla="*/ 14 h 17"/>
                    <a:gd name="T4" fmla="*/ 5 w 27"/>
                    <a:gd name="T5" fmla="*/ 13 h 17"/>
                    <a:gd name="T6" fmla="*/ 0 w 27"/>
                    <a:gd name="T7" fmla="*/ 4 h 17"/>
                    <a:gd name="T8" fmla="*/ 9 w 27"/>
                    <a:gd name="T9" fmla="*/ 2 h 17"/>
                    <a:gd name="T10" fmla="*/ 27 w 27"/>
                    <a:gd name="T11" fmla="*/ 0 h 17"/>
                    <a:gd name="T12" fmla="*/ 27 w 27"/>
                    <a:gd name="T13" fmla="*/ 1 h 17"/>
                  </a:gdLst>
                  <a:ahLst/>
                  <a:cxnLst>
                    <a:cxn ang="0">
                      <a:pos x="T0" y="T1"/>
                    </a:cxn>
                    <a:cxn ang="0">
                      <a:pos x="T2" y="T3"/>
                    </a:cxn>
                    <a:cxn ang="0">
                      <a:pos x="T4" y="T5"/>
                    </a:cxn>
                    <a:cxn ang="0">
                      <a:pos x="T6" y="T7"/>
                    </a:cxn>
                    <a:cxn ang="0">
                      <a:pos x="T8" y="T9"/>
                    </a:cxn>
                    <a:cxn ang="0">
                      <a:pos x="T10" y="T11"/>
                    </a:cxn>
                    <a:cxn ang="0">
                      <a:pos x="T12" y="T13"/>
                    </a:cxn>
                  </a:cxnLst>
                  <a:rect l="0" t="0" r="r" b="b"/>
                  <a:pathLst>
                    <a:path w="27" h="17">
                      <a:moveTo>
                        <a:pt x="27" y="1"/>
                      </a:moveTo>
                      <a:cubicBezTo>
                        <a:pt x="24" y="6"/>
                        <a:pt x="20" y="10"/>
                        <a:pt x="16" y="14"/>
                      </a:cubicBezTo>
                      <a:cubicBezTo>
                        <a:pt x="14" y="17"/>
                        <a:pt x="8" y="16"/>
                        <a:pt x="5" y="13"/>
                      </a:cubicBezTo>
                      <a:cubicBezTo>
                        <a:pt x="3" y="10"/>
                        <a:pt x="1" y="7"/>
                        <a:pt x="0" y="4"/>
                      </a:cubicBezTo>
                      <a:cubicBezTo>
                        <a:pt x="3" y="3"/>
                        <a:pt x="6" y="2"/>
                        <a:pt x="9" y="2"/>
                      </a:cubicBezTo>
                      <a:cubicBezTo>
                        <a:pt x="15" y="1"/>
                        <a:pt x="21" y="1"/>
                        <a:pt x="27" y="0"/>
                      </a:cubicBezTo>
                      <a:cubicBezTo>
                        <a:pt x="27" y="1"/>
                        <a:pt x="27" y="1"/>
                        <a:pt x="2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22" name="组合 21"/>
              <p:cNvGrpSpPr/>
              <p:nvPr/>
            </p:nvGrpSpPr>
            <p:grpSpPr>
              <a:xfrm>
                <a:off x="10232762" y="3871448"/>
                <a:ext cx="405635" cy="398340"/>
                <a:chOff x="11854992" y="1994536"/>
                <a:chExt cx="405635" cy="398340"/>
              </a:xfrm>
              <a:grpFill/>
            </p:grpSpPr>
            <p:sp>
              <p:nvSpPr>
                <p:cNvPr id="23" name="Freeform 11">
                  <a:extLst>
                    <a:ext uri="{FF2B5EF4-FFF2-40B4-BE49-F238E27FC236}">
                      <a16:creationId xmlns:a16="http://schemas.microsoft.com/office/drawing/2014/main" id="{9E7CBDC3-9BA0-4307-8967-3267E5966ED9}"/>
                    </a:ext>
                  </a:extLst>
                </p:cNvPr>
                <p:cNvSpPr>
                  <a:spLocks noEditPoints="1"/>
                </p:cNvSpPr>
                <p:nvPr/>
              </p:nvSpPr>
              <p:spPr bwMode="auto">
                <a:xfrm>
                  <a:off x="11976099" y="1994536"/>
                  <a:ext cx="284528" cy="398340"/>
                </a:xfrm>
                <a:custGeom>
                  <a:avLst/>
                  <a:gdLst>
                    <a:gd name="T0" fmla="*/ 29 w 72"/>
                    <a:gd name="T1" fmla="*/ 49 h 102"/>
                    <a:gd name="T2" fmla="*/ 15 w 72"/>
                    <a:gd name="T3" fmla="*/ 43 h 102"/>
                    <a:gd name="T4" fmla="*/ 10 w 72"/>
                    <a:gd name="T5" fmla="*/ 21 h 102"/>
                    <a:gd name="T6" fmla="*/ 13 w 72"/>
                    <a:gd name="T7" fmla="*/ 15 h 102"/>
                    <a:gd name="T8" fmla="*/ 19 w 72"/>
                    <a:gd name="T9" fmla="*/ 18 h 102"/>
                    <a:gd name="T10" fmla="*/ 20 w 72"/>
                    <a:gd name="T11" fmla="*/ 26 h 102"/>
                    <a:gd name="T12" fmla="*/ 35 w 72"/>
                    <a:gd name="T13" fmla="*/ 22 h 102"/>
                    <a:gd name="T14" fmla="*/ 40 w 72"/>
                    <a:gd name="T15" fmla="*/ 16 h 102"/>
                    <a:gd name="T16" fmla="*/ 43 w 72"/>
                    <a:gd name="T17" fmla="*/ 14 h 102"/>
                    <a:gd name="T18" fmla="*/ 44 w 72"/>
                    <a:gd name="T19" fmla="*/ 19 h 102"/>
                    <a:gd name="T20" fmla="*/ 43 w 72"/>
                    <a:gd name="T21" fmla="*/ 28 h 102"/>
                    <a:gd name="T22" fmla="*/ 36 w 72"/>
                    <a:gd name="T23" fmla="*/ 40 h 102"/>
                    <a:gd name="T24" fmla="*/ 37 w 72"/>
                    <a:gd name="T25" fmla="*/ 42 h 102"/>
                    <a:gd name="T26" fmla="*/ 44 w 72"/>
                    <a:gd name="T27" fmla="*/ 38 h 102"/>
                    <a:gd name="T28" fmla="*/ 56 w 72"/>
                    <a:gd name="T29" fmla="*/ 20 h 102"/>
                    <a:gd name="T30" fmla="*/ 49 w 72"/>
                    <a:gd name="T31" fmla="*/ 9 h 102"/>
                    <a:gd name="T32" fmla="*/ 28 w 72"/>
                    <a:gd name="T33" fmla="*/ 14 h 102"/>
                    <a:gd name="T34" fmla="*/ 20 w 72"/>
                    <a:gd name="T35" fmla="*/ 13 h 102"/>
                    <a:gd name="T36" fmla="*/ 22 w 72"/>
                    <a:gd name="T37" fmla="*/ 6 h 102"/>
                    <a:gd name="T38" fmla="*/ 50 w 72"/>
                    <a:gd name="T39" fmla="*/ 1 h 102"/>
                    <a:gd name="T40" fmla="*/ 68 w 72"/>
                    <a:gd name="T41" fmla="*/ 12 h 102"/>
                    <a:gd name="T42" fmla="*/ 67 w 72"/>
                    <a:gd name="T43" fmla="*/ 24 h 102"/>
                    <a:gd name="T44" fmla="*/ 49 w 72"/>
                    <a:gd name="T45" fmla="*/ 48 h 102"/>
                    <a:gd name="T46" fmla="*/ 42 w 72"/>
                    <a:gd name="T47" fmla="*/ 49 h 102"/>
                    <a:gd name="T48" fmla="*/ 37 w 72"/>
                    <a:gd name="T49" fmla="*/ 47 h 102"/>
                    <a:gd name="T50" fmla="*/ 35 w 72"/>
                    <a:gd name="T51" fmla="*/ 52 h 102"/>
                    <a:gd name="T52" fmla="*/ 41 w 72"/>
                    <a:gd name="T53" fmla="*/ 58 h 102"/>
                    <a:gd name="T54" fmla="*/ 48 w 72"/>
                    <a:gd name="T55" fmla="*/ 57 h 102"/>
                    <a:gd name="T56" fmla="*/ 53 w 72"/>
                    <a:gd name="T57" fmla="*/ 59 h 102"/>
                    <a:gd name="T58" fmla="*/ 53 w 72"/>
                    <a:gd name="T59" fmla="*/ 66 h 102"/>
                    <a:gd name="T60" fmla="*/ 48 w 72"/>
                    <a:gd name="T61" fmla="*/ 70 h 102"/>
                    <a:gd name="T62" fmla="*/ 37 w 72"/>
                    <a:gd name="T63" fmla="*/ 81 h 102"/>
                    <a:gd name="T64" fmla="*/ 45 w 72"/>
                    <a:gd name="T65" fmla="*/ 81 h 102"/>
                    <a:gd name="T66" fmla="*/ 57 w 72"/>
                    <a:gd name="T67" fmla="*/ 89 h 102"/>
                    <a:gd name="T68" fmla="*/ 51 w 72"/>
                    <a:gd name="T69" fmla="*/ 98 h 102"/>
                    <a:gd name="T70" fmla="*/ 26 w 72"/>
                    <a:gd name="T71" fmla="*/ 101 h 102"/>
                    <a:gd name="T72" fmla="*/ 17 w 72"/>
                    <a:gd name="T73" fmla="*/ 96 h 102"/>
                    <a:gd name="T74" fmla="*/ 15 w 72"/>
                    <a:gd name="T75" fmla="*/ 94 h 102"/>
                    <a:gd name="T76" fmla="*/ 19 w 72"/>
                    <a:gd name="T77" fmla="*/ 77 h 102"/>
                    <a:gd name="T78" fmla="*/ 27 w 72"/>
                    <a:gd name="T79" fmla="*/ 70 h 102"/>
                    <a:gd name="T80" fmla="*/ 27 w 72"/>
                    <a:gd name="T81" fmla="*/ 69 h 102"/>
                    <a:gd name="T82" fmla="*/ 21 w 72"/>
                    <a:gd name="T83" fmla="*/ 71 h 102"/>
                    <a:gd name="T84" fmla="*/ 9 w 72"/>
                    <a:gd name="T85" fmla="*/ 76 h 102"/>
                    <a:gd name="T86" fmla="*/ 3 w 72"/>
                    <a:gd name="T87" fmla="*/ 75 h 102"/>
                    <a:gd name="T88" fmla="*/ 4 w 72"/>
                    <a:gd name="T89" fmla="*/ 69 h 102"/>
                    <a:gd name="T90" fmla="*/ 26 w 72"/>
                    <a:gd name="T91" fmla="*/ 60 h 102"/>
                    <a:gd name="T92" fmla="*/ 28 w 72"/>
                    <a:gd name="T93" fmla="*/ 57 h 102"/>
                    <a:gd name="T94" fmla="*/ 29 w 72"/>
                    <a:gd name="T95" fmla="*/ 49 h 102"/>
                    <a:gd name="T96" fmla="*/ 34 w 72"/>
                    <a:gd name="T97" fmla="*/ 29 h 102"/>
                    <a:gd name="T98" fmla="*/ 33 w 72"/>
                    <a:gd name="T99" fmla="*/ 28 h 102"/>
                    <a:gd name="T100" fmla="*/ 26 w 72"/>
                    <a:gd name="T101" fmla="*/ 32 h 102"/>
                    <a:gd name="T102" fmla="*/ 23 w 72"/>
                    <a:gd name="T103" fmla="*/ 36 h 102"/>
                    <a:gd name="T104" fmla="*/ 26 w 72"/>
                    <a:gd name="T105" fmla="*/ 42 h 102"/>
                    <a:gd name="T106" fmla="*/ 31 w 72"/>
                    <a:gd name="T107" fmla="*/ 40 h 102"/>
                    <a:gd name="T108" fmla="*/ 34 w 72"/>
                    <a:gd name="T109" fmla="*/ 29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2" h="102">
                      <a:moveTo>
                        <a:pt x="29" y="49"/>
                      </a:moveTo>
                      <a:cubicBezTo>
                        <a:pt x="19" y="52"/>
                        <a:pt x="18" y="52"/>
                        <a:pt x="15" y="43"/>
                      </a:cubicBezTo>
                      <a:cubicBezTo>
                        <a:pt x="13" y="36"/>
                        <a:pt x="11" y="28"/>
                        <a:pt x="10" y="21"/>
                      </a:cubicBezTo>
                      <a:cubicBezTo>
                        <a:pt x="9" y="19"/>
                        <a:pt x="11" y="16"/>
                        <a:pt x="13" y="15"/>
                      </a:cubicBezTo>
                      <a:cubicBezTo>
                        <a:pt x="16" y="13"/>
                        <a:pt x="18" y="16"/>
                        <a:pt x="19" y="18"/>
                      </a:cubicBezTo>
                      <a:cubicBezTo>
                        <a:pt x="19" y="21"/>
                        <a:pt x="20" y="23"/>
                        <a:pt x="20" y="26"/>
                      </a:cubicBezTo>
                      <a:cubicBezTo>
                        <a:pt x="26" y="25"/>
                        <a:pt x="31" y="24"/>
                        <a:pt x="35" y="22"/>
                      </a:cubicBezTo>
                      <a:cubicBezTo>
                        <a:pt x="37" y="21"/>
                        <a:pt x="38" y="18"/>
                        <a:pt x="40" y="16"/>
                      </a:cubicBezTo>
                      <a:cubicBezTo>
                        <a:pt x="41" y="15"/>
                        <a:pt x="42" y="14"/>
                        <a:pt x="43" y="14"/>
                      </a:cubicBezTo>
                      <a:cubicBezTo>
                        <a:pt x="44" y="15"/>
                        <a:pt x="44" y="17"/>
                        <a:pt x="44" y="19"/>
                      </a:cubicBezTo>
                      <a:cubicBezTo>
                        <a:pt x="44" y="22"/>
                        <a:pt x="43" y="25"/>
                        <a:pt x="43" y="28"/>
                      </a:cubicBezTo>
                      <a:cubicBezTo>
                        <a:pt x="37" y="29"/>
                        <a:pt x="39" y="36"/>
                        <a:pt x="36" y="40"/>
                      </a:cubicBezTo>
                      <a:cubicBezTo>
                        <a:pt x="36" y="41"/>
                        <a:pt x="37" y="41"/>
                        <a:pt x="37" y="42"/>
                      </a:cubicBezTo>
                      <a:cubicBezTo>
                        <a:pt x="39" y="41"/>
                        <a:pt x="42" y="40"/>
                        <a:pt x="44" y="38"/>
                      </a:cubicBezTo>
                      <a:cubicBezTo>
                        <a:pt x="48" y="32"/>
                        <a:pt x="52" y="26"/>
                        <a:pt x="56" y="20"/>
                      </a:cubicBezTo>
                      <a:cubicBezTo>
                        <a:pt x="59" y="15"/>
                        <a:pt x="56" y="9"/>
                        <a:pt x="49" y="9"/>
                      </a:cubicBezTo>
                      <a:cubicBezTo>
                        <a:pt x="42" y="8"/>
                        <a:pt x="34" y="10"/>
                        <a:pt x="28" y="14"/>
                      </a:cubicBezTo>
                      <a:cubicBezTo>
                        <a:pt x="25" y="16"/>
                        <a:pt x="22" y="15"/>
                        <a:pt x="20" y="13"/>
                      </a:cubicBezTo>
                      <a:cubicBezTo>
                        <a:pt x="17" y="9"/>
                        <a:pt x="17" y="7"/>
                        <a:pt x="22" y="6"/>
                      </a:cubicBezTo>
                      <a:cubicBezTo>
                        <a:pt x="31" y="3"/>
                        <a:pt x="40" y="0"/>
                        <a:pt x="50" y="1"/>
                      </a:cubicBezTo>
                      <a:cubicBezTo>
                        <a:pt x="58" y="1"/>
                        <a:pt x="63" y="7"/>
                        <a:pt x="68" y="12"/>
                      </a:cubicBezTo>
                      <a:cubicBezTo>
                        <a:pt x="72" y="15"/>
                        <a:pt x="70" y="20"/>
                        <a:pt x="67" y="24"/>
                      </a:cubicBezTo>
                      <a:cubicBezTo>
                        <a:pt x="61" y="32"/>
                        <a:pt x="55" y="40"/>
                        <a:pt x="49" y="48"/>
                      </a:cubicBezTo>
                      <a:cubicBezTo>
                        <a:pt x="47" y="51"/>
                        <a:pt x="45" y="52"/>
                        <a:pt x="42" y="49"/>
                      </a:cubicBezTo>
                      <a:cubicBezTo>
                        <a:pt x="41" y="48"/>
                        <a:pt x="38" y="47"/>
                        <a:pt x="37" y="47"/>
                      </a:cubicBezTo>
                      <a:cubicBezTo>
                        <a:pt x="36" y="48"/>
                        <a:pt x="35" y="50"/>
                        <a:pt x="35" y="52"/>
                      </a:cubicBezTo>
                      <a:cubicBezTo>
                        <a:pt x="34" y="59"/>
                        <a:pt x="34" y="59"/>
                        <a:pt x="41" y="58"/>
                      </a:cubicBezTo>
                      <a:cubicBezTo>
                        <a:pt x="43" y="57"/>
                        <a:pt x="46" y="56"/>
                        <a:pt x="48" y="57"/>
                      </a:cubicBezTo>
                      <a:cubicBezTo>
                        <a:pt x="50" y="57"/>
                        <a:pt x="53" y="58"/>
                        <a:pt x="53" y="59"/>
                      </a:cubicBezTo>
                      <a:cubicBezTo>
                        <a:pt x="54" y="61"/>
                        <a:pt x="54" y="64"/>
                        <a:pt x="53" y="66"/>
                      </a:cubicBezTo>
                      <a:cubicBezTo>
                        <a:pt x="52" y="68"/>
                        <a:pt x="50" y="69"/>
                        <a:pt x="48" y="70"/>
                      </a:cubicBezTo>
                      <a:cubicBezTo>
                        <a:pt x="44" y="73"/>
                        <a:pt x="39" y="75"/>
                        <a:pt x="37" y="81"/>
                      </a:cubicBezTo>
                      <a:cubicBezTo>
                        <a:pt x="40" y="81"/>
                        <a:pt x="43" y="81"/>
                        <a:pt x="45" y="81"/>
                      </a:cubicBezTo>
                      <a:cubicBezTo>
                        <a:pt x="51" y="81"/>
                        <a:pt x="56" y="84"/>
                        <a:pt x="57" y="89"/>
                      </a:cubicBezTo>
                      <a:cubicBezTo>
                        <a:pt x="58" y="93"/>
                        <a:pt x="55" y="97"/>
                        <a:pt x="51" y="98"/>
                      </a:cubicBezTo>
                      <a:cubicBezTo>
                        <a:pt x="43" y="99"/>
                        <a:pt x="35" y="100"/>
                        <a:pt x="26" y="101"/>
                      </a:cubicBezTo>
                      <a:cubicBezTo>
                        <a:pt x="22" y="102"/>
                        <a:pt x="19" y="100"/>
                        <a:pt x="17" y="96"/>
                      </a:cubicBezTo>
                      <a:cubicBezTo>
                        <a:pt x="16" y="96"/>
                        <a:pt x="16" y="95"/>
                        <a:pt x="15" y="94"/>
                      </a:cubicBezTo>
                      <a:cubicBezTo>
                        <a:pt x="11" y="84"/>
                        <a:pt x="11" y="84"/>
                        <a:pt x="19" y="77"/>
                      </a:cubicBezTo>
                      <a:cubicBezTo>
                        <a:pt x="22" y="75"/>
                        <a:pt x="24" y="72"/>
                        <a:pt x="27" y="70"/>
                      </a:cubicBezTo>
                      <a:cubicBezTo>
                        <a:pt x="27" y="70"/>
                        <a:pt x="27" y="69"/>
                        <a:pt x="27" y="69"/>
                      </a:cubicBezTo>
                      <a:cubicBezTo>
                        <a:pt x="25" y="69"/>
                        <a:pt x="23" y="70"/>
                        <a:pt x="21" y="71"/>
                      </a:cubicBezTo>
                      <a:cubicBezTo>
                        <a:pt x="17" y="72"/>
                        <a:pt x="13" y="74"/>
                        <a:pt x="9" y="76"/>
                      </a:cubicBezTo>
                      <a:cubicBezTo>
                        <a:pt x="7" y="76"/>
                        <a:pt x="5" y="76"/>
                        <a:pt x="3" y="75"/>
                      </a:cubicBezTo>
                      <a:cubicBezTo>
                        <a:pt x="0" y="72"/>
                        <a:pt x="0" y="71"/>
                        <a:pt x="4" y="69"/>
                      </a:cubicBezTo>
                      <a:cubicBezTo>
                        <a:pt x="12" y="66"/>
                        <a:pt x="19" y="63"/>
                        <a:pt x="26" y="60"/>
                      </a:cubicBezTo>
                      <a:cubicBezTo>
                        <a:pt x="27" y="60"/>
                        <a:pt x="28" y="58"/>
                        <a:pt x="28" y="57"/>
                      </a:cubicBezTo>
                      <a:cubicBezTo>
                        <a:pt x="29" y="55"/>
                        <a:pt x="29" y="52"/>
                        <a:pt x="29" y="49"/>
                      </a:cubicBezTo>
                      <a:close/>
                      <a:moveTo>
                        <a:pt x="34" y="29"/>
                      </a:moveTo>
                      <a:cubicBezTo>
                        <a:pt x="34" y="29"/>
                        <a:pt x="34" y="29"/>
                        <a:pt x="33" y="28"/>
                      </a:cubicBezTo>
                      <a:cubicBezTo>
                        <a:pt x="31" y="29"/>
                        <a:pt x="28" y="30"/>
                        <a:pt x="26" y="32"/>
                      </a:cubicBezTo>
                      <a:cubicBezTo>
                        <a:pt x="24" y="32"/>
                        <a:pt x="22" y="34"/>
                        <a:pt x="23" y="36"/>
                      </a:cubicBezTo>
                      <a:cubicBezTo>
                        <a:pt x="23" y="38"/>
                        <a:pt x="25" y="40"/>
                        <a:pt x="26" y="42"/>
                      </a:cubicBezTo>
                      <a:cubicBezTo>
                        <a:pt x="27" y="42"/>
                        <a:pt x="30" y="41"/>
                        <a:pt x="31" y="40"/>
                      </a:cubicBezTo>
                      <a:cubicBezTo>
                        <a:pt x="32" y="37"/>
                        <a:pt x="33" y="33"/>
                        <a:pt x="34" y="29"/>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4" name="Freeform 12">
                  <a:extLst>
                    <a:ext uri="{FF2B5EF4-FFF2-40B4-BE49-F238E27FC236}">
                      <a16:creationId xmlns:a16="http://schemas.microsoft.com/office/drawing/2014/main" id="{D88D9717-3185-4A77-8E18-2A8659D441F7}"/>
                    </a:ext>
                  </a:extLst>
                </p:cNvPr>
                <p:cNvSpPr>
                  <a:spLocks/>
                </p:cNvSpPr>
                <p:nvPr/>
              </p:nvSpPr>
              <p:spPr bwMode="auto">
                <a:xfrm>
                  <a:off x="11854992" y="2009127"/>
                  <a:ext cx="153208" cy="383749"/>
                </a:xfrm>
                <a:custGeom>
                  <a:avLst/>
                  <a:gdLst>
                    <a:gd name="T0" fmla="*/ 30 w 39"/>
                    <a:gd name="T1" fmla="*/ 44 h 98"/>
                    <a:gd name="T2" fmla="*/ 36 w 39"/>
                    <a:gd name="T3" fmla="*/ 34 h 98"/>
                    <a:gd name="T4" fmla="*/ 37 w 39"/>
                    <a:gd name="T5" fmla="*/ 51 h 98"/>
                    <a:gd name="T6" fmla="*/ 25 w 39"/>
                    <a:gd name="T7" fmla="*/ 82 h 98"/>
                    <a:gd name="T8" fmla="*/ 21 w 39"/>
                    <a:gd name="T9" fmla="*/ 98 h 98"/>
                    <a:gd name="T10" fmla="*/ 13 w 39"/>
                    <a:gd name="T11" fmla="*/ 96 h 98"/>
                    <a:gd name="T12" fmla="*/ 5 w 39"/>
                    <a:gd name="T13" fmla="*/ 83 h 98"/>
                    <a:gd name="T14" fmla="*/ 11 w 39"/>
                    <a:gd name="T15" fmla="*/ 62 h 98"/>
                    <a:gd name="T16" fmla="*/ 9 w 39"/>
                    <a:gd name="T17" fmla="*/ 43 h 98"/>
                    <a:gd name="T18" fmla="*/ 12 w 39"/>
                    <a:gd name="T19" fmla="*/ 38 h 98"/>
                    <a:gd name="T20" fmla="*/ 18 w 39"/>
                    <a:gd name="T21" fmla="*/ 33 h 98"/>
                    <a:gd name="T22" fmla="*/ 23 w 39"/>
                    <a:gd name="T23" fmla="*/ 12 h 98"/>
                    <a:gd name="T24" fmla="*/ 11 w 39"/>
                    <a:gd name="T25" fmla="*/ 16 h 98"/>
                    <a:gd name="T26" fmla="*/ 2 w 39"/>
                    <a:gd name="T27" fmla="*/ 16 h 98"/>
                    <a:gd name="T28" fmla="*/ 0 w 39"/>
                    <a:gd name="T29" fmla="*/ 12 h 98"/>
                    <a:gd name="T30" fmla="*/ 3 w 39"/>
                    <a:gd name="T31" fmla="*/ 10 h 98"/>
                    <a:gd name="T32" fmla="*/ 16 w 39"/>
                    <a:gd name="T33" fmla="*/ 7 h 98"/>
                    <a:gd name="T34" fmla="*/ 26 w 39"/>
                    <a:gd name="T35" fmla="*/ 2 h 98"/>
                    <a:gd name="T36" fmla="*/ 32 w 39"/>
                    <a:gd name="T37" fmla="*/ 1 h 98"/>
                    <a:gd name="T38" fmla="*/ 35 w 39"/>
                    <a:gd name="T39" fmla="*/ 9 h 98"/>
                    <a:gd name="T40" fmla="*/ 34 w 39"/>
                    <a:gd name="T41" fmla="*/ 11 h 98"/>
                    <a:gd name="T42" fmla="*/ 27 w 39"/>
                    <a:gd name="T43" fmla="*/ 38 h 98"/>
                    <a:gd name="T44" fmla="*/ 28 w 39"/>
                    <a:gd name="T45" fmla="*/ 44 h 98"/>
                    <a:gd name="T46" fmla="*/ 30 w 39"/>
                    <a:gd name="T47" fmla="*/ 44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9" h="98">
                      <a:moveTo>
                        <a:pt x="30" y="44"/>
                      </a:moveTo>
                      <a:cubicBezTo>
                        <a:pt x="32" y="41"/>
                        <a:pt x="34" y="38"/>
                        <a:pt x="36" y="34"/>
                      </a:cubicBezTo>
                      <a:cubicBezTo>
                        <a:pt x="37" y="40"/>
                        <a:pt x="39" y="45"/>
                        <a:pt x="37" y="51"/>
                      </a:cubicBezTo>
                      <a:cubicBezTo>
                        <a:pt x="33" y="61"/>
                        <a:pt x="29" y="72"/>
                        <a:pt x="25" y="82"/>
                      </a:cubicBezTo>
                      <a:cubicBezTo>
                        <a:pt x="23" y="87"/>
                        <a:pt x="23" y="92"/>
                        <a:pt x="21" y="98"/>
                      </a:cubicBezTo>
                      <a:cubicBezTo>
                        <a:pt x="18" y="97"/>
                        <a:pt x="15" y="97"/>
                        <a:pt x="13" y="96"/>
                      </a:cubicBezTo>
                      <a:cubicBezTo>
                        <a:pt x="7" y="94"/>
                        <a:pt x="3" y="89"/>
                        <a:pt x="5" y="83"/>
                      </a:cubicBezTo>
                      <a:cubicBezTo>
                        <a:pt x="7" y="76"/>
                        <a:pt x="9" y="69"/>
                        <a:pt x="11" y="62"/>
                      </a:cubicBezTo>
                      <a:cubicBezTo>
                        <a:pt x="13" y="56"/>
                        <a:pt x="14" y="49"/>
                        <a:pt x="9" y="43"/>
                      </a:cubicBezTo>
                      <a:cubicBezTo>
                        <a:pt x="7" y="39"/>
                        <a:pt x="9" y="38"/>
                        <a:pt x="12" y="38"/>
                      </a:cubicBezTo>
                      <a:cubicBezTo>
                        <a:pt x="17" y="39"/>
                        <a:pt x="17" y="37"/>
                        <a:pt x="18" y="33"/>
                      </a:cubicBezTo>
                      <a:cubicBezTo>
                        <a:pt x="19" y="26"/>
                        <a:pt x="21" y="20"/>
                        <a:pt x="23" y="12"/>
                      </a:cubicBezTo>
                      <a:cubicBezTo>
                        <a:pt x="19" y="13"/>
                        <a:pt x="15" y="15"/>
                        <a:pt x="11" y="16"/>
                      </a:cubicBezTo>
                      <a:cubicBezTo>
                        <a:pt x="8" y="17"/>
                        <a:pt x="5" y="16"/>
                        <a:pt x="2" y="16"/>
                      </a:cubicBezTo>
                      <a:cubicBezTo>
                        <a:pt x="1" y="15"/>
                        <a:pt x="0" y="13"/>
                        <a:pt x="0" y="12"/>
                      </a:cubicBezTo>
                      <a:cubicBezTo>
                        <a:pt x="1" y="11"/>
                        <a:pt x="2" y="10"/>
                        <a:pt x="3" y="10"/>
                      </a:cubicBezTo>
                      <a:cubicBezTo>
                        <a:pt x="7" y="8"/>
                        <a:pt x="12" y="8"/>
                        <a:pt x="16" y="7"/>
                      </a:cubicBezTo>
                      <a:cubicBezTo>
                        <a:pt x="19" y="5"/>
                        <a:pt x="22" y="3"/>
                        <a:pt x="26" y="2"/>
                      </a:cubicBezTo>
                      <a:cubicBezTo>
                        <a:pt x="28" y="1"/>
                        <a:pt x="32" y="0"/>
                        <a:pt x="32" y="1"/>
                      </a:cubicBezTo>
                      <a:cubicBezTo>
                        <a:pt x="34" y="3"/>
                        <a:pt x="35" y="6"/>
                        <a:pt x="35" y="9"/>
                      </a:cubicBezTo>
                      <a:cubicBezTo>
                        <a:pt x="36" y="9"/>
                        <a:pt x="35" y="10"/>
                        <a:pt x="34" y="11"/>
                      </a:cubicBezTo>
                      <a:cubicBezTo>
                        <a:pt x="27" y="19"/>
                        <a:pt x="28" y="29"/>
                        <a:pt x="27" y="38"/>
                      </a:cubicBezTo>
                      <a:cubicBezTo>
                        <a:pt x="27" y="40"/>
                        <a:pt x="28" y="42"/>
                        <a:pt x="28" y="44"/>
                      </a:cubicBezTo>
                      <a:cubicBezTo>
                        <a:pt x="29" y="44"/>
                        <a:pt x="29" y="44"/>
                        <a:pt x="30" y="44"/>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grpSp>
        </p:grpSp>
      </p:grpSp>
      <p:pic>
        <p:nvPicPr>
          <p:cNvPr id="41" name="图片 40"/>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474738" y="515429"/>
            <a:ext cx="2295327" cy="504694"/>
          </a:xfrm>
          <a:prstGeom prst="rect">
            <a:avLst/>
          </a:prstGeom>
        </p:spPr>
      </p:pic>
      <p:cxnSp>
        <p:nvCxnSpPr>
          <p:cNvPr id="42" name="直接连接符 41"/>
          <p:cNvCxnSpPr/>
          <p:nvPr userDrawn="1"/>
        </p:nvCxnSpPr>
        <p:spPr>
          <a:xfrm>
            <a:off x="2927998" y="1355988"/>
            <a:ext cx="0" cy="4589842"/>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userDrawn="1"/>
        </p:nvCxnSpPr>
        <p:spPr>
          <a:xfrm>
            <a:off x="11522544" y="1400593"/>
            <a:ext cx="0" cy="4545237"/>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20633493"/>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封面样式1-尾页">
    <p:spTree>
      <p:nvGrpSpPr>
        <p:cNvPr id="1" name=""/>
        <p:cNvGrpSpPr/>
        <p:nvPr/>
      </p:nvGrpSpPr>
      <p:grpSpPr>
        <a:xfrm>
          <a:off x="0" y="0"/>
          <a:ext cx="0" cy="0"/>
          <a:chOff x="0" y="0"/>
          <a:chExt cx="0" cy="0"/>
        </a:xfrm>
      </p:grpSpPr>
      <p:pic>
        <p:nvPicPr>
          <p:cNvPr id="43" name="图片 4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4600575" y="133072"/>
            <a:ext cx="6791691" cy="6535793"/>
          </a:xfrm>
          <a:prstGeom prst="rect">
            <a:avLst/>
          </a:prstGeom>
        </p:spPr>
      </p:pic>
      <p:sp>
        <p:nvSpPr>
          <p:cNvPr id="3" name="副标题 2">
            <a:extLst>
              <a:ext uri="{FF2B5EF4-FFF2-40B4-BE49-F238E27FC236}">
                <a16:creationId xmlns:a16="http://schemas.microsoft.com/office/drawing/2014/main" id="{38ABF151-FDDE-4498-994E-B5F9476EFBE3}"/>
              </a:ext>
            </a:extLst>
          </p:cNvPr>
          <p:cNvSpPr>
            <a:spLocks noGrp="1"/>
          </p:cNvSpPr>
          <p:nvPr>
            <p:ph type="subTitle" idx="1"/>
          </p:nvPr>
        </p:nvSpPr>
        <p:spPr>
          <a:xfrm>
            <a:off x="1216315" y="3871615"/>
            <a:ext cx="7287114" cy="781876"/>
          </a:xfrm>
        </p:spPr>
        <p:txBody>
          <a:bodyPr>
            <a:normAutofit/>
          </a:bodyPr>
          <a:lstStyle>
            <a:lvl1pPr marL="0" indent="0" algn="l">
              <a:buNone/>
              <a:defRPr sz="3200">
                <a:solidFill>
                  <a:schemeClr val="tx1"/>
                </a:solidFill>
                <a:latin typeface="+mn-ea"/>
                <a:ea typeface="+mn-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zh-CN" altLang="en-US" dirty="0"/>
          </a:p>
        </p:txBody>
      </p:sp>
      <p:sp>
        <p:nvSpPr>
          <p:cNvPr id="14" name="文本占位符 12">
            <a:extLst>
              <a:ext uri="{FF2B5EF4-FFF2-40B4-BE49-F238E27FC236}">
                <a16:creationId xmlns:a16="http://schemas.microsoft.com/office/drawing/2014/main" id="{8CC37306-857E-4BB2-87D4-C5C227822D6F}"/>
              </a:ext>
            </a:extLst>
          </p:cNvPr>
          <p:cNvSpPr>
            <a:spLocks noGrp="1"/>
          </p:cNvSpPr>
          <p:nvPr>
            <p:ph type="body" sz="quarter" idx="11"/>
          </p:nvPr>
        </p:nvSpPr>
        <p:spPr>
          <a:xfrm>
            <a:off x="1216315" y="5438453"/>
            <a:ext cx="7287114" cy="410333"/>
          </a:xfrm>
        </p:spPr>
        <p:txBody>
          <a:bodyPr>
            <a:normAutofit/>
          </a:bodyPr>
          <a:lstStyle>
            <a:lvl1pPr marL="0" indent="0">
              <a:buNone/>
              <a:defRPr sz="2000">
                <a:solidFill>
                  <a:schemeClr val="tx1"/>
                </a:solidFill>
              </a:defRPr>
            </a:lvl1pPr>
          </a:lstStyle>
          <a:p>
            <a:pPr lvl="0"/>
            <a:r>
              <a:rPr lang="zh-CN" altLang="en-US" dirty="0"/>
              <a:t>编辑母版文本样式</a:t>
            </a:r>
          </a:p>
        </p:txBody>
      </p:sp>
      <p:sp>
        <p:nvSpPr>
          <p:cNvPr id="15" name="文本占位符 12">
            <a:extLst>
              <a:ext uri="{FF2B5EF4-FFF2-40B4-BE49-F238E27FC236}">
                <a16:creationId xmlns:a16="http://schemas.microsoft.com/office/drawing/2014/main" id="{F63B7C85-1073-4365-852C-DE0C04E61BED}"/>
              </a:ext>
            </a:extLst>
          </p:cNvPr>
          <p:cNvSpPr>
            <a:spLocks noGrp="1"/>
          </p:cNvSpPr>
          <p:nvPr>
            <p:ph type="body" sz="quarter" idx="12"/>
          </p:nvPr>
        </p:nvSpPr>
        <p:spPr>
          <a:xfrm>
            <a:off x="1216315" y="4908366"/>
            <a:ext cx="7287114" cy="410335"/>
          </a:xfrm>
        </p:spPr>
        <p:txBody>
          <a:bodyPr>
            <a:normAutofit/>
          </a:bodyPr>
          <a:lstStyle>
            <a:lvl1pPr marL="0" indent="0">
              <a:buNone/>
              <a:defRPr sz="2000">
                <a:solidFill>
                  <a:schemeClr val="tx1"/>
                </a:solidFill>
              </a:defRPr>
            </a:lvl1pPr>
          </a:lstStyle>
          <a:p>
            <a:pPr lvl="0"/>
            <a:r>
              <a:rPr lang="zh-CN" altLang="en-US" dirty="0"/>
              <a:t>编辑母版文本样式</a:t>
            </a:r>
          </a:p>
        </p:txBody>
      </p:sp>
      <p:sp>
        <p:nvSpPr>
          <p:cNvPr id="13" name="文本占位符 12">
            <a:extLst>
              <a:ext uri="{FF2B5EF4-FFF2-40B4-BE49-F238E27FC236}">
                <a16:creationId xmlns:a16="http://schemas.microsoft.com/office/drawing/2014/main" id="{562B6659-3604-4A5D-84A6-6A47FE169869}"/>
              </a:ext>
            </a:extLst>
          </p:cNvPr>
          <p:cNvSpPr>
            <a:spLocks noGrp="1"/>
          </p:cNvSpPr>
          <p:nvPr>
            <p:ph type="body" sz="quarter" idx="13"/>
          </p:nvPr>
        </p:nvSpPr>
        <p:spPr>
          <a:xfrm>
            <a:off x="1216315" y="1484311"/>
            <a:ext cx="7287114" cy="2267551"/>
          </a:xfrm>
        </p:spPr>
        <p:txBody>
          <a:bodyPr>
            <a:normAutofit/>
          </a:bodyPr>
          <a:lstStyle>
            <a:lvl1pPr marL="0" indent="0">
              <a:spcBef>
                <a:spcPts val="0"/>
              </a:spcBef>
              <a:buNone/>
              <a:defRPr sz="6600" b="1">
                <a:solidFill>
                  <a:schemeClr val="tx1"/>
                </a:solidFill>
                <a:latin typeface="+mn-ea"/>
                <a:ea typeface="+mn-ea"/>
              </a:defRPr>
            </a:lvl1pPr>
          </a:lstStyle>
          <a:p>
            <a:pPr lvl="0"/>
            <a:r>
              <a:rPr lang="zh-CN" altLang="en-US" dirty="0"/>
              <a:t>编辑母版文本样式</a:t>
            </a:r>
            <a:endParaRPr lang="en-US" altLang="zh-CN" dirty="0"/>
          </a:p>
          <a:p>
            <a:pPr lvl="0"/>
            <a:r>
              <a:rPr lang="zh-CN" altLang="en-US" dirty="0"/>
              <a:t>输入标题</a:t>
            </a:r>
          </a:p>
        </p:txBody>
      </p:sp>
      <p:sp>
        <p:nvSpPr>
          <p:cNvPr id="9" name="矩形 8">
            <a:extLst>
              <a:ext uri="{FF2B5EF4-FFF2-40B4-BE49-F238E27FC236}">
                <a16:creationId xmlns:a16="http://schemas.microsoft.com/office/drawing/2014/main" id="{E2FF2961-8E0B-4CFB-9897-39262A918722}"/>
              </a:ext>
            </a:extLst>
          </p:cNvPr>
          <p:cNvSpPr/>
          <p:nvPr userDrawn="1"/>
        </p:nvSpPr>
        <p:spPr>
          <a:xfrm>
            <a:off x="0" y="1484311"/>
            <a:ext cx="666749" cy="43644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902F5BB1-3479-4B75-8121-C76027E92312}"/>
              </a:ext>
            </a:extLst>
          </p:cNvPr>
          <p:cNvSpPr/>
          <p:nvPr userDrawn="1"/>
        </p:nvSpPr>
        <p:spPr>
          <a:xfrm>
            <a:off x="667561" y="1484310"/>
            <a:ext cx="403257" cy="436447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a:extLst>
              <a:ext uri="{FF2B5EF4-FFF2-40B4-BE49-F238E27FC236}">
                <a16:creationId xmlns:a16="http://schemas.microsoft.com/office/drawing/2014/main" id="{902F5BB1-3479-4B75-8121-C76027E92312}"/>
              </a:ext>
            </a:extLst>
          </p:cNvPr>
          <p:cNvSpPr/>
          <p:nvPr userDrawn="1"/>
        </p:nvSpPr>
        <p:spPr>
          <a:xfrm>
            <a:off x="9258300" y="1484313"/>
            <a:ext cx="2930035" cy="43644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a:extLst>
              <a:ext uri="{FF2B5EF4-FFF2-40B4-BE49-F238E27FC236}">
                <a16:creationId xmlns:a16="http://schemas.microsoft.com/office/drawing/2014/main" id="{902F5BB1-3479-4B75-8121-C76027E92312}"/>
              </a:ext>
            </a:extLst>
          </p:cNvPr>
          <p:cNvSpPr/>
          <p:nvPr userDrawn="1"/>
        </p:nvSpPr>
        <p:spPr>
          <a:xfrm>
            <a:off x="8882428" y="1484310"/>
            <a:ext cx="377842" cy="436447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6" name="组合 15"/>
          <p:cNvGrpSpPr/>
          <p:nvPr userDrawn="1"/>
        </p:nvGrpSpPr>
        <p:grpSpPr>
          <a:xfrm>
            <a:off x="9832019" y="2031917"/>
            <a:ext cx="1732861" cy="3286784"/>
            <a:chOff x="9778366" y="1977238"/>
            <a:chExt cx="1732861" cy="3286784"/>
          </a:xfrm>
          <a:solidFill>
            <a:schemeClr val="bg1">
              <a:alpha val="5000"/>
            </a:schemeClr>
          </a:solidFill>
        </p:grpSpPr>
        <p:grpSp>
          <p:nvGrpSpPr>
            <p:cNvPr id="17" name="组合 16"/>
            <p:cNvGrpSpPr/>
            <p:nvPr/>
          </p:nvGrpSpPr>
          <p:grpSpPr>
            <a:xfrm>
              <a:off x="9778366" y="2020414"/>
              <a:ext cx="567014" cy="3193100"/>
              <a:chOff x="11305242" y="2003776"/>
              <a:chExt cx="354194" cy="1994619"/>
            </a:xfrm>
            <a:grpFill/>
          </p:grpSpPr>
          <p:sp>
            <p:nvSpPr>
              <p:cNvPr id="32" name="Freeform 5">
                <a:extLst>
                  <a:ext uri="{FF2B5EF4-FFF2-40B4-BE49-F238E27FC236}">
                    <a16:creationId xmlns:a16="http://schemas.microsoft.com/office/drawing/2014/main" id="{7EF8326A-A460-4F1F-A35E-22F6C0E02782}"/>
                  </a:ext>
                </a:extLst>
              </p:cNvPr>
              <p:cNvSpPr>
                <a:spLocks/>
              </p:cNvSpPr>
              <p:nvPr/>
            </p:nvSpPr>
            <p:spPr bwMode="auto">
              <a:xfrm>
                <a:off x="11307751" y="3052538"/>
                <a:ext cx="345981" cy="390126"/>
              </a:xfrm>
              <a:custGeom>
                <a:avLst/>
                <a:gdLst>
                  <a:gd name="T0" fmla="*/ 41 w 125"/>
                  <a:gd name="T1" fmla="*/ 16 h 142"/>
                  <a:gd name="T2" fmla="*/ 49 w 125"/>
                  <a:gd name="T3" fmla="*/ 3 h 142"/>
                  <a:gd name="T4" fmla="*/ 62 w 125"/>
                  <a:gd name="T5" fmla="*/ 20 h 142"/>
                  <a:gd name="T6" fmla="*/ 64 w 125"/>
                  <a:gd name="T7" fmla="*/ 33 h 142"/>
                  <a:gd name="T8" fmla="*/ 50 w 125"/>
                  <a:gd name="T9" fmla="*/ 34 h 142"/>
                  <a:gd name="T10" fmla="*/ 58 w 125"/>
                  <a:gd name="T11" fmla="*/ 58 h 142"/>
                  <a:gd name="T12" fmla="*/ 75 w 125"/>
                  <a:gd name="T13" fmla="*/ 59 h 142"/>
                  <a:gd name="T14" fmla="*/ 71 w 125"/>
                  <a:gd name="T15" fmla="*/ 50 h 142"/>
                  <a:gd name="T16" fmla="*/ 81 w 125"/>
                  <a:gd name="T17" fmla="*/ 47 h 142"/>
                  <a:gd name="T18" fmla="*/ 65 w 125"/>
                  <a:gd name="T19" fmla="*/ 42 h 142"/>
                  <a:gd name="T20" fmla="*/ 63 w 125"/>
                  <a:gd name="T21" fmla="*/ 37 h 142"/>
                  <a:gd name="T22" fmla="*/ 85 w 125"/>
                  <a:gd name="T23" fmla="*/ 27 h 142"/>
                  <a:gd name="T24" fmla="*/ 93 w 125"/>
                  <a:gd name="T25" fmla="*/ 2 h 142"/>
                  <a:gd name="T26" fmla="*/ 99 w 125"/>
                  <a:gd name="T27" fmla="*/ 5 h 142"/>
                  <a:gd name="T28" fmla="*/ 111 w 125"/>
                  <a:gd name="T29" fmla="*/ 30 h 142"/>
                  <a:gd name="T30" fmla="*/ 102 w 125"/>
                  <a:gd name="T31" fmla="*/ 34 h 142"/>
                  <a:gd name="T32" fmla="*/ 95 w 125"/>
                  <a:gd name="T33" fmla="*/ 59 h 142"/>
                  <a:gd name="T34" fmla="*/ 123 w 125"/>
                  <a:gd name="T35" fmla="*/ 61 h 142"/>
                  <a:gd name="T36" fmla="*/ 110 w 125"/>
                  <a:gd name="T37" fmla="*/ 71 h 142"/>
                  <a:gd name="T38" fmla="*/ 104 w 125"/>
                  <a:gd name="T39" fmla="*/ 82 h 142"/>
                  <a:gd name="T40" fmla="*/ 112 w 125"/>
                  <a:gd name="T41" fmla="*/ 134 h 142"/>
                  <a:gd name="T42" fmla="*/ 102 w 125"/>
                  <a:gd name="T43" fmla="*/ 140 h 142"/>
                  <a:gd name="T44" fmla="*/ 89 w 125"/>
                  <a:gd name="T45" fmla="*/ 123 h 142"/>
                  <a:gd name="T46" fmla="*/ 101 w 125"/>
                  <a:gd name="T47" fmla="*/ 128 h 142"/>
                  <a:gd name="T48" fmla="*/ 101 w 125"/>
                  <a:gd name="T49" fmla="*/ 92 h 142"/>
                  <a:gd name="T50" fmla="*/ 97 w 125"/>
                  <a:gd name="T51" fmla="*/ 99 h 142"/>
                  <a:gd name="T52" fmla="*/ 90 w 125"/>
                  <a:gd name="T53" fmla="*/ 103 h 142"/>
                  <a:gd name="T54" fmla="*/ 86 w 125"/>
                  <a:gd name="T55" fmla="*/ 110 h 142"/>
                  <a:gd name="T56" fmla="*/ 81 w 125"/>
                  <a:gd name="T57" fmla="*/ 120 h 142"/>
                  <a:gd name="T58" fmla="*/ 88 w 125"/>
                  <a:gd name="T59" fmla="*/ 71 h 142"/>
                  <a:gd name="T60" fmla="*/ 60 w 125"/>
                  <a:gd name="T61" fmla="*/ 87 h 142"/>
                  <a:gd name="T62" fmla="*/ 53 w 125"/>
                  <a:gd name="T63" fmla="*/ 89 h 142"/>
                  <a:gd name="T64" fmla="*/ 51 w 125"/>
                  <a:gd name="T65" fmla="*/ 128 h 142"/>
                  <a:gd name="T66" fmla="*/ 43 w 125"/>
                  <a:gd name="T67" fmla="*/ 134 h 142"/>
                  <a:gd name="T68" fmla="*/ 39 w 125"/>
                  <a:gd name="T69" fmla="*/ 107 h 142"/>
                  <a:gd name="T70" fmla="*/ 33 w 125"/>
                  <a:gd name="T71" fmla="*/ 114 h 142"/>
                  <a:gd name="T72" fmla="*/ 17 w 125"/>
                  <a:gd name="T73" fmla="*/ 108 h 142"/>
                  <a:gd name="T74" fmla="*/ 5 w 125"/>
                  <a:gd name="T75" fmla="*/ 81 h 142"/>
                  <a:gd name="T76" fmla="*/ 34 w 125"/>
                  <a:gd name="T77" fmla="*/ 56 h 142"/>
                  <a:gd name="T78" fmla="*/ 38 w 125"/>
                  <a:gd name="T79" fmla="*/ 33 h 142"/>
                  <a:gd name="T80" fmla="*/ 22 w 125"/>
                  <a:gd name="T81" fmla="*/ 55 h 142"/>
                  <a:gd name="T82" fmla="*/ 14 w 125"/>
                  <a:gd name="T83" fmla="*/ 55 h 142"/>
                  <a:gd name="T84" fmla="*/ 11 w 125"/>
                  <a:gd name="T85" fmla="*/ 36 h 142"/>
                  <a:gd name="T86" fmla="*/ 32 w 125"/>
                  <a:gd name="T87" fmla="*/ 22 h 142"/>
                  <a:gd name="T88" fmla="*/ 28 w 125"/>
                  <a:gd name="T89" fmla="*/ 33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5" h="142">
                    <a:moveTo>
                      <a:pt x="28" y="33"/>
                    </a:moveTo>
                    <a:cubicBezTo>
                      <a:pt x="35" y="29"/>
                      <a:pt x="41" y="25"/>
                      <a:pt x="41" y="16"/>
                    </a:cubicBezTo>
                    <a:cubicBezTo>
                      <a:pt x="41" y="13"/>
                      <a:pt x="43" y="9"/>
                      <a:pt x="44" y="6"/>
                    </a:cubicBezTo>
                    <a:cubicBezTo>
                      <a:pt x="45" y="5"/>
                      <a:pt x="48" y="3"/>
                      <a:pt x="49" y="3"/>
                    </a:cubicBezTo>
                    <a:cubicBezTo>
                      <a:pt x="54" y="4"/>
                      <a:pt x="59" y="9"/>
                      <a:pt x="59" y="15"/>
                    </a:cubicBezTo>
                    <a:cubicBezTo>
                      <a:pt x="59" y="18"/>
                      <a:pt x="60" y="19"/>
                      <a:pt x="62" y="20"/>
                    </a:cubicBezTo>
                    <a:cubicBezTo>
                      <a:pt x="65" y="22"/>
                      <a:pt x="68" y="25"/>
                      <a:pt x="69" y="28"/>
                    </a:cubicBezTo>
                    <a:cubicBezTo>
                      <a:pt x="71" y="32"/>
                      <a:pt x="68" y="34"/>
                      <a:pt x="64" y="33"/>
                    </a:cubicBezTo>
                    <a:cubicBezTo>
                      <a:pt x="62" y="32"/>
                      <a:pt x="60" y="31"/>
                      <a:pt x="57" y="30"/>
                    </a:cubicBezTo>
                    <a:cubicBezTo>
                      <a:pt x="53" y="28"/>
                      <a:pt x="51" y="29"/>
                      <a:pt x="50" y="34"/>
                    </a:cubicBezTo>
                    <a:cubicBezTo>
                      <a:pt x="48" y="45"/>
                      <a:pt x="46" y="56"/>
                      <a:pt x="52" y="66"/>
                    </a:cubicBezTo>
                    <a:cubicBezTo>
                      <a:pt x="54" y="64"/>
                      <a:pt x="56" y="62"/>
                      <a:pt x="58" y="58"/>
                    </a:cubicBezTo>
                    <a:cubicBezTo>
                      <a:pt x="61" y="62"/>
                      <a:pt x="63" y="65"/>
                      <a:pt x="65" y="69"/>
                    </a:cubicBezTo>
                    <a:cubicBezTo>
                      <a:pt x="68" y="66"/>
                      <a:pt x="72" y="62"/>
                      <a:pt x="75" y="59"/>
                    </a:cubicBezTo>
                    <a:cubicBezTo>
                      <a:pt x="76" y="58"/>
                      <a:pt x="75" y="56"/>
                      <a:pt x="75" y="55"/>
                    </a:cubicBezTo>
                    <a:cubicBezTo>
                      <a:pt x="74" y="53"/>
                      <a:pt x="71" y="51"/>
                      <a:pt x="71" y="50"/>
                    </a:cubicBezTo>
                    <a:cubicBezTo>
                      <a:pt x="72" y="47"/>
                      <a:pt x="75" y="46"/>
                      <a:pt x="78" y="47"/>
                    </a:cubicBezTo>
                    <a:cubicBezTo>
                      <a:pt x="79" y="47"/>
                      <a:pt x="80" y="47"/>
                      <a:pt x="81" y="47"/>
                    </a:cubicBezTo>
                    <a:cubicBezTo>
                      <a:pt x="81" y="44"/>
                      <a:pt x="82" y="40"/>
                      <a:pt x="83" y="35"/>
                    </a:cubicBezTo>
                    <a:cubicBezTo>
                      <a:pt x="76" y="38"/>
                      <a:pt x="71" y="40"/>
                      <a:pt x="65" y="42"/>
                    </a:cubicBezTo>
                    <a:cubicBezTo>
                      <a:pt x="61" y="44"/>
                      <a:pt x="60" y="44"/>
                      <a:pt x="57" y="40"/>
                    </a:cubicBezTo>
                    <a:cubicBezTo>
                      <a:pt x="59" y="39"/>
                      <a:pt x="61" y="38"/>
                      <a:pt x="63" y="37"/>
                    </a:cubicBezTo>
                    <a:cubicBezTo>
                      <a:pt x="69" y="35"/>
                      <a:pt x="75" y="33"/>
                      <a:pt x="81" y="30"/>
                    </a:cubicBezTo>
                    <a:cubicBezTo>
                      <a:pt x="83" y="30"/>
                      <a:pt x="84" y="28"/>
                      <a:pt x="85" y="27"/>
                    </a:cubicBezTo>
                    <a:cubicBezTo>
                      <a:pt x="87" y="21"/>
                      <a:pt x="88" y="14"/>
                      <a:pt x="90" y="8"/>
                    </a:cubicBezTo>
                    <a:cubicBezTo>
                      <a:pt x="90" y="6"/>
                      <a:pt x="92" y="3"/>
                      <a:pt x="93" y="2"/>
                    </a:cubicBezTo>
                    <a:cubicBezTo>
                      <a:pt x="94" y="0"/>
                      <a:pt x="96" y="0"/>
                      <a:pt x="98" y="0"/>
                    </a:cubicBezTo>
                    <a:cubicBezTo>
                      <a:pt x="98" y="1"/>
                      <a:pt x="99" y="4"/>
                      <a:pt x="99" y="5"/>
                    </a:cubicBezTo>
                    <a:cubicBezTo>
                      <a:pt x="93" y="12"/>
                      <a:pt x="94" y="20"/>
                      <a:pt x="92" y="28"/>
                    </a:cubicBezTo>
                    <a:cubicBezTo>
                      <a:pt x="98" y="31"/>
                      <a:pt x="105" y="25"/>
                      <a:pt x="111" y="30"/>
                    </a:cubicBezTo>
                    <a:cubicBezTo>
                      <a:pt x="109" y="33"/>
                      <a:pt x="107" y="36"/>
                      <a:pt x="103" y="35"/>
                    </a:cubicBezTo>
                    <a:cubicBezTo>
                      <a:pt x="103" y="34"/>
                      <a:pt x="102" y="34"/>
                      <a:pt x="102" y="34"/>
                    </a:cubicBezTo>
                    <a:cubicBezTo>
                      <a:pt x="92" y="34"/>
                      <a:pt x="88" y="39"/>
                      <a:pt x="90" y="49"/>
                    </a:cubicBezTo>
                    <a:cubicBezTo>
                      <a:pt x="91" y="52"/>
                      <a:pt x="93" y="55"/>
                      <a:pt x="95" y="59"/>
                    </a:cubicBezTo>
                    <a:cubicBezTo>
                      <a:pt x="99" y="59"/>
                      <a:pt x="104" y="58"/>
                      <a:pt x="109" y="57"/>
                    </a:cubicBezTo>
                    <a:cubicBezTo>
                      <a:pt x="114" y="56"/>
                      <a:pt x="119" y="58"/>
                      <a:pt x="123" y="61"/>
                    </a:cubicBezTo>
                    <a:cubicBezTo>
                      <a:pt x="125" y="63"/>
                      <a:pt x="125" y="66"/>
                      <a:pt x="122" y="67"/>
                    </a:cubicBezTo>
                    <a:cubicBezTo>
                      <a:pt x="118" y="69"/>
                      <a:pt x="114" y="71"/>
                      <a:pt x="110" y="71"/>
                    </a:cubicBezTo>
                    <a:cubicBezTo>
                      <a:pt x="103" y="70"/>
                      <a:pt x="99" y="75"/>
                      <a:pt x="95" y="79"/>
                    </a:cubicBezTo>
                    <a:cubicBezTo>
                      <a:pt x="98" y="80"/>
                      <a:pt x="102" y="80"/>
                      <a:pt x="104" y="82"/>
                    </a:cubicBezTo>
                    <a:cubicBezTo>
                      <a:pt x="106" y="83"/>
                      <a:pt x="108" y="86"/>
                      <a:pt x="109" y="88"/>
                    </a:cubicBezTo>
                    <a:cubicBezTo>
                      <a:pt x="110" y="104"/>
                      <a:pt x="111" y="119"/>
                      <a:pt x="112" y="134"/>
                    </a:cubicBezTo>
                    <a:cubicBezTo>
                      <a:pt x="112" y="137"/>
                      <a:pt x="110" y="140"/>
                      <a:pt x="110" y="142"/>
                    </a:cubicBezTo>
                    <a:cubicBezTo>
                      <a:pt x="107" y="141"/>
                      <a:pt x="104" y="141"/>
                      <a:pt x="102" y="140"/>
                    </a:cubicBezTo>
                    <a:cubicBezTo>
                      <a:pt x="97" y="136"/>
                      <a:pt x="93" y="131"/>
                      <a:pt x="90" y="127"/>
                    </a:cubicBezTo>
                    <a:cubicBezTo>
                      <a:pt x="89" y="126"/>
                      <a:pt x="89" y="124"/>
                      <a:pt x="89" y="123"/>
                    </a:cubicBezTo>
                    <a:cubicBezTo>
                      <a:pt x="92" y="125"/>
                      <a:pt x="96" y="127"/>
                      <a:pt x="100" y="130"/>
                    </a:cubicBezTo>
                    <a:cubicBezTo>
                      <a:pt x="100" y="129"/>
                      <a:pt x="101" y="129"/>
                      <a:pt x="101" y="128"/>
                    </a:cubicBezTo>
                    <a:cubicBezTo>
                      <a:pt x="101" y="121"/>
                      <a:pt x="101" y="113"/>
                      <a:pt x="101" y="105"/>
                    </a:cubicBezTo>
                    <a:cubicBezTo>
                      <a:pt x="101" y="101"/>
                      <a:pt x="101" y="96"/>
                      <a:pt x="101" y="92"/>
                    </a:cubicBezTo>
                    <a:cubicBezTo>
                      <a:pt x="99" y="85"/>
                      <a:pt x="96" y="84"/>
                      <a:pt x="90" y="90"/>
                    </a:cubicBezTo>
                    <a:cubicBezTo>
                      <a:pt x="92" y="93"/>
                      <a:pt x="97" y="93"/>
                      <a:pt x="97" y="99"/>
                    </a:cubicBezTo>
                    <a:cubicBezTo>
                      <a:pt x="94" y="98"/>
                      <a:pt x="91" y="97"/>
                      <a:pt x="88" y="96"/>
                    </a:cubicBezTo>
                    <a:cubicBezTo>
                      <a:pt x="84" y="100"/>
                      <a:pt x="84" y="101"/>
                      <a:pt x="90" y="103"/>
                    </a:cubicBezTo>
                    <a:cubicBezTo>
                      <a:pt x="95" y="106"/>
                      <a:pt x="98" y="111"/>
                      <a:pt x="96" y="112"/>
                    </a:cubicBezTo>
                    <a:cubicBezTo>
                      <a:pt x="92" y="115"/>
                      <a:pt x="89" y="112"/>
                      <a:pt x="86" y="110"/>
                    </a:cubicBezTo>
                    <a:cubicBezTo>
                      <a:pt x="85" y="110"/>
                      <a:pt x="84" y="109"/>
                      <a:pt x="83" y="108"/>
                    </a:cubicBezTo>
                    <a:cubicBezTo>
                      <a:pt x="82" y="112"/>
                      <a:pt x="82" y="116"/>
                      <a:pt x="81" y="120"/>
                    </a:cubicBezTo>
                    <a:cubicBezTo>
                      <a:pt x="74" y="118"/>
                      <a:pt x="72" y="114"/>
                      <a:pt x="73" y="108"/>
                    </a:cubicBezTo>
                    <a:cubicBezTo>
                      <a:pt x="76" y="95"/>
                      <a:pt x="81" y="83"/>
                      <a:pt x="88" y="71"/>
                    </a:cubicBezTo>
                    <a:cubicBezTo>
                      <a:pt x="84" y="74"/>
                      <a:pt x="80" y="76"/>
                      <a:pt x="76" y="78"/>
                    </a:cubicBezTo>
                    <a:cubicBezTo>
                      <a:pt x="71" y="81"/>
                      <a:pt x="65" y="84"/>
                      <a:pt x="60" y="87"/>
                    </a:cubicBezTo>
                    <a:cubicBezTo>
                      <a:pt x="60" y="87"/>
                      <a:pt x="60" y="87"/>
                      <a:pt x="59" y="87"/>
                    </a:cubicBezTo>
                    <a:cubicBezTo>
                      <a:pt x="57" y="88"/>
                      <a:pt x="54" y="88"/>
                      <a:pt x="53" y="89"/>
                    </a:cubicBezTo>
                    <a:cubicBezTo>
                      <a:pt x="51" y="93"/>
                      <a:pt x="49" y="97"/>
                      <a:pt x="49" y="101"/>
                    </a:cubicBezTo>
                    <a:cubicBezTo>
                      <a:pt x="49" y="110"/>
                      <a:pt x="50" y="119"/>
                      <a:pt x="51" y="128"/>
                    </a:cubicBezTo>
                    <a:cubicBezTo>
                      <a:pt x="51" y="131"/>
                      <a:pt x="51" y="134"/>
                      <a:pt x="51" y="137"/>
                    </a:cubicBezTo>
                    <a:cubicBezTo>
                      <a:pt x="48" y="136"/>
                      <a:pt x="45" y="136"/>
                      <a:pt x="43" y="134"/>
                    </a:cubicBezTo>
                    <a:cubicBezTo>
                      <a:pt x="40" y="132"/>
                      <a:pt x="37" y="130"/>
                      <a:pt x="38" y="125"/>
                    </a:cubicBezTo>
                    <a:cubicBezTo>
                      <a:pt x="40" y="119"/>
                      <a:pt x="39" y="113"/>
                      <a:pt x="39" y="107"/>
                    </a:cubicBezTo>
                    <a:cubicBezTo>
                      <a:pt x="38" y="107"/>
                      <a:pt x="38" y="107"/>
                      <a:pt x="37" y="106"/>
                    </a:cubicBezTo>
                    <a:cubicBezTo>
                      <a:pt x="36" y="109"/>
                      <a:pt x="34" y="111"/>
                      <a:pt x="33" y="114"/>
                    </a:cubicBezTo>
                    <a:cubicBezTo>
                      <a:pt x="30" y="120"/>
                      <a:pt x="25" y="122"/>
                      <a:pt x="21" y="120"/>
                    </a:cubicBezTo>
                    <a:cubicBezTo>
                      <a:pt x="16" y="118"/>
                      <a:pt x="15" y="113"/>
                      <a:pt x="17" y="108"/>
                    </a:cubicBezTo>
                    <a:cubicBezTo>
                      <a:pt x="20" y="99"/>
                      <a:pt x="23" y="91"/>
                      <a:pt x="26" y="81"/>
                    </a:cubicBezTo>
                    <a:cubicBezTo>
                      <a:pt x="19" y="90"/>
                      <a:pt x="12" y="85"/>
                      <a:pt x="5" y="81"/>
                    </a:cubicBezTo>
                    <a:cubicBezTo>
                      <a:pt x="0" y="79"/>
                      <a:pt x="0" y="76"/>
                      <a:pt x="5" y="73"/>
                    </a:cubicBezTo>
                    <a:cubicBezTo>
                      <a:pt x="15" y="68"/>
                      <a:pt x="25" y="62"/>
                      <a:pt x="34" y="56"/>
                    </a:cubicBezTo>
                    <a:cubicBezTo>
                      <a:pt x="35" y="55"/>
                      <a:pt x="37" y="54"/>
                      <a:pt x="37" y="52"/>
                    </a:cubicBezTo>
                    <a:cubicBezTo>
                      <a:pt x="38" y="46"/>
                      <a:pt x="38" y="39"/>
                      <a:pt x="38" y="33"/>
                    </a:cubicBezTo>
                    <a:cubicBezTo>
                      <a:pt x="38" y="32"/>
                      <a:pt x="38" y="32"/>
                      <a:pt x="37" y="32"/>
                    </a:cubicBezTo>
                    <a:cubicBezTo>
                      <a:pt x="32" y="40"/>
                      <a:pt x="27" y="48"/>
                      <a:pt x="22" y="55"/>
                    </a:cubicBezTo>
                    <a:cubicBezTo>
                      <a:pt x="22" y="56"/>
                      <a:pt x="22" y="56"/>
                      <a:pt x="23" y="57"/>
                    </a:cubicBezTo>
                    <a:cubicBezTo>
                      <a:pt x="20" y="56"/>
                      <a:pt x="17" y="56"/>
                      <a:pt x="14" y="55"/>
                    </a:cubicBezTo>
                    <a:cubicBezTo>
                      <a:pt x="9" y="53"/>
                      <a:pt x="7" y="49"/>
                      <a:pt x="9" y="44"/>
                    </a:cubicBezTo>
                    <a:cubicBezTo>
                      <a:pt x="10" y="42"/>
                      <a:pt x="10" y="39"/>
                      <a:pt x="11" y="36"/>
                    </a:cubicBezTo>
                    <a:cubicBezTo>
                      <a:pt x="13" y="28"/>
                      <a:pt x="18" y="23"/>
                      <a:pt x="26" y="20"/>
                    </a:cubicBezTo>
                    <a:cubicBezTo>
                      <a:pt x="27" y="19"/>
                      <a:pt x="30" y="20"/>
                      <a:pt x="32" y="22"/>
                    </a:cubicBezTo>
                    <a:cubicBezTo>
                      <a:pt x="34" y="23"/>
                      <a:pt x="32" y="25"/>
                      <a:pt x="31" y="27"/>
                    </a:cubicBezTo>
                    <a:cubicBezTo>
                      <a:pt x="29" y="28"/>
                      <a:pt x="29" y="31"/>
                      <a:pt x="28" y="33"/>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3" name="Freeform 6">
                <a:extLst>
                  <a:ext uri="{FF2B5EF4-FFF2-40B4-BE49-F238E27FC236}">
                    <a16:creationId xmlns:a16="http://schemas.microsoft.com/office/drawing/2014/main" id="{CC1FA68D-3307-481A-8E89-D3CB2E8693F4}"/>
                  </a:ext>
                </a:extLst>
              </p:cNvPr>
              <p:cNvSpPr>
                <a:spLocks/>
              </p:cNvSpPr>
              <p:nvPr/>
            </p:nvSpPr>
            <p:spPr bwMode="auto">
              <a:xfrm>
                <a:off x="11382341" y="3698614"/>
                <a:ext cx="199170" cy="299781"/>
              </a:xfrm>
              <a:custGeom>
                <a:avLst/>
                <a:gdLst>
                  <a:gd name="T0" fmla="*/ 33 w 72"/>
                  <a:gd name="T1" fmla="*/ 76 h 109"/>
                  <a:gd name="T2" fmla="*/ 44 w 72"/>
                  <a:gd name="T3" fmla="*/ 73 h 109"/>
                  <a:gd name="T4" fmla="*/ 59 w 72"/>
                  <a:gd name="T5" fmla="*/ 71 h 109"/>
                  <a:gd name="T6" fmla="*/ 69 w 72"/>
                  <a:gd name="T7" fmla="*/ 92 h 109"/>
                  <a:gd name="T8" fmla="*/ 66 w 72"/>
                  <a:gd name="T9" fmla="*/ 94 h 109"/>
                  <a:gd name="T10" fmla="*/ 49 w 72"/>
                  <a:gd name="T11" fmla="*/ 96 h 109"/>
                  <a:gd name="T12" fmla="*/ 28 w 72"/>
                  <a:gd name="T13" fmla="*/ 106 h 109"/>
                  <a:gd name="T14" fmla="*/ 16 w 72"/>
                  <a:gd name="T15" fmla="*/ 106 h 109"/>
                  <a:gd name="T16" fmla="*/ 1 w 72"/>
                  <a:gd name="T17" fmla="*/ 80 h 109"/>
                  <a:gd name="T18" fmla="*/ 2 w 72"/>
                  <a:gd name="T19" fmla="*/ 74 h 109"/>
                  <a:gd name="T20" fmla="*/ 23 w 72"/>
                  <a:gd name="T21" fmla="*/ 31 h 109"/>
                  <a:gd name="T22" fmla="*/ 22 w 72"/>
                  <a:gd name="T23" fmla="*/ 26 h 109"/>
                  <a:gd name="T24" fmla="*/ 12 w 72"/>
                  <a:gd name="T25" fmla="*/ 16 h 109"/>
                  <a:gd name="T26" fmla="*/ 15 w 72"/>
                  <a:gd name="T27" fmla="*/ 10 h 109"/>
                  <a:gd name="T28" fmla="*/ 32 w 72"/>
                  <a:gd name="T29" fmla="*/ 5 h 109"/>
                  <a:gd name="T30" fmla="*/ 60 w 72"/>
                  <a:gd name="T31" fmla="*/ 18 h 109"/>
                  <a:gd name="T32" fmla="*/ 59 w 72"/>
                  <a:gd name="T33" fmla="*/ 26 h 109"/>
                  <a:gd name="T34" fmla="*/ 52 w 72"/>
                  <a:gd name="T35" fmla="*/ 36 h 109"/>
                  <a:gd name="T36" fmla="*/ 34 w 72"/>
                  <a:gd name="T37" fmla="*/ 72 h 109"/>
                  <a:gd name="T38" fmla="*/ 33 w 72"/>
                  <a:gd name="T39" fmla="*/ 76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2" h="109">
                    <a:moveTo>
                      <a:pt x="33" y="76"/>
                    </a:moveTo>
                    <a:cubicBezTo>
                      <a:pt x="37" y="74"/>
                      <a:pt x="40" y="73"/>
                      <a:pt x="44" y="73"/>
                    </a:cubicBezTo>
                    <a:cubicBezTo>
                      <a:pt x="49" y="72"/>
                      <a:pt x="54" y="71"/>
                      <a:pt x="59" y="71"/>
                    </a:cubicBezTo>
                    <a:cubicBezTo>
                      <a:pt x="66" y="72"/>
                      <a:pt x="72" y="85"/>
                      <a:pt x="69" y="92"/>
                    </a:cubicBezTo>
                    <a:cubicBezTo>
                      <a:pt x="68" y="93"/>
                      <a:pt x="67" y="94"/>
                      <a:pt x="66" y="94"/>
                    </a:cubicBezTo>
                    <a:cubicBezTo>
                      <a:pt x="60" y="95"/>
                      <a:pt x="54" y="94"/>
                      <a:pt x="49" y="96"/>
                    </a:cubicBezTo>
                    <a:cubicBezTo>
                      <a:pt x="42" y="99"/>
                      <a:pt x="35" y="102"/>
                      <a:pt x="28" y="106"/>
                    </a:cubicBezTo>
                    <a:cubicBezTo>
                      <a:pt x="24" y="108"/>
                      <a:pt x="21" y="109"/>
                      <a:pt x="16" y="106"/>
                    </a:cubicBezTo>
                    <a:cubicBezTo>
                      <a:pt x="7" y="100"/>
                      <a:pt x="3" y="90"/>
                      <a:pt x="1" y="80"/>
                    </a:cubicBezTo>
                    <a:cubicBezTo>
                      <a:pt x="0" y="78"/>
                      <a:pt x="1" y="76"/>
                      <a:pt x="2" y="74"/>
                    </a:cubicBezTo>
                    <a:cubicBezTo>
                      <a:pt x="9" y="60"/>
                      <a:pt x="16" y="45"/>
                      <a:pt x="23" y="31"/>
                    </a:cubicBezTo>
                    <a:cubicBezTo>
                      <a:pt x="23" y="30"/>
                      <a:pt x="23" y="28"/>
                      <a:pt x="22" y="26"/>
                    </a:cubicBezTo>
                    <a:cubicBezTo>
                      <a:pt x="19" y="23"/>
                      <a:pt x="15" y="20"/>
                      <a:pt x="12" y="16"/>
                    </a:cubicBezTo>
                    <a:cubicBezTo>
                      <a:pt x="10" y="13"/>
                      <a:pt x="11" y="11"/>
                      <a:pt x="15" y="10"/>
                    </a:cubicBezTo>
                    <a:cubicBezTo>
                      <a:pt x="21" y="9"/>
                      <a:pt x="26" y="7"/>
                      <a:pt x="32" y="5"/>
                    </a:cubicBezTo>
                    <a:cubicBezTo>
                      <a:pt x="44" y="0"/>
                      <a:pt x="57" y="6"/>
                      <a:pt x="60" y="18"/>
                    </a:cubicBezTo>
                    <a:cubicBezTo>
                      <a:pt x="61" y="21"/>
                      <a:pt x="60" y="24"/>
                      <a:pt x="59" y="26"/>
                    </a:cubicBezTo>
                    <a:cubicBezTo>
                      <a:pt x="57" y="29"/>
                      <a:pt x="54" y="33"/>
                      <a:pt x="52" y="36"/>
                    </a:cubicBezTo>
                    <a:cubicBezTo>
                      <a:pt x="46" y="48"/>
                      <a:pt x="40" y="60"/>
                      <a:pt x="34" y="72"/>
                    </a:cubicBezTo>
                    <a:cubicBezTo>
                      <a:pt x="34" y="72"/>
                      <a:pt x="34" y="74"/>
                      <a:pt x="33" y="76"/>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grpSp>
            <p:nvGrpSpPr>
              <p:cNvPr id="34" name="组合 33">
                <a:extLst>
                  <a:ext uri="{FF2B5EF4-FFF2-40B4-BE49-F238E27FC236}">
                    <a16:creationId xmlns:a16="http://schemas.microsoft.com/office/drawing/2014/main" id="{C7A6E3E5-9A1F-4E06-9E71-F1D7E5C11C32}"/>
                  </a:ext>
                </a:extLst>
              </p:cNvPr>
              <p:cNvGrpSpPr/>
              <p:nvPr/>
            </p:nvGrpSpPr>
            <p:grpSpPr>
              <a:xfrm>
                <a:off x="11305242" y="2003776"/>
                <a:ext cx="354194" cy="439406"/>
                <a:chOff x="5548313" y="2084388"/>
                <a:chExt cx="547688" cy="679451"/>
              </a:xfrm>
              <a:grpFill/>
            </p:grpSpPr>
            <p:sp>
              <p:nvSpPr>
                <p:cNvPr id="39" name="Freeform 7">
                  <a:extLst>
                    <a:ext uri="{FF2B5EF4-FFF2-40B4-BE49-F238E27FC236}">
                      <a16:creationId xmlns:a16="http://schemas.microsoft.com/office/drawing/2014/main" id="{02368C72-9CA0-44B0-93EC-F396645A3423}"/>
                    </a:ext>
                  </a:extLst>
                </p:cNvPr>
                <p:cNvSpPr>
                  <a:spLocks/>
                </p:cNvSpPr>
                <p:nvPr/>
              </p:nvSpPr>
              <p:spPr bwMode="auto">
                <a:xfrm>
                  <a:off x="5548313" y="2084388"/>
                  <a:ext cx="547688" cy="446088"/>
                </a:xfrm>
                <a:custGeom>
                  <a:avLst/>
                  <a:gdLst>
                    <a:gd name="T0" fmla="*/ 101 w 128"/>
                    <a:gd name="T1" fmla="*/ 58 h 105"/>
                    <a:gd name="T2" fmla="*/ 74 w 128"/>
                    <a:gd name="T3" fmla="*/ 56 h 105"/>
                    <a:gd name="T4" fmla="*/ 68 w 128"/>
                    <a:gd name="T5" fmla="*/ 57 h 105"/>
                    <a:gd name="T6" fmla="*/ 51 w 128"/>
                    <a:gd name="T7" fmla="*/ 59 h 105"/>
                    <a:gd name="T8" fmla="*/ 36 w 128"/>
                    <a:gd name="T9" fmla="*/ 65 h 105"/>
                    <a:gd name="T10" fmla="*/ 28 w 128"/>
                    <a:gd name="T11" fmla="*/ 73 h 105"/>
                    <a:gd name="T12" fmla="*/ 16 w 128"/>
                    <a:gd name="T13" fmla="*/ 102 h 105"/>
                    <a:gd name="T14" fmla="*/ 13 w 128"/>
                    <a:gd name="T15" fmla="*/ 104 h 105"/>
                    <a:gd name="T16" fmla="*/ 1 w 128"/>
                    <a:gd name="T17" fmla="*/ 98 h 105"/>
                    <a:gd name="T18" fmla="*/ 0 w 128"/>
                    <a:gd name="T19" fmla="*/ 93 h 105"/>
                    <a:gd name="T20" fmla="*/ 15 w 128"/>
                    <a:gd name="T21" fmla="*/ 60 h 105"/>
                    <a:gd name="T22" fmla="*/ 16 w 128"/>
                    <a:gd name="T23" fmla="*/ 58 h 105"/>
                    <a:gd name="T24" fmla="*/ 20 w 128"/>
                    <a:gd name="T25" fmla="*/ 52 h 105"/>
                    <a:gd name="T26" fmla="*/ 32 w 128"/>
                    <a:gd name="T27" fmla="*/ 54 h 105"/>
                    <a:gd name="T28" fmla="*/ 39 w 128"/>
                    <a:gd name="T29" fmla="*/ 55 h 105"/>
                    <a:gd name="T30" fmla="*/ 72 w 128"/>
                    <a:gd name="T31" fmla="*/ 21 h 105"/>
                    <a:gd name="T32" fmla="*/ 74 w 128"/>
                    <a:gd name="T33" fmla="*/ 16 h 105"/>
                    <a:gd name="T34" fmla="*/ 74 w 128"/>
                    <a:gd name="T35" fmla="*/ 11 h 105"/>
                    <a:gd name="T36" fmla="*/ 71 w 128"/>
                    <a:gd name="T37" fmla="*/ 11 h 105"/>
                    <a:gd name="T38" fmla="*/ 68 w 128"/>
                    <a:gd name="T39" fmla="*/ 15 h 105"/>
                    <a:gd name="T40" fmla="*/ 68 w 128"/>
                    <a:gd name="T41" fmla="*/ 21 h 105"/>
                    <a:gd name="T42" fmla="*/ 59 w 128"/>
                    <a:gd name="T43" fmla="*/ 29 h 105"/>
                    <a:gd name="T44" fmla="*/ 53 w 128"/>
                    <a:gd name="T45" fmla="*/ 27 h 105"/>
                    <a:gd name="T46" fmla="*/ 47 w 128"/>
                    <a:gd name="T47" fmla="*/ 24 h 105"/>
                    <a:gd name="T48" fmla="*/ 47 w 128"/>
                    <a:gd name="T49" fmla="*/ 32 h 105"/>
                    <a:gd name="T50" fmla="*/ 47 w 128"/>
                    <a:gd name="T51" fmla="*/ 34 h 105"/>
                    <a:gd name="T52" fmla="*/ 43 w 128"/>
                    <a:gd name="T53" fmla="*/ 45 h 105"/>
                    <a:gd name="T54" fmla="*/ 31 w 128"/>
                    <a:gd name="T55" fmla="*/ 39 h 105"/>
                    <a:gd name="T56" fmla="*/ 29 w 128"/>
                    <a:gd name="T57" fmla="*/ 23 h 105"/>
                    <a:gd name="T58" fmla="*/ 33 w 128"/>
                    <a:gd name="T59" fmla="*/ 14 h 105"/>
                    <a:gd name="T60" fmla="*/ 36 w 128"/>
                    <a:gd name="T61" fmla="*/ 9 h 105"/>
                    <a:gd name="T62" fmla="*/ 42 w 128"/>
                    <a:gd name="T63" fmla="*/ 13 h 105"/>
                    <a:gd name="T64" fmla="*/ 44 w 128"/>
                    <a:gd name="T65" fmla="*/ 16 h 105"/>
                    <a:gd name="T66" fmla="*/ 57 w 128"/>
                    <a:gd name="T67" fmla="*/ 14 h 105"/>
                    <a:gd name="T68" fmla="*/ 62 w 128"/>
                    <a:gd name="T69" fmla="*/ 11 h 105"/>
                    <a:gd name="T70" fmla="*/ 84 w 128"/>
                    <a:gd name="T71" fmla="*/ 0 h 105"/>
                    <a:gd name="T72" fmla="*/ 96 w 128"/>
                    <a:gd name="T73" fmla="*/ 7 h 105"/>
                    <a:gd name="T74" fmla="*/ 96 w 128"/>
                    <a:gd name="T75" fmla="*/ 20 h 105"/>
                    <a:gd name="T76" fmla="*/ 83 w 128"/>
                    <a:gd name="T77" fmla="*/ 43 h 105"/>
                    <a:gd name="T78" fmla="*/ 94 w 128"/>
                    <a:gd name="T79" fmla="*/ 44 h 105"/>
                    <a:gd name="T80" fmla="*/ 122 w 128"/>
                    <a:gd name="T81" fmla="*/ 59 h 105"/>
                    <a:gd name="T82" fmla="*/ 120 w 128"/>
                    <a:gd name="T83" fmla="*/ 73 h 105"/>
                    <a:gd name="T84" fmla="*/ 98 w 128"/>
                    <a:gd name="T85" fmla="*/ 73 h 105"/>
                    <a:gd name="T86" fmla="*/ 97 w 128"/>
                    <a:gd name="T87" fmla="*/ 66 h 105"/>
                    <a:gd name="T88" fmla="*/ 101 w 128"/>
                    <a:gd name="T89" fmla="*/ 58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8" h="105">
                      <a:moveTo>
                        <a:pt x="101" y="58"/>
                      </a:moveTo>
                      <a:cubicBezTo>
                        <a:pt x="94" y="52"/>
                        <a:pt x="81" y="52"/>
                        <a:pt x="74" y="56"/>
                      </a:cubicBezTo>
                      <a:cubicBezTo>
                        <a:pt x="73" y="57"/>
                        <a:pt x="70" y="58"/>
                        <a:pt x="68" y="57"/>
                      </a:cubicBezTo>
                      <a:cubicBezTo>
                        <a:pt x="62" y="56"/>
                        <a:pt x="57" y="57"/>
                        <a:pt x="51" y="59"/>
                      </a:cubicBezTo>
                      <a:cubicBezTo>
                        <a:pt x="46" y="61"/>
                        <a:pt x="41" y="63"/>
                        <a:pt x="36" y="65"/>
                      </a:cubicBezTo>
                      <a:cubicBezTo>
                        <a:pt x="32" y="67"/>
                        <a:pt x="29" y="69"/>
                        <a:pt x="28" y="73"/>
                      </a:cubicBezTo>
                      <a:cubicBezTo>
                        <a:pt x="24" y="82"/>
                        <a:pt x="20" y="92"/>
                        <a:pt x="16" y="102"/>
                      </a:cubicBezTo>
                      <a:cubicBezTo>
                        <a:pt x="16" y="103"/>
                        <a:pt x="14" y="105"/>
                        <a:pt x="13" y="104"/>
                      </a:cubicBezTo>
                      <a:cubicBezTo>
                        <a:pt x="9" y="103"/>
                        <a:pt x="5" y="100"/>
                        <a:pt x="1" y="98"/>
                      </a:cubicBezTo>
                      <a:cubicBezTo>
                        <a:pt x="0" y="97"/>
                        <a:pt x="0" y="95"/>
                        <a:pt x="0" y="93"/>
                      </a:cubicBezTo>
                      <a:cubicBezTo>
                        <a:pt x="5" y="82"/>
                        <a:pt x="10" y="71"/>
                        <a:pt x="15" y="60"/>
                      </a:cubicBezTo>
                      <a:cubicBezTo>
                        <a:pt x="15" y="59"/>
                        <a:pt x="16" y="59"/>
                        <a:pt x="16" y="58"/>
                      </a:cubicBezTo>
                      <a:cubicBezTo>
                        <a:pt x="18" y="56"/>
                        <a:pt x="19" y="52"/>
                        <a:pt x="20" y="52"/>
                      </a:cubicBezTo>
                      <a:cubicBezTo>
                        <a:pt x="24" y="52"/>
                        <a:pt x="29" y="52"/>
                        <a:pt x="32" y="54"/>
                      </a:cubicBezTo>
                      <a:cubicBezTo>
                        <a:pt x="35" y="55"/>
                        <a:pt x="36" y="56"/>
                        <a:pt x="39" y="55"/>
                      </a:cubicBezTo>
                      <a:cubicBezTo>
                        <a:pt x="57" y="50"/>
                        <a:pt x="66" y="37"/>
                        <a:pt x="72" y="21"/>
                      </a:cubicBezTo>
                      <a:cubicBezTo>
                        <a:pt x="72" y="20"/>
                        <a:pt x="73" y="18"/>
                        <a:pt x="74" y="16"/>
                      </a:cubicBezTo>
                      <a:cubicBezTo>
                        <a:pt x="74" y="14"/>
                        <a:pt x="74" y="13"/>
                        <a:pt x="74" y="11"/>
                      </a:cubicBezTo>
                      <a:cubicBezTo>
                        <a:pt x="74" y="11"/>
                        <a:pt x="72" y="10"/>
                        <a:pt x="71" y="11"/>
                      </a:cubicBezTo>
                      <a:cubicBezTo>
                        <a:pt x="70" y="12"/>
                        <a:pt x="68" y="13"/>
                        <a:pt x="68" y="15"/>
                      </a:cubicBezTo>
                      <a:cubicBezTo>
                        <a:pt x="67" y="17"/>
                        <a:pt x="68" y="19"/>
                        <a:pt x="68" y="21"/>
                      </a:cubicBezTo>
                      <a:cubicBezTo>
                        <a:pt x="69" y="28"/>
                        <a:pt x="68" y="30"/>
                        <a:pt x="59" y="29"/>
                      </a:cubicBezTo>
                      <a:cubicBezTo>
                        <a:pt x="57" y="29"/>
                        <a:pt x="55" y="28"/>
                        <a:pt x="53" y="27"/>
                      </a:cubicBezTo>
                      <a:cubicBezTo>
                        <a:pt x="51" y="26"/>
                        <a:pt x="49" y="25"/>
                        <a:pt x="47" y="24"/>
                      </a:cubicBezTo>
                      <a:cubicBezTo>
                        <a:pt x="47" y="27"/>
                        <a:pt x="47" y="29"/>
                        <a:pt x="47" y="32"/>
                      </a:cubicBezTo>
                      <a:cubicBezTo>
                        <a:pt x="47" y="33"/>
                        <a:pt x="47" y="33"/>
                        <a:pt x="47" y="34"/>
                      </a:cubicBezTo>
                      <a:cubicBezTo>
                        <a:pt x="47" y="38"/>
                        <a:pt x="48" y="43"/>
                        <a:pt x="43" y="45"/>
                      </a:cubicBezTo>
                      <a:cubicBezTo>
                        <a:pt x="39" y="46"/>
                        <a:pt x="34" y="44"/>
                        <a:pt x="31" y="39"/>
                      </a:cubicBezTo>
                      <a:cubicBezTo>
                        <a:pt x="28" y="34"/>
                        <a:pt x="25" y="29"/>
                        <a:pt x="29" y="23"/>
                      </a:cubicBezTo>
                      <a:cubicBezTo>
                        <a:pt x="31" y="20"/>
                        <a:pt x="31" y="17"/>
                        <a:pt x="33" y="14"/>
                      </a:cubicBezTo>
                      <a:cubicBezTo>
                        <a:pt x="34" y="12"/>
                        <a:pt x="35" y="9"/>
                        <a:pt x="36" y="9"/>
                      </a:cubicBezTo>
                      <a:cubicBezTo>
                        <a:pt x="38" y="10"/>
                        <a:pt x="40" y="11"/>
                        <a:pt x="42" y="13"/>
                      </a:cubicBezTo>
                      <a:cubicBezTo>
                        <a:pt x="42" y="13"/>
                        <a:pt x="43" y="15"/>
                        <a:pt x="44" y="16"/>
                      </a:cubicBezTo>
                      <a:cubicBezTo>
                        <a:pt x="48" y="13"/>
                        <a:pt x="52" y="11"/>
                        <a:pt x="57" y="14"/>
                      </a:cubicBezTo>
                      <a:cubicBezTo>
                        <a:pt x="58" y="15"/>
                        <a:pt x="61" y="13"/>
                        <a:pt x="62" y="11"/>
                      </a:cubicBezTo>
                      <a:cubicBezTo>
                        <a:pt x="69" y="5"/>
                        <a:pt x="75" y="0"/>
                        <a:pt x="84" y="0"/>
                      </a:cubicBezTo>
                      <a:cubicBezTo>
                        <a:pt x="89" y="0"/>
                        <a:pt x="93" y="2"/>
                        <a:pt x="96" y="7"/>
                      </a:cubicBezTo>
                      <a:cubicBezTo>
                        <a:pt x="99" y="11"/>
                        <a:pt x="98" y="15"/>
                        <a:pt x="96" y="20"/>
                      </a:cubicBezTo>
                      <a:cubicBezTo>
                        <a:pt x="91" y="27"/>
                        <a:pt x="87" y="35"/>
                        <a:pt x="83" y="43"/>
                      </a:cubicBezTo>
                      <a:cubicBezTo>
                        <a:pt x="88" y="43"/>
                        <a:pt x="91" y="44"/>
                        <a:pt x="94" y="44"/>
                      </a:cubicBezTo>
                      <a:cubicBezTo>
                        <a:pt x="105" y="46"/>
                        <a:pt x="115" y="50"/>
                        <a:pt x="122" y="59"/>
                      </a:cubicBezTo>
                      <a:cubicBezTo>
                        <a:pt x="128" y="65"/>
                        <a:pt x="127" y="68"/>
                        <a:pt x="120" y="73"/>
                      </a:cubicBezTo>
                      <a:cubicBezTo>
                        <a:pt x="113" y="77"/>
                        <a:pt x="105" y="77"/>
                        <a:pt x="98" y="73"/>
                      </a:cubicBezTo>
                      <a:cubicBezTo>
                        <a:pt x="95" y="71"/>
                        <a:pt x="95" y="69"/>
                        <a:pt x="97" y="66"/>
                      </a:cubicBezTo>
                      <a:cubicBezTo>
                        <a:pt x="98" y="64"/>
                        <a:pt x="100" y="61"/>
                        <a:pt x="101" y="5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0" name="Freeform 8">
                  <a:extLst>
                    <a:ext uri="{FF2B5EF4-FFF2-40B4-BE49-F238E27FC236}">
                      <a16:creationId xmlns:a16="http://schemas.microsoft.com/office/drawing/2014/main" id="{68AB8704-3F31-41E0-B209-31D0A83BAA2E}"/>
                    </a:ext>
                  </a:extLst>
                </p:cNvPr>
                <p:cNvSpPr>
                  <a:spLocks/>
                </p:cNvSpPr>
                <p:nvPr/>
              </p:nvSpPr>
              <p:spPr bwMode="auto">
                <a:xfrm>
                  <a:off x="5664200" y="2355851"/>
                  <a:ext cx="341313" cy="407988"/>
                </a:xfrm>
                <a:custGeom>
                  <a:avLst/>
                  <a:gdLst>
                    <a:gd name="T0" fmla="*/ 46 w 80"/>
                    <a:gd name="T1" fmla="*/ 29 h 96"/>
                    <a:gd name="T2" fmla="*/ 65 w 80"/>
                    <a:gd name="T3" fmla="*/ 29 h 96"/>
                    <a:gd name="T4" fmla="*/ 79 w 80"/>
                    <a:gd name="T5" fmla="*/ 41 h 96"/>
                    <a:gd name="T6" fmla="*/ 74 w 80"/>
                    <a:gd name="T7" fmla="*/ 43 h 96"/>
                    <a:gd name="T8" fmla="*/ 60 w 80"/>
                    <a:gd name="T9" fmla="*/ 43 h 96"/>
                    <a:gd name="T10" fmla="*/ 52 w 80"/>
                    <a:gd name="T11" fmla="*/ 50 h 96"/>
                    <a:gd name="T12" fmla="*/ 49 w 80"/>
                    <a:gd name="T13" fmla="*/ 87 h 96"/>
                    <a:gd name="T14" fmla="*/ 37 w 80"/>
                    <a:gd name="T15" fmla="*/ 95 h 96"/>
                    <a:gd name="T16" fmla="*/ 21 w 80"/>
                    <a:gd name="T17" fmla="*/ 68 h 96"/>
                    <a:gd name="T18" fmla="*/ 22 w 80"/>
                    <a:gd name="T19" fmla="*/ 62 h 96"/>
                    <a:gd name="T20" fmla="*/ 30 w 80"/>
                    <a:gd name="T21" fmla="*/ 72 h 96"/>
                    <a:gd name="T22" fmla="*/ 40 w 80"/>
                    <a:gd name="T23" fmla="*/ 70 h 96"/>
                    <a:gd name="T24" fmla="*/ 43 w 80"/>
                    <a:gd name="T25" fmla="*/ 46 h 96"/>
                    <a:gd name="T26" fmla="*/ 24 w 80"/>
                    <a:gd name="T27" fmla="*/ 52 h 96"/>
                    <a:gd name="T28" fmla="*/ 19 w 80"/>
                    <a:gd name="T29" fmla="*/ 54 h 96"/>
                    <a:gd name="T30" fmla="*/ 6 w 80"/>
                    <a:gd name="T31" fmla="*/ 54 h 96"/>
                    <a:gd name="T32" fmla="*/ 2 w 80"/>
                    <a:gd name="T33" fmla="*/ 40 h 96"/>
                    <a:gd name="T34" fmla="*/ 6 w 80"/>
                    <a:gd name="T35" fmla="*/ 37 h 96"/>
                    <a:gd name="T36" fmla="*/ 28 w 80"/>
                    <a:gd name="T37" fmla="*/ 33 h 96"/>
                    <a:gd name="T38" fmla="*/ 33 w 80"/>
                    <a:gd name="T39" fmla="*/ 32 h 96"/>
                    <a:gd name="T40" fmla="*/ 36 w 80"/>
                    <a:gd name="T41" fmla="*/ 22 h 96"/>
                    <a:gd name="T42" fmla="*/ 46 w 80"/>
                    <a:gd name="T43" fmla="*/ 12 h 96"/>
                    <a:gd name="T44" fmla="*/ 45 w 80"/>
                    <a:gd name="T45" fmla="*/ 10 h 96"/>
                    <a:gd name="T46" fmla="*/ 26 w 80"/>
                    <a:gd name="T47" fmla="*/ 17 h 96"/>
                    <a:gd name="T48" fmla="*/ 15 w 80"/>
                    <a:gd name="T49" fmla="*/ 24 h 96"/>
                    <a:gd name="T50" fmla="*/ 5 w 80"/>
                    <a:gd name="T51" fmla="*/ 22 h 96"/>
                    <a:gd name="T52" fmla="*/ 1 w 80"/>
                    <a:gd name="T53" fmla="*/ 17 h 96"/>
                    <a:gd name="T54" fmla="*/ 36 w 80"/>
                    <a:gd name="T55" fmla="*/ 2 h 96"/>
                    <a:gd name="T56" fmla="*/ 55 w 80"/>
                    <a:gd name="T57" fmla="*/ 0 h 96"/>
                    <a:gd name="T58" fmla="*/ 61 w 80"/>
                    <a:gd name="T59" fmla="*/ 6 h 96"/>
                    <a:gd name="T60" fmla="*/ 59 w 80"/>
                    <a:gd name="T61" fmla="*/ 13 h 96"/>
                    <a:gd name="T62" fmla="*/ 46 w 80"/>
                    <a:gd name="T63" fmla="*/ 29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 h="96">
                      <a:moveTo>
                        <a:pt x="46" y="29"/>
                      </a:moveTo>
                      <a:cubicBezTo>
                        <a:pt x="53" y="30"/>
                        <a:pt x="59" y="31"/>
                        <a:pt x="65" y="29"/>
                      </a:cubicBezTo>
                      <a:cubicBezTo>
                        <a:pt x="71" y="27"/>
                        <a:pt x="80" y="34"/>
                        <a:pt x="79" y="41"/>
                      </a:cubicBezTo>
                      <a:cubicBezTo>
                        <a:pt x="79" y="42"/>
                        <a:pt x="76" y="43"/>
                        <a:pt x="74" y="43"/>
                      </a:cubicBezTo>
                      <a:cubicBezTo>
                        <a:pt x="70" y="43"/>
                        <a:pt x="65" y="43"/>
                        <a:pt x="60" y="43"/>
                      </a:cubicBezTo>
                      <a:cubicBezTo>
                        <a:pt x="53" y="42"/>
                        <a:pt x="52" y="44"/>
                        <a:pt x="52" y="50"/>
                      </a:cubicBezTo>
                      <a:cubicBezTo>
                        <a:pt x="51" y="62"/>
                        <a:pt x="51" y="75"/>
                        <a:pt x="49" y="87"/>
                      </a:cubicBezTo>
                      <a:cubicBezTo>
                        <a:pt x="48" y="95"/>
                        <a:pt x="45" y="96"/>
                        <a:pt x="37" y="95"/>
                      </a:cubicBezTo>
                      <a:cubicBezTo>
                        <a:pt x="25" y="92"/>
                        <a:pt x="15" y="82"/>
                        <a:pt x="21" y="68"/>
                      </a:cubicBezTo>
                      <a:cubicBezTo>
                        <a:pt x="21" y="66"/>
                        <a:pt x="21" y="64"/>
                        <a:pt x="22" y="62"/>
                      </a:cubicBezTo>
                      <a:cubicBezTo>
                        <a:pt x="24" y="65"/>
                        <a:pt x="27" y="69"/>
                        <a:pt x="30" y="72"/>
                      </a:cubicBezTo>
                      <a:cubicBezTo>
                        <a:pt x="33" y="76"/>
                        <a:pt x="39" y="75"/>
                        <a:pt x="40" y="70"/>
                      </a:cubicBezTo>
                      <a:cubicBezTo>
                        <a:pt x="41" y="62"/>
                        <a:pt x="42" y="54"/>
                        <a:pt x="43" y="46"/>
                      </a:cubicBezTo>
                      <a:cubicBezTo>
                        <a:pt x="35" y="45"/>
                        <a:pt x="30" y="49"/>
                        <a:pt x="24" y="52"/>
                      </a:cubicBezTo>
                      <a:cubicBezTo>
                        <a:pt x="22" y="52"/>
                        <a:pt x="21" y="54"/>
                        <a:pt x="19" y="54"/>
                      </a:cubicBezTo>
                      <a:cubicBezTo>
                        <a:pt x="14" y="58"/>
                        <a:pt x="11" y="57"/>
                        <a:pt x="6" y="54"/>
                      </a:cubicBezTo>
                      <a:cubicBezTo>
                        <a:pt x="3" y="51"/>
                        <a:pt x="0" y="44"/>
                        <a:pt x="2" y="40"/>
                      </a:cubicBezTo>
                      <a:cubicBezTo>
                        <a:pt x="2" y="39"/>
                        <a:pt x="5" y="37"/>
                        <a:pt x="6" y="37"/>
                      </a:cubicBezTo>
                      <a:cubicBezTo>
                        <a:pt x="14" y="39"/>
                        <a:pt x="20" y="35"/>
                        <a:pt x="28" y="33"/>
                      </a:cubicBezTo>
                      <a:cubicBezTo>
                        <a:pt x="29" y="33"/>
                        <a:pt x="31" y="32"/>
                        <a:pt x="33" y="32"/>
                      </a:cubicBezTo>
                      <a:cubicBezTo>
                        <a:pt x="31" y="27"/>
                        <a:pt x="31" y="24"/>
                        <a:pt x="36" y="22"/>
                      </a:cubicBezTo>
                      <a:cubicBezTo>
                        <a:pt x="39" y="19"/>
                        <a:pt x="42" y="15"/>
                        <a:pt x="46" y="12"/>
                      </a:cubicBezTo>
                      <a:cubicBezTo>
                        <a:pt x="45" y="11"/>
                        <a:pt x="45" y="11"/>
                        <a:pt x="45" y="10"/>
                      </a:cubicBezTo>
                      <a:cubicBezTo>
                        <a:pt x="38" y="13"/>
                        <a:pt x="32" y="15"/>
                        <a:pt x="26" y="17"/>
                      </a:cubicBezTo>
                      <a:cubicBezTo>
                        <a:pt x="22" y="19"/>
                        <a:pt x="18" y="22"/>
                        <a:pt x="15" y="24"/>
                      </a:cubicBezTo>
                      <a:cubicBezTo>
                        <a:pt x="11" y="26"/>
                        <a:pt x="7" y="27"/>
                        <a:pt x="5" y="22"/>
                      </a:cubicBezTo>
                      <a:cubicBezTo>
                        <a:pt x="4" y="20"/>
                        <a:pt x="3" y="19"/>
                        <a:pt x="1" y="17"/>
                      </a:cubicBezTo>
                      <a:cubicBezTo>
                        <a:pt x="13" y="12"/>
                        <a:pt x="25" y="6"/>
                        <a:pt x="36" y="2"/>
                      </a:cubicBezTo>
                      <a:cubicBezTo>
                        <a:pt x="42" y="0"/>
                        <a:pt x="49" y="0"/>
                        <a:pt x="55" y="0"/>
                      </a:cubicBezTo>
                      <a:cubicBezTo>
                        <a:pt x="57" y="0"/>
                        <a:pt x="60" y="4"/>
                        <a:pt x="61" y="6"/>
                      </a:cubicBezTo>
                      <a:cubicBezTo>
                        <a:pt x="62" y="8"/>
                        <a:pt x="61" y="11"/>
                        <a:pt x="59" y="13"/>
                      </a:cubicBezTo>
                      <a:cubicBezTo>
                        <a:pt x="55" y="18"/>
                        <a:pt x="51" y="23"/>
                        <a:pt x="46"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35" name="组合 34">
                <a:extLst>
                  <a:ext uri="{FF2B5EF4-FFF2-40B4-BE49-F238E27FC236}">
                    <a16:creationId xmlns:a16="http://schemas.microsoft.com/office/drawing/2014/main" id="{B92E7EB9-3312-4310-B5FA-50F0FA6CFB99}"/>
                  </a:ext>
                </a:extLst>
              </p:cNvPr>
              <p:cNvGrpSpPr/>
              <p:nvPr/>
            </p:nvGrpSpPr>
            <p:grpSpPr>
              <a:xfrm>
                <a:off x="11380187" y="2628491"/>
                <a:ext cx="208353" cy="241263"/>
                <a:chOff x="3792874" y="3138488"/>
                <a:chExt cx="322175" cy="373063"/>
              </a:xfrm>
              <a:grpFill/>
            </p:grpSpPr>
            <p:sp>
              <p:nvSpPr>
                <p:cNvPr id="36" name="Freeform 15">
                  <a:extLst>
                    <a:ext uri="{FF2B5EF4-FFF2-40B4-BE49-F238E27FC236}">
                      <a16:creationId xmlns:a16="http://schemas.microsoft.com/office/drawing/2014/main" id="{4A24723D-38DD-4916-B1AF-76A903317407}"/>
                    </a:ext>
                  </a:extLst>
                </p:cNvPr>
                <p:cNvSpPr>
                  <a:spLocks/>
                </p:cNvSpPr>
                <p:nvPr/>
              </p:nvSpPr>
              <p:spPr bwMode="auto">
                <a:xfrm>
                  <a:off x="3792874" y="3235325"/>
                  <a:ext cx="112625" cy="246063"/>
                </a:xfrm>
                <a:custGeom>
                  <a:avLst/>
                  <a:gdLst>
                    <a:gd name="T0" fmla="*/ 16 w 39"/>
                    <a:gd name="T1" fmla="*/ 29 h 58"/>
                    <a:gd name="T2" fmla="*/ 27 w 39"/>
                    <a:gd name="T3" fmla="*/ 7 h 58"/>
                    <a:gd name="T4" fmla="*/ 31 w 39"/>
                    <a:gd name="T5" fmla="*/ 1 h 58"/>
                    <a:gd name="T6" fmla="*/ 34 w 39"/>
                    <a:gd name="T7" fmla="*/ 6 h 58"/>
                    <a:gd name="T8" fmla="*/ 35 w 39"/>
                    <a:gd name="T9" fmla="*/ 26 h 58"/>
                    <a:gd name="T10" fmla="*/ 20 w 39"/>
                    <a:gd name="T11" fmla="*/ 52 h 58"/>
                    <a:gd name="T12" fmla="*/ 9 w 39"/>
                    <a:gd name="T13" fmla="*/ 57 h 58"/>
                    <a:gd name="T14" fmla="*/ 1 w 39"/>
                    <a:gd name="T15" fmla="*/ 43 h 58"/>
                    <a:gd name="T16" fmla="*/ 4 w 39"/>
                    <a:gd name="T17" fmla="*/ 6 h 58"/>
                    <a:gd name="T18" fmla="*/ 8 w 39"/>
                    <a:gd name="T19" fmla="*/ 0 h 58"/>
                    <a:gd name="T20" fmla="*/ 15 w 39"/>
                    <a:gd name="T21" fmla="*/ 6 h 58"/>
                    <a:gd name="T22" fmla="*/ 14 w 39"/>
                    <a:gd name="T23" fmla="*/ 20 h 58"/>
                    <a:gd name="T24" fmla="*/ 14 w 39"/>
                    <a:gd name="T25" fmla="*/ 28 h 58"/>
                    <a:gd name="T26" fmla="*/ 16 w 39"/>
                    <a:gd name="T27" fmla="*/ 29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9" h="58">
                      <a:moveTo>
                        <a:pt x="16" y="29"/>
                      </a:moveTo>
                      <a:cubicBezTo>
                        <a:pt x="19" y="21"/>
                        <a:pt x="23" y="14"/>
                        <a:pt x="27" y="7"/>
                      </a:cubicBezTo>
                      <a:cubicBezTo>
                        <a:pt x="28" y="5"/>
                        <a:pt x="29" y="3"/>
                        <a:pt x="31" y="1"/>
                      </a:cubicBezTo>
                      <a:cubicBezTo>
                        <a:pt x="32" y="3"/>
                        <a:pt x="33" y="4"/>
                        <a:pt x="34" y="6"/>
                      </a:cubicBezTo>
                      <a:cubicBezTo>
                        <a:pt x="37" y="12"/>
                        <a:pt x="39" y="19"/>
                        <a:pt x="35" y="26"/>
                      </a:cubicBezTo>
                      <a:cubicBezTo>
                        <a:pt x="30" y="34"/>
                        <a:pt x="25" y="43"/>
                        <a:pt x="20" y="52"/>
                      </a:cubicBezTo>
                      <a:cubicBezTo>
                        <a:pt x="18" y="56"/>
                        <a:pt x="12" y="58"/>
                        <a:pt x="9" y="57"/>
                      </a:cubicBezTo>
                      <a:cubicBezTo>
                        <a:pt x="2" y="54"/>
                        <a:pt x="0" y="50"/>
                        <a:pt x="1" y="43"/>
                      </a:cubicBezTo>
                      <a:cubicBezTo>
                        <a:pt x="2" y="31"/>
                        <a:pt x="3" y="18"/>
                        <a:pt x="4" y="6"/>
                      </a:cubicBezTo>
                      <a:cubicBezTo>
                        <a:pt x="4" y="4"/>
                        <a:pt x="4" y="0"/>
                        <a:pt x="8" y="0"/>
                      </a:cubicBezTo>
                      <a:cubicBezTo>
                        <a:pt x="11" y="0"/>
                        <a:pt x="15" y="1"/>
                        <a:pt x="15" y="6"/>
                      </a:cubicBezTo>
                      <a:cubicBezTo>
                        <a:pt x="15" y="10"/>
                        <a:pt x="14" y="15"/>
                        <a:pt x="14" y="20"/>
                      </a:cubicBezTo>
                      <a:cubicBezTo>
                        <a:pt x="14" y="23"/>
                        <a:pt x="14" y="25"/>
                        <a:pt x="14" y="28"/>
                      </a:cubicBezTo>
                      <a:cubicBezTo>
                        <a:pt x="14" y="28"/>
                        <a:pt x="15" y="28"/>
                        <a:pt x="16"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7" name="Freeform 16">
                  <a:extLst>
                    <a:ext uri="{FF2B5EF4-FFF2-40B4-BE49-F238E27FC236}">
                      <a16:creationId xmlns:a16="http://schemas.microsoft.com/office/drawing/2014/main" id="{FB4C6AFE-87EF-4FB7-829C-F7529116EE44}"/>
                    </a:ext>
                  </a:extLst>
                </p:cNvPr>
                <p:cNvSpPr>
                  <a:spLocks/>
                </p:cNvSpPr>
                <p:nvPr/>
              </p:nvSpPr>
              <p:spPr bwMode="auto">
                <a:xfrm>
                  <a:off x="3980111" y="3138488"/>
                  <a:ext cx="134938" cy="373063"/>
                </a:xfrm>
                <a:custGeom>
                  <a:avLst/>
                  <a:gdLst>
                    <a:gd name="T0" fmla="*/ 9 w 47"/>
                    <a:gd name="T1" fmla="*/ 73 h 88"/>
                    <a:gd name="T2" fmla="*/ 3 w 47"/>
                    <a:gd name="T3" fmla="*/ 67 h 88"/>
                    <a:gd name="T4" fmla="*/ 3 w 47"/>
                    <a:gd name="T5" fmla="*/ 57 h 88"/>
                    <a:gd name="T6" fmla="*/ 20 w 47"/>
                    <a:gd name="T7" fmla="*/ 38 h 88"/>
                    <a:gd name="T8" fmla="*/ 33 w 47"/>
                    <a:gd name="T9" fmla="*/ 20 h 88"/>
                    <a:gd name="T10" fmla="*/ 33 w 47"/>
                    <a:gd name="T11" fmla="*/ 4 h 88"/>
                    <a:gd name="T12" fmla="*/ 32 w 47"/>
                    <a:gd name="T13" fmla="*/ 1 h 88"/>
                    <a:gd name="T14" fmla="*/ 33 w 47"/>
                    <a:gd name="T15" fmla="*/ 0 h 88"/>
                    <a:gd name="T16" fmla="*/ 41 w 47"/>
                    <a:gd name="T17" fmla="*/ 6 h 88"/>
                    <a:gd name="T18" fmla="*/ 43 w 47"/>
                    <a:gd name="T19" fmla="*/ 26 h 88"/>
                    <a:gd name="T20" fmla="*/ 29 w 47"/>
                    <a:gd name="T21" fmla="*/ 48 h 88"/>
                    <a:gd name="T22" fmla="*/ 30 w 47"/>
                    <a:gd name="T23" fmla="*/ 52 h 88"/>
                    <a:gd name="T24" fmla="*/ 40 w 47"/>
                    <a:gd name="T25" fmla="*/ 73 h 88"/>
                    <a:gd name="T26" fmla="*/ 41 w 47"/>
                    <a:gd name="T27" fmla="*/ 84 h 88"/>
                    <a:gd name="T28" fmla="*/ 37 w 47"/>
                    <a:gd name="T29" fmla="*/ 86 h 88"/>
                    <a:gd name="T30" fmla="*/ 31 w 47"/>
                    <a:gd name="T31" fmla="*/ 75 h 88"/>
                    <a:gd name="T32" fmla="*/ 28 w 47"/>
                    <a:gd name="T33" fmla="*/ 60 h 88"/>
                    <a:gd name="T34" fmla="*/ 22 w 47"/>
                    <a:gd name="T35" fmla="*/ 59 h 88"/>
                    <a:gd name="T36" fmla="*/ 9 w 47"/>
                    <a:gd name="T37" fmla="*/ 73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7" h="88">
                      <a:moveTo>
                        <a:pt x="9" y="73"/>
                      </a:moveTo>
                      <a:cubicBezTo>
                        <a:pt x="7" y="71"/>
                        <a:pt x="5" y="69"/>
                        <a:pt x="3" y="67"/>
                      </a:cubicBezTo>
                      <a:cubicBezTo>
                        <a:pt x="1" y="64"/>
                        <a:pt x="0" y="61"/>
                        <a:pt x="3" y="57"/>
                      </a:cubicBezTo>
                      <a:cubicBezTo>
                        <a:pt x="9" y="51"/>
                        <a:pt x="14" y="45"/>
                        <a:pt x="20" y="38"/>
                      </a:cubicBezTo>
                      <a:cubicBezTo>
                        <a:pt x="24" y="32"/>
                        <a:pt x="28" y="26"/>
                        <a:pt x="33" y="20"/>
                      </a:cubicBezTo>
                      <a:cubicBezTo>
                        <a:pt x="36" y="15"/>
                        <a:pt x="36" y="9"/>
                        <a:pt x="33" y="4"/>
                      </a:cubicBezTo>
                      <a:cubicBezTo>
                        <a:pt x="32" y="3"/>
                        <a:pt x="32" y="2"/>
                        <a:pt x="32" y="1"/>
                      </a:cubicBezTo>
                      <a:cubicBezTo>
                        <a:pt x="32" y="1"/>
                        <a:pt x="33" y="0"/>
                        <a:pt x="33" y="0"/>
                      </a:cubicBezTo>
                      <a:cubicBezTo>
                        <a:pt x="36" y="2"/>
                        <a:pt x="39" y="4"/>
                        <a:pt x="41" y="6"/>
                      </a:cubicBezTo>
                      <a:cubicBezTo>
                        <a:pt x="46" y="11"/>
                        <a:pt x="47" y="20"/>
                        <a:pt x="43" y="26"/>
                      </a:cubicBezTo>
                      <a:cubicBezTo>
                        <a:pt x="39" y="33"/>
                        <a:pt x="34" y="40"/>
                        <a:pt x="29" y="48"/>
                      </a:cubicBezTo>
                      <a:cubicBezTo>
                        <a:pt x="29" y="49"/>
                        <a:pt x="29" y="52"/>
                        <a:pt x="30" y="52"/>
                      </a:cubicBezTo>
                      <a:cubicBezTo>
                        <a:pt x="38" y="57"/>
                        <a:pt x="38" y="65"/>
                        <a:pt x="40" y="73"/>
                      </a:cubicBezTo>
                      <a:cubicBezTo>
                        <a:pt x="41" y="76"/>
                        <a:pt x="41" y="80"/>
                        <a:pt x="41" y="84"/>
                      </a:cubicBezTo>
                      <a:cubicBezTo>
                        <a:pt x="41" y="87"/>
                        <a:pt x="39" y="88"/>
                        <a:pt x="37" y="86"/>
                      </a:cubicBezTo>
                      <a:cubicBezTo>
                        <a:pt x="33" y="83"/>
                        <a:pt x="31" y="81"/>
                        <a:pt x="31" y="75"/>
                      </a:cubicBezTo>
                      <a:cubicBezTo>
                        <a:pt x="31" y="70"/>
                        <a:pt x="30" y="65"/>
                        <a:pt x="28" y="60"/>
                      </a:cubicBezTo>
                      <a:cubicBezTo>
                        <a:pt x="27" y="55"/>
                        <a:pt x="25" y="56"/>
                        <a:pt x="22" y="59"/>
                      </a:cubicBezTo>
                      <a:cubicBezTo>
                        <a:pt x="18" y="64"/>
                        <a:pt x="14" y="68"/>
                        <a:pt x="9"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8" name="Freeform 17">
                  <a:extLst>
                    <a:ext uri="{FF2B5EF4-FFF2-40B4-BE49-F238E27FC236}">
                      <a16:creationId xmlns:a16="http://schemas.microsoft.com/office/drawing/2014/main" id="{7BBE01C1-D3BA-489E-BE5E-C63059DA7AF9}"/>
                    </a:ext>
                  </a:extLst>
                </p:cNvPr>
                <p:cNvSpPr>
                  <a:spLocks/>
                </p:cNvSpPr>
                <p:nvPr/>
              </p:nvSpPr>
              <p:spPr bwMode="auto">
                <a:xfrm>
                  <a:off x="3872924" y="3138488"/>
                  <a:ext cx="75438" cy="79375"/>
                </a:xfrm>
                <a:custGeom>
                  <a:avLst/>
                  <a:gdLst>
                    <a:gd name="T0" fmla="*/ 0 w 26"/>
                    <a:gd name="T1" fmla="*/ 0 h 19"/>
                    <a:gd name="T2" fmla="*/ 20 w 26"/>
                    <a:gd name="T3" fmla="*/ 1 h 19"/>
                    <a:gd name="T4" fmla="*/ 23 w 26"/>
                    <a:gd name="T5" fmla="*/ 12 h 19"/>
                    <a:gd name="T6" fmla="*/ 12 w 26"/>
                    <a:gd name="T7" fmla="*/ 18 h 19"/>
                    <a:gd name="T8" fmla="*/ 3 w 26"/>
                    <a:gd name="T9" fmla="*/ 11 h 19"/>
                    <a:gd name="T10" fmla="*/ 0 w 26"/>
                    <a:gd name="T11" fmla="*/ 0 h 19"/>
                  </a:gdLst>
                  <a:ahLst/>
                  <a:cxnLst>
                    <a:cxn ang="0">
                      <a:pos x="T0" y="T1"/>
                    </a:cxn>
                    <a:cxn ang="0">
                      <a:pos x="T2" y="T3"/>
                    </a:cxn>
                    <a:cxn ang="0">
                      <a:pos x="T4" y="T5"/>
                    </a:cxn>
                    <a:cxn ang="0">
                      <a:pos x="T6" y="T7"/>
                    </a:cxn>
                    <a:cxn ang="0">
                      <a:pos x="T8" y="T9"/>
                    </a:cxn>
                    <a:cxn ang="0">
                      <a:pos x="T10" y="T11"/>
                    </a:cxn>
                  </a:cxnLst>
                  <a:rect l="0" t="0" r="r" b="b"/>
                  <a:pathLst>
                    <a:path w="26" h="19">
                      <a:moveTo>
                        <a:pt x="0" y="0"/>
                      </a:moveTo>
                      <a:cubicBezTo>
                        <a:pt x="8" y="1"/>
                        <a:pt x="14" y="1"/>
                        <a:pt x="20" y="1"/>
                      </a:cubicBezTo>
                      <a:cubicBezTo>
                        <a:pt x="24" y="1"/>
                        <a:pt x="26" y="8"/>
                        <a:pt x="23" y="12"/>
                      </a:cubicBezTo>
                      <a:cubicBezTo>
                        <a:pt x="21" y="16"/>
                        <a:pt x="17" y="19"/>
                        <a:pt x="12" y="18"/>
                      </a:cubicBezTo>
                      <a:cubicBezTo>
                        <a:pt x="8" y="18"/>
                        <a:pt x="5" y="15"/>
                        <a:pt x="3" y="11"/>
                      </a:cubicBezTo>
                      <a:cubicBezTo>
                        <a:pt x="2" y="8"/>
                        <a:pt x="1" y="4"/>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grpSp>
          <p:nvGrpSpPr>
            <p:cNvPr id="18" name="组合 17"/>
            <p:cNvGrpSpPr/>
            <p:nvPr/>
          </p:nvGrpSpPr>
          <p:grpSpPr>
            <a:xfrm>
              <a:off x="10861863" y="1977238"/>
              <a:ext cx="649364" cy="3286784"/>
              <a:chOff x="10232762" y="2216649"/>
              <a:chExt cx="405635" cy="2053139"/>
            </a:xfrm>
            <a:grpFill/>
          </p:grpSpPr>
          <p:grpSp>
            <p:nvGrpSpPr>
              <p:cNvPr id="19" name="组合 18">
                <a:extLst>
                  <a:ext uri="{FF2B5EF4-FFF2-40B4-BE49-F238E27FC236}">
                    <a16:creationId xmlns:a16="http://schemas.microsoft.com/office/drawing/2014/main" id="{4EB45816-40C4-4065-9181-C29D2BECD84E}"/>
                  </a:ext>
                </a:extLst>
              </p:cNvPr>
              <p:cNvGrpSpPr/>
              <p:nvPr/>
            </p:nvGrpSpPr>
            <p:grpSpPr>
              <a:xfrm>
                <a:off x="10279016" y="3306476"/>
                <a:ext cx="313128" cy="329555"/>
                <a:chOff x="6113463" y="3541713"/>
                <a:chExt cx="484188" cy="509588"/>
              </a:xfrm>
              <a:grpFill/>
            </p:grpSpPr>
            <p:sp>
              <p:nvSpPr>
                <p:cNvPr id="30" name="Freeform 9">
                  <a:extLst>
                    <a:ext uri="{FF2B5EF4-FFF2-40B4-BE49-F238E27FC236}">
                      <a16:creationId xmlns:a16="http://schemas.microsoft.com/office/drawing/2014/main" id="{70888479-5294-457A-8111-462CE4F104F2}"/>
                    </a:ext>
                  </a:extLst>
                </p:cNvPr>
                <p:cNvSpPr>
                  <a:spLocks noEditPoints="1"/>
                </p:cNvSpPr>
                <p:nvPr/>
              </p:nvSpPr>
              <p:spPr bwMode="auto">
                <a:xfrm>
                  <a:off x="6113463" y="3579813"/>
                  <a:ext cx="252413" cy="428625"/>
                </a:xfrm>
                <a:custGeom>
                  <a:avLst/>
                  <a:gdLst>
                    <a:gd name="T0" fmla="*/ 39 w 59"/>
                    <a:gd name="T1" fmla="*/ 78 h 101"/>
                    <a:gd name="T2" fmla="*/ 17 w 59"/>
                    <a:gd name="T3" fmla="*/ 94 h 101"/>
                    <a:gd name="T4" fmla="*/ 8 w 59"/>
                    <a:gd name="T5" fmla="*/ 94 h 101"/>
                    <a:gd name="T6" fmla="*/ 0 w 59"/>
                    <a:gd name="T7" fmla="*/ 79 h 101"/>
                    <a:gd name="T8" fmla="*/ 17 w 59"/>
                    <a:gd name="T9" fmla="*/ 73 h 101"/>
                    <a:gd name="T10" fmla="*/ 10 w 59"/>
                    <a:gd name="T11" fmla="*/ 68 h 101"/>
                    <a:gd name="T12" fmla="*/ 8 w 59"/>
                    <a:gd name="T13" fmla="*/ 60 h 101"/>
                    <a:gd name="T14" fmla="*/ 18 w 59"/>
                    <a:gd name="T15" fmla="*/ 23 h 101"/>
                    <a:gd name="T16" fmla="*/ 26 w 59"/>
                    <a:gd name="T17" fmla="*/ 17 h 101"/>
                    <a:gd name="T18" fmla="*/ 36 w 59"/>
                    <a:gd name="T19" fmla="*/ 26 h 101"/>
                    <a:gd name="T20" fmla="*/ 36 w 59"/>
                    <a:gd name="T21" fmla="*/ 27 h 101"/>
                    <a:gd name="T22" fmla="*/ 43 w 59"/>
                    <a:gd name="T23" fmla="*/ 40 h 101"/>
                    <a:gd name="T24" fmla="*/ 42 w 59"/>
                    <a:gd name="T25" fmla="*/ 12 h 101"/>
                    <a:gd name="T26" fmla="*/ 21 w 59"/>
                    <a:gd name="T27" fmla="*/ 5 h 101"/>
                    <a:gd name="T28" fmla="*/ 44 w 59"/>
                    <a:gd name="T29" fmla="*/ 1 h 101"/>
                    <a:gd name="T30" fmla="*/ 57 w 59"/>
                    <a:gd name="T31" fmla="*/ 17 h 101"/>
                    <a:gd name="T32" fmla="*/ 56 w 59"/>
                    <a:gd name="T33" fmla="*/ 48 h 101"/>
                    <a:gd name="T34" fmla="*/ 57 w 59"/>
                    <a:gd name="T35" fmla="*/ 55 h 101"/>
                    <a:gd name="T36" fmla="*/ 55 w 59"/>
                    <a:gd name="T37" fmla="*/ 64 h 101"/>
                    <a:gd name="T38" fmla="*/ 54 w 59"/>
                    <a:gd name="T39" fmla="*/ 71 h 101"/>
                    <a:gd name="T40" fmla="*/ 52 w 59"/>
                    <a:gd name="T41" fmla="*/ 95 h 101"/>
                    <a:gd name="T42" fmla="*/ 49 w 59"/>
                    <a:gd name="T43" fmla="*/ 101 h 101"/>
                    <a:gd name="T44" fmla="*/ 43 w 59"/>
                    <a:gd name="T45" fmla="*/ 98 h 101"/>
                    <a:gd name="T46" fmla="*/ 38 w 59"/>
                    <a:gd name="T47" fmla="*/ 86 h 101"/>
                    <a:gd name="T48" fmla="*/ 39 w 59"/>
                    <a:gd name="T49" fmla="*/ 78 h 101"/>
                    <a:gd name="T50" fmla="*/ 42 w 59"/>
                    <a:gd name="T51" fmla="*/ 47 h 101"/>
                    <a:gd name="T52" fmla="*/ 32 w 59"/>
                    <a:gd name="T53" fmla="*/ 44 h 101"/>
                    <a:gd name="T54" fmla="*/ 29 w 59"/>
                    <a:gd name="T55" fmla="*/ 64 h 101"/>
                    <a:gd name="T56" fmla="*/ 42 w 59"/>
                    <a:gd name="T57" fmla="*/ 4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9" h="101">
                      <a:moveTo>
                        <a:pt x="39" y="78"/>
                      </a:moveTo>
                      <a:cubicBezTo>
                        <a:pt x="31" y="84"/>
                        <a:pt x="24" y="89"/>
                        <a:pt x="17" y="94"/>
                      </a:cubicBezTo>
                      <a:cubicBezTo>
                        <a:pt x="14" y="97"/>
                        <a:pt x="11" y="96"/>
                        <a:pt x="8" y="94"/>
                      </a:cubicBezTo>
                      <a:cubicBezTo>
                        <a:pt x="4" y="90"/>
                        <a:pt x="0" y="86"/>
                        <a:pt x="0" y="79"/>
                      </a:cubicBezTo>
                      <a:cubicBezTo>
                        <a:pt x="6" y="82"/>
                        <a:pt x="12" y="80"/>
                        <a:pt x="17" y="73"/>
                      </a:cubicBezTo>
                      <a:cubicBezTo>
                        <a:pt x="15" y="72"/>
                        <a:pt x="13" y="70"/>
                        <a:pt x="10" y="68"/>
                      </a:cubicBezTo>
                      <a:cubicBezTo>
                        <a:pt x="7" y="66"/>
                        <a:pt x="7" y="63"/>
                        <a:pt x="8" y="60"/>
                      </a:cubicBezTo>
                      <a:cubicBezTo>
                        <a:pt x="11" y="48"/>
                        <a:pt x="15" y="36"/>
                        <a:pt x="18" y="23"/>
                      </a:cubicBezTo>
                      <a:cubicBezTo>
                        <a:pt x="19" y="20"/>
                        <a:pt x="20" y="16"/>
                        <a:pt x="26" y="17"/>
                      </a:cubicBezTo>
                      <a:cubicBezTo>
                        <a:pt x="32" y="18"/>
                        <a:pt x="36" y="21"/>
                        <a:pt x="36" y="26"/>
                      </a:cubicBezTo>
                      <a:cubicBezTo>
                        <a:pt x="36" y="26"/>
                        <a:pt x="36" y="27"/>
                        <a:pt x="36" y="27"/>
                      </a:cubicBezTo>
                      <a:cubicBezTo>
                        <a:pt x="35" y="33"/>
                        <a:pt x="38" y="37"/>
                        <a:pt x="43" y="40"/>
                      </a:cubicBezTo>
                      <a:cubicBezTo>
                        <a:pt x="43" y="31"/>
                        <a:pt x="42" y="22"/>
                        <a:pt x="42" y="12"/>
                      </a:cubicBezTo>
                      <a:cubicBezTo>
                        <a:pt x="30" y="16"/>
                        <a:pt x="20" y="12"/>
                        <a:pt x="21" y="5"/>
                      </a:cubicBezTo>
                      <a:cubicBezTo>
                        <a:pt x="29" y="3"/>
                        <a:pt x="36" y="1"/>
                        <a:pt x="44" y="1"/>
                      </a:cubicBezTo>
                      <a:cubicBezTo>
                        <a:pt x="54" y="0"/>
                        <a:pt x="59" y="8"/>
                        <a:pt x="57" y="17"/>
                      </a:cubicBezTo>
                      <a:cubicBezTo>
                        <a:pt x="56" y="27"/>
                        <a:pt x="56" y="38"/>
                        <a:pt x="56" y="48"/>
                      </a:cubicBezTo>
                      <a:cubicBezTo>
                        <a:pt x="56" y="50"/>
                        <a:pt x="57" y="52"/>
                        <a:pt x="57" y="55"/>
                      </a:cubicBezTo>
                      <a:cubicBezTo>
                        <a:pt x="57" y="58"/>
                        <a:pt x="56" y="61"/>
                        <a:pt x="55" y="64"/>
                      </a:cubicBezTo>
                      <a:cubicBezTo>
                        <a:pt x="55" y="66"/>
                        <a:pt x="54" y="68"/>
                        <a:pt x="54" y="71"/>
                      </a:cubicBezTo>
                      <a:cubicBezTo>
                        <a:pt x="53" y="79"/>
                        <a:pt x="53" y="87"/>
                        <a:pt x="52" y="95"/>
                      </a:cubicBezTo>
                      <a:cubicBezTo>
                        <a:pt x="52" y="97"/>
                        <a:pt x="51" y="100"/>
                        <a:pt x="49" y="101"/>
                      </a:cubicBezTo>
                      <a:cubicBezTo>
                        <a:pt x="47" y="101"/>
                        <a:pt x="44" y="100"/>
                        <a:pt x="43" y="98"/>
                      </a:cubicBezTo>
                      <a:cubicBezTo>
                        <a:pt x="39" y="95"/>
                        <a:pt x="36" y="92"/>
                        <a:pt x="38" y="86"/>
                      </a:cubicBezTo>
                      <a:cubicBezTo>
                        <a:pt x="39" y="84"/>
                        <a:pt x="39" y="81"/>
                        <a:pt x="39" y="78"/>
                      </a:cubicBezTo>
                      <a:close/>
                      <a:moveTo>
                        <a:pt x="42" y="47"/>
                      </a:moveTo>
                      <a:cubicBezTo>
                        <a:pt x="39" y="46"/>
                        <a:pt x="36" y="45"/>
                        <a:pt x="32" y="44"/>
                      </a:cubicBezTo>
                      <a:cubicBezTo>
                        <a:pt x="31" y="51"/>
                        <a:pt x="30" y="57"/>
                        <a:pt x="29" y="64"/>
                      </a:cubicBezTo>
                      <a:cubicBezTo>
                        <a:pt x="39" y="61"/>
                        <a:pt x="42" y="57"/>
                        <a:pt x="42" y="4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1" name="Freeform 10">
                  <a:extLst>
                    <a:ext uri="{FF2B5EF4-FFF2-40B4-BE49-F238E27FC236}">
                      <a16:creationId xmlns:a16="http://schemas.microsoft.com/office/drawing/2014/main" id="{3C581795-C09D-460E-9472-8181F266F0EF}"/>
                    </a:ext>
                  </a:extLst>
                </p:cNvPr>
                <p:cNvSpPr>
                  <a:spLocks noEditPoints="1"/>
                </p:cNvSpPr>
                <p:nvPr/>
              </p:nvSpPr>
              <p:spPr bwMode="auto">
                <a:xfrm>
                  <a:off x="6361113" y="3541713"/>
                  <a:ext cx="236538" cy="509588"/>
                </a:xfrm>
                <a:custGeom>
                  <a:avLst/>
                  <a:gdLst>
                    <a:gd name="T0" fmla="*/ 11 w 55"/>
                    <a:gd name="T1" fmla="*/ 89 h 120"/>
                    <a:gd name="T2" fmla="*/ 10 w 55"/>
                    <a:gd name="T3" fmla="*/ 100 h 120"/>
                    <a:gd name="T4" fmla="*/ 6 w 55"/>
                    <a:gd name="T5" fmla="*/ 104 h 120"/>
                    <a:gd name="T6" fmla="*/ 1 w 55"/>
                    <a:gd name="T7" fmla="*/ 99 h 120"/>
                    <a:gd name="T8" fmla="*/ 3 w 55"/>
                    <a:gd name="T9" fmla="*/ 84 h 120"/>
                    <a:gd name="T10" fmla="*/ 14 w 55"/>
                    <a:gd name="T11" fmla="*/ 37 h 120"/>
                    <a:gd name="T12" fmla="*/ 22 w 55"/>
                    <a:gd name="T13" fmla="*/ 11 h 120"/>
                    <a:gd name="T14" fmla="*/ 26 w 55"/>
                    <a:gd name="T15" fmla="*/ 19 h 120"/>
                    <a:gd name="T16" fmla="*/ 20 w 55"/>
                    <a:gd name="T17" fmla="*/ 40 h 120"/>
                    <a:gd name="T18" fmla="*/ 27 w 55"/>
                    <a:gd name="T19" fmla="*/ 35 h 120"/>
                    <a:gd name="T20" fmla="*/ 35 w 55"/>
                    <a:gd name="T21" fmla="*/ 30 h 120"/>
                    <a:gd name="T22" fmla="*/ 33 w 55"/>
                    <a:gd name="T23" fmla="*/ 9 h 120"/>
                    <a:gd name="T24" fmla="*/ 28 w 55"/>
                    <a:gd name="T25" fmla="*/ 8 h 120"/>
                    <a:gd name="T26" fmla="*/ 19 w 55"/>
                    <a:gd name="T27" fmla="*/ 12 h 120"/>
                    <a:gd name="T28" fmla="*/ 12 w 55"/>
                    <a:gd name="T29" fmla="*/ 15 h 120"/>
                    <a:gd name="T30" fmla="*/ 9 w 55"/>
                    <a:gd name="T31" fmla="*/ 11 h 120"/>
                    <a:gd name="T32" fmla="*/ 11 w 55"/>
                    <a:gd name="T33" fmla="*/ 8 h 120"/>
                    <a:gd name="T34" fmla="*/ 31 w 55"/>
                    <a:gd name="T35" fmla="*/ 0 h 120"/>
                    <a:gd name="T36" fmla="*/ 45 w 55"/>
                    <a:gd name="T37" fmla="*/ 15 h 120"/>
                    <a:gd name="T38" fmla="*/ 44 w 55"/>
                    <a:gd name="T39" fmla="*/ 46 h 120"/>
                    <a:gd name="T40" fmla="*/ 48 w 55"/>
                    <a:gd name="T41" fmla="*/ 54 h 120"/>
                    <a:gd name="T42" fmla="*/ 48 w 55"/>
                    <a:gd name="T43" fmla="*/ 71 h 120"/>
                    <a:gd name="T44" fmla="*/ 44 w 55"/>
                    <a:gd name="T45" fmla="*/ 77 h 120"/>
                    <a:gd name="T46" fmla="*/ 44 w 55"/>
                    <a:gd name="T47" fmla="*/ 110 h 120"/>
                    <a:gd name="T48" fmla="*/ 44 w 55"/>
                    <a:gd name="T49" fmla="*/ 114 h 120"/>
                    <a:gd name="T50" fmla="*/ 41 w 55"/>
                    <a:gd name="T51" fmla="*/ 120 h 120"/>
                    <a:gd name="T52" fmla="*/ 32 w 55"/>
                    <a:gd name="T53" fmla="*/ 118 h 120"/>
                    <a:gd name="T54" fmla="*/ 13 w 55"/>
                    <a:gd name="T55" fmla="*/ 91 h 120"/>
                    <a:gd name="T56" fmla="*/ 12 w 55"/>
                    <a:gd name="T57" fmla="*/ 89 h 120"/>
                    <a:gd name="T58" fmla="*/ 11 w 55"/>
                    <a:gd name="T59" fmla="*/ 89 h 120"/>
                    <a:gd name="T60" fmla="*/ 24 w 55"/>
                    <a:gd name="T61" fmla="*/ 76 h 120"/>
                    <a:gd name="T62" fmla="*/ 23 w 55"/>
                    <a:gd name="T63" fmla="*/ 74 h 120"/>
                    <a:gd name="T64" fmla="*/ 27 w 55"/>
                    <a:gd name="T65" fmla="*/ 71 h 120"/>
                    <a:gd name="T66" fmla="*/ 33 w 55"/>
                    <a:gd name="T67" fmla="*/ 67 h 120"/>
                    <a:gd name="T68" fmla="*/ 32 w 55"/>
                    <a:gd name="T69" fmla="*/ 63 h 120"/>
                    <a:gd name="T70" fmla="*/ 22 w 55"/>
                    <a:gd name="T71" fmla="*/ 52 h 120"/>
                    <a:gd name="T72" fmla="*/ 18 w 55"/>
                    <a:gd name="T73" fmla="*/ 89 h 120"/>
                    <a:gd name="T74" fmla="*/ 33 w 55"/>
                    <a:gd name="T75" fmla="*/ 107 h 120"/>
                    <a:gd name="T76" fmla="*/ 35 w 55"/>
                    <a:gd name="T77" fmla="*/ 77 h 120"/>
                    <a:gd name="T78" fmla="*/ 31 w 55"/>
                    <a:gd name="T79" fmla="*/ 75 h 120"/>
                    <a:gd name="T80" fmla="*/ 24 w 55"/>
                    <a:gd name="T81" fmla="*/ 76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5" h="120">
                      <a:moveTo>
                        <a:pt x="11" y="89"/>
                      </a:moveTo>
                      <a:cubicBezTo>
                        <a:pt x="10" y="93"/>
                        <a:pt x="10" y="96"/>
                        <a:pt x="10" y="100"/>
                      </a:cubicBezTo>
                      <a:cubicBezTo>
                        <a:pt x="9" y="102"/>
                        <a:pt x="9" y="104"/>
                        <a:pt x="6" y="104"/>
                      </a:cubicBezTo>
                      <a:cubicBezTo>
                        <a:pt x="3" y="104"/>
                        <a:pt x="0" y="103"/>
                        <a:pt x="1" y="99"/>
                      </a:cubicBezTo>
                      <a:cubicBezTo>
                        <a:pt x="2" y="94"/>
                        <a:pt x="2" y="89"/>
                        <a:pt x="3" y="84"/>
                      </a:cubicBezTo>
                      <a:cubicBezTo>
                        <a:pt x="7" y="68"/>
                        <a:pt x="10" y="53"/>
                        <a:pt x="14" y="37"/>
                      </a:cubicBezTo>
                      <a:cubicBezTo>
                        <a:pt x="16" y="29"/>
                        <a:pt x="19" y="20"/>
                        <a:pt x="22" y="11"/>
                      </a:cubicBezTo>
                      <a:cubicBezTo>
                        <a:pt x="26" y="13"/>
                        <a:pt x="27" y="15"/>
                        <a:pt x="26" y="19"/>
                      </a:cubicBezTo>
                      <a:cubicBezTo>
                        <a:pt x="24" y="25"/>
                        <a:pt x="22" y="32"/>
                        <a:pt x="20" y="40"/>
                      </a:cubicBezTo>
                      <a:cubicBezTo>
                        <a:pt x="23" y="37"/>
                        <a:pt x="25" y="36"/>
                        <a:pt x="27" y="35"/>
                      </a:cubicBezTo>
                      <a:cubicBezTo>
                        <a:pt x="30" y="33"/>
                        <a:pt x="34" y="32"/>
                        <a:pt x="35" y="30"/>
                      </a:cubicBezTo>
                      <a:cubicBezTo>
                        <a:pt x="36" y="23"/>
                        <a:pt x="37" y="16"/>
                        <a:pt x="33" y="9"/>
                      </a:cubicBezTo>
                      <a:cubicBezTo>
                        <a:pt x="33" y="8"/>
                        <a:pt x="30" y="7"/>
                        <a:pt x="28" y="8"/>
                      </a:cubicBezTo>
                      <a:cubicBezTo>
                        <a:pt x="25" y="9"/>
                        <a:pt x="22" y="11"/>
                        <a:pt x="19" y="12"/>
                      </a:cubicBezTo>
                      <a:cubicBezTo>
                        <a:pt x="17" y="13"/>
                        <a:pt x="15" y="15"/>
                        <a:pt x="12" y="15"/>
                      </a:cubicBezTo>
                      <a:cubicBezTo>
                        <a:pt x="11" y="15"/>
                        <a:pt x="9" y="13"/>
                        <a:pt x="9" y="11"/>
                      </a:cubicBezTo>
                      <a:cubicBezTo>
                        <a:pt x="8" y="11"/>
                        <a:pt x="10" y="9"/>
                        <a:pt x="11" y="8"/>
                      </a:cubicBezTo>
                      <a:cubicBezTo>
                        <a:pt x="17" y="4"/>
                        <a:pt x="23" y="0"/>
                        <a:pt x="31" y="0"/>
                      </a:cubicBezTo>
                      <a:cubicBezTo>
                        <a:pt x="41" y="1"/>
                        <a:pt x="46" y="5"/>
                        <a:pt x="45" y="15"/>
                      </a:cubicBezTo>
                      <a:cubicBezTo>
                        <a:pt x="45" y="25"/>
                        <a:pt x="45" y="36"/>
                        <a:pt x="44" y="46"/>
                      </a:cubicBezTo>
                      <a:cubicBezTo>
                        <a:pt x="44" y="50"/>
                        <a:pt x="45" y="52"/>
                        <a:pt x="48" y="54"/>
                      </a:cubicBezTo>
                      <a:cubicBezTo>
                        <a:pt x="55" y="60"/>
                        <a:pt x="55" y="66"/>
                        <a:pt x="48" y="71"/>
                      </a:cubicBezTo>
                      <a:cubicBezTo>
                        <a:pt x="45" y="72"/>
                        <a:pt x="44" y="74"/>
                        <a:pt x="44" y="77"/>
                      </a:cubicBezTo>
                      <a:cubicBezTo>
                        <a:pt x="45" y="88"/>
                        <a:pt x="44" y="99"/>
                        <a:pt x="44" y="110"/>
                      </a:cubicBezTo>
                      <a:cubicBezTo>
                        <a:pt x="44" y="112"/>
                        <a:pt x="45" y="113"/>
                        <a:pt x="44" y="114"/>
                      </a:cubicBezTo>
                      <a:cubicBezTo>
                        <a:pt x="43" y="116"/>
                        <a:pt x="42" y="120"/>
                        <a:pt x="41" y="120"/>
                      </a:cubicBezTo>
                      <a:cubicBezTo>
                        <a:pt x="38" y="120"/>
                        <a:pt x="34" y="120"/>
                        <a:pt x="32" y="118"/>
                      </a:cubicBezTo>
                      <a:cubicBezTo>
                        <a:pt x="25" y="109"/>
                        <a:pt x="19" y="100"/>
                        <a:pt x="13" y="91"/>
                      </a:cubicBezTo>
                      <a:cubicBezTo>
                        <a:pt x="12" y="90"/>
                        <a:pt x="12" y="90"/>
                        <a:pt x="12" y="89"/>
                      </a:cubicBezTo>
                      <a:cubicBezTo>
                        <a:pt x="11" y="89"/>
                        <a:pt x="11" y="89"/>
                        <a:pt x="11" y="89"/>
                      </a:cubicBezTo>
                      <a:close/>
                      <a:moveTo>
                        <a:pt x="24" y="76"/>
                      </a:moveTo>
                      <a:cubicBezTo>
                        <a:pt x="23" y="75"/>
                        <a:pt x="23" y="75"/>
                        <a:pt x="23" y="74"/>
                      </a:cubicBezTo>
                      <a:cubicBezTo>
                        <a:pt x="24" y="73"/>
                        <a:pt x="26" y="72"/>
                        <a:pt x="27" y="71"/>
                      </a:cubicBezTo>
                      <a:cubicBezTo>
                        <a:pt x="29" y="70"/>
                        <a:pt x="31" y="69"/>
                        <a:pt x="33" y="67"/>
                      </a:cubicBezTo>
                      <a:cubicBezTo>
                        <a:pt x="35" y="66"/>
                        <a:pt x="35" y="63"/>
                        <a:pt x="32" y="63"/>
                      </a:cubicBezTo>
                      <a:cubicBezTo>
                        <a:pt x="27" y="61"/>
                        <a:pt x="24" y="58"/>
                        <a:pt x="22" y="52"/>
                      </a:cubicBezTo>
                      <a:cubicBezTo>
                        <a:pt x="17" y="65"/>
                        <a:pt x="13" y="77"/>
                        <a:pt x="18" y="89"/>
                      </a:cubicBezTo>
                      <a:cubicBezTo>
                        <a:pt x="21" y="97"/>
                        <a:pt x="27" y="101"/>
                        <a:pt x="33" y="107"/>
                      </a:cubicBezTo>
                      <a:cubicBezTo>
                        <a:pt x="34" y="97"/>
                        <a:pt x="34" y="87"/>
                        <a:pt x="35" y="77"/>
                      </a:cubicBezTo>
                      <a:cubicBezTo>
                        <a:pt x="35" y="77"/>
                        <a:pt x="32" y="75"/>
                        <a:pt x="31" y="75"/>
                      </a:cubicBezTo>
                      <a:cubicBezTo>
                        <a:pt x="29" y="75"/>
                        <a:pt x="26" y="76"/>
                        <a:pt x="24" y="7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20" name="组合 19">
                <a:extLst>
                  <a:ext uri="{FF2B5EF4-FFF2-40B4-BE49-F238E27FC236}">
                    <a16:creationId xmlns:a16="http://schemas.microsoft.com/office/drawing/2014/main" id="{C43281D5-D15F-4210-8FEF-5D0B83A54FD6}"/>
                  </a:ext>
                </a:extLst>
              </p:cNvPr>
              <p:cNvGrpSpPr/>
              <p:nvPr/>
            </p:nvGrpSpPr>
            <p:grpSpPr>
              <a:xfrm>
                <a:off x="10268702" y="2216649"/>
                <a:ext cx="355220" cy="448646"/>
                <a:chOff x="6108700" y="2066926"/>
                <a:chExt cx="549275" cy="693738"/>
              </a:xfrm>
              <a:grpFill/>
            </p:grpSpPr>
            <p:sp>
              <p:nvSpPr>
                <p:cNvPr id="28" name="Freeform 13">
                  <a:extLst>
                    <a:ext uri="{FF2B5EF4-FFF2-40B4-BE49-F238E27FC236}">
                      <a16:creationId xmlns:a16="http://schemas.microsoft.com/office/drawing/2014/main" id="{0965091B-D712-42AC-844D-24578409DB9A}"/>
                    </a:ext>
                  </a:extLst>
                </p:cNvPr>
                <p:cNvSpPr>
                  <a:spLocks noEditPoints="1"/>
                </p:cNvSpPr>
                <p:nvPr/>
              </p:nvSpPr>
              <p:spPr bwMode="auto">
                <a:xfrm>
                  <a:off x="6108700" y="2066926"/>
                  <a:ext cx="549275" cy="655638"/>
                </a:xfrm>
                <a:custGeom>
                  <a:avLst/>
                  <a:gdLst>
                    <a:gd name="T0" fmla="*/ 54 w 128"/>
                    <a:gd name="T1" fmla="*/ 76 h 154"/>
                    <a:gd name="T2" fmla="*/ 66 w 128"/>
                    <a:gd name="T3" fmla="*/ 53 h 154"/>
                    <a:gd name="T4" fmla="*/ 49 w 128"/>
                    <a:gd name="T5" fmla="*/ 47 h 154"/>
                    <a:gd name="T6" fmla="*/ 64 w 128"/>
                    <a:gd name="T7" fmla="*/ 44 h 154"/>
                    <a:gd name="T8" fmla="*/ 83 w 128"/>
                    <a:gd name="T9" fmla="*/ 6 h 154"/>
                    <a:gd name="T10" fmla="*/ 91 w 128"/>
                    <a:gd name="T11" fmla="*/ 11 h 154"/>
                    <a:gd name="T12" fmla="*/ 96 w 128"/>
                    <a:gd name="T13" fmla="*/ 36 h 154"/>
                    <a:gd name="T14" fmla="*/ 106 w 128"/>
                    <a:gd name="T15" fmla="*/ 41 h 154"/>
                    <a:gd name="T16" fmla="*/ 82 w 128"/>
                    <a:gd name="T17" fmla="*/ 50 h 154"/>
                    <a:gd name="T18" fmla="*/ 71 w 128"/>
                    <a:gd name="T19" fmla="*/ 65 h 154"/>
                    <a:gd name="T20" fmla="*/ 110 w 128"/>
                    <a:gd name="T21" fmla="*/ 74 h 154"/>
                    <a:gd name="T22" fmla="*/ 101 w 128"/>
                    <a:gd name="T23" fmla="*/ 87 h 154"/>
                    <a:gd name="T24" fmla="*/ 111 w 128"/>
                    <a:gd name="T25" fmla="*/ 98 h 154"/>
                    <a:gd name="T26" fmla="*/ 92 w 128"/>
                    <a:gd name="T27" fmla="*/ 104 h 154"/>
                    <a:gd name="T28" fmla="*/ 86 w 128"/>
                    <a:gd name="T29" fmla="*/ 116 h 154"/>
                    <a:gd name="T30" fmla="*/ 124 w 128"/>
                    <a:gd name="T31" fmla="*/ 112 h 154"/>
                    <a:gd name="T32" fmla="*/ 120 w 128"/>
                    <a:gd name="T33" fmla="*/ 122 h 154"/>
                    <a:gd name="T34" fmla="*/ 111 w 128"/>
                    <a:gd name="T35" fmla="*/ 144 h 154"/>
                    <a:gd name="T36" fmla="*/ 105 w 128"/>
                    <a:gd name="T37" fmla="*/ 153 h 154"/>
                    <a:gd name="T38" fmla="*/ 55 w 128"/>
                    <a:gd name="T39" fmla="*/ 129 h 154"/>
                    <a:gd name="T40" fmla="*/ 53 w 128"/>
                    <a:gd name="T41" fmla="*/ 121 h 154"/>
                    <a:gd name="T42" fmla="*/ 61 w 128"/>
                    <a:gd name="T43" fmla="*/ 125 h 154"/>
                    <a:gd name="T44" fmla="*/ 94 w 128"/>
                    <a:gd name="T45" fmla="*/ 140 h 154"/>
                    <a:gd name="T46" fmla="*/ 85 w 128"/>
                    <a:gd name="T47" fmla="*/ 127 h 154"/>
                    <a:gd name="T48" fmla="*/ 71 w 128"/>
                    <a:gd name="T49" fmla="*/ 108 h 154"/>
                    <a:gd name="T50" fmla="*/ 52 w 128"/>
                    <a:gd name="T51" fmla="*/ 113 h 154"/>
                    <a:gd name="T52" fmla="*/ 38 w 128"/>
                    <a:gd name="T53" fmla="*/ 97 h 154"/>
                    <a:gd name="T54" fmla="*/ 51 w 128"/>
                    <a:gd name="T55" fmla="*/ 97 h 154"/>
                    <a:gd name="T56" fmla="*/ 34 w 128"/>
                    <a:gd name="T57" fmla="*/ 93 h 154"/>
                    <a:gd name="T58" fmla="*/ 35 w 128"/>
                    <a:gd name="T59" fmla="*/ 105 h 154"/>
                    <a:gd name="T60" fmla="*/ 26 w 128"/>
                    <a:gd name="T61" fmla="*/ 154 h 154"/>
                    <a:gd name="T62" fmla="*/ 20 w 128"/>
                    <a:gd name="T63" fmla="*/ 118 h 154"/>
                    <a:gd name="T64" fmla="*/ 0 w 128"/>
                    <a:gd name="T65" fmla="*/ 103 h 154"/>
                    <a:gd name="T66" fmla="*/ 19 w 128"/>
                    <a:gd name="T67" fmla="*/ 72 h 154"/>
                    <a:gd name="T68" fmla="*/ 25 w 128"/>
                    <a:gd name="T69" fmla="*/ 51 h 154"/>
                    <a:gd name="T70" fmla="*/ 39 w 128"/>
                    <a:gd name="T71" fmla="*/ 14 h 154"/>
                    <a:gd name="T72" fmla="*/ 51 w 128"/>
                    <a:gd name="T73" fmla="*/ 24 h 154"/>
                    <a:gd name="T74" fmla="*/ 39 w 128"/>
                    <a:gd name="T75" fmla="*/ 44 h 154"/>
                    <a:gd name="T76" fmla="*/ 48 w 128"/>
                    <a:gd name="T77" fmla="*/ 73 h 154"/>
                    <a:gd name="T78" fmla="*/ 81 w 128"/>
                    <a:gd name="T79" fmla="*/ 90 h 154"/>
                    <a:gd name="T80" fmla="*/ 92 w 128"/>
                    <a:gd name="T81" fmla="*/ 71 h 154"/>
                    <a:gd name="T82" fmla="*/ 81 w 128"/>
                    <a:gd name="T83" fmla="*/ 80 h 154"/>
                    <a:gd name="T84" fmla="*/ 76 w 128"/>
                    <a:gd name="T85" fmla="*/ 73 h 154"/>
                    <a:gd name="T86" fmla="*/ 67 w 128"/>
                    <a:gd name="T87" fmla="*/ 79 h 154"/>
                    <a:gd name="T88" fmla="*/ 76 w 128"/>
                    <a:gd name="T89" fmla="*/ 73 h 154"/>
                    <a:gd name="T90" fmla="*/ 56 w 128"/>
                    <a:gd name="T91" fmla="*/ 88 h 154"/>
                    <a:gd name="T92" fmla="*/ 63 w 128"/>
                    <a:gd name="T93" fmla="*/ 81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28" h="154">
                      <a:moveTo>
                        <a:pt x="48" y="73"/>
                      </a:moveTo>
                      <a:cubicBezTo>
                        <a:pt x="50" y="74"/>
                        <a:pt x="52" y="75"/>
                        <a:pt x="54" y="76"/>
                      </a:cubicBezTo>
                      <a:cubicBezTo>
                        <a:pt x="57" y="74"/>
                        <a:pt x="60" y="72"/>
                        <a:pt x="63" y="70"/>
                      </a:cubicBezTo>
                      <a:cubicBezTo>
                        <a:pt x="58" y="63"/>
                        <a:pt x="65" y="59"/>
                        <a:pt x="66" y="53"/>
                      </a:cubicBezTo>
                      <a:cubicBezTo>
                        <a:pt x="63" y="53"/>
                        <a:pt x="59" y="53"/>
                        <a:pt x="56" y="52"/>
                      </a:cubicBezTo>
                      <a:cubicBezTo>
                        <a:pt x="54" y="51"/>
                        <a:pt x="51" y="49"/>
                        <a:pt x="49" y="47"/>
                      </a:cubicBezTo>
                      <a:cubicBezTo>
                        <a:pt x="49" y="46"/>
                        <a:pt x="50" y="46"/>
                        <a:pt x="50" y="46"/>
                      </a:cubicBezTo>
                      <a:cubicBezTo>
                        <a:pt x="55" y="45"/>
                        <a:pt x="59" y="45"/>
                        <a:pt x="64" y="44"/>
                      </a:cubicBezTo>
                      <a:cubicBezTo>
                        <a:pt x="68" y="44"/>
                        <a:pt x="70" y="42"/>
                        <a:pt x="71" y="38"/>
                      </a:cubicBezTo>
                      <a:cubicBezTo>
                        <a:pt x="75" y="27"/>
                        <a:pt x="79" y="16"/>
                        <a:pt x="83" y="6"/>
                      </a:cubicBezTo>
                      <a:cubicBezTo>
                        <a:pt x="84" y="3"/>
                        <a:pt x="84" y="0"/>
                        <a:pt x="88" y="2"/>
                      </a:cubicBezTo>
                      <a:cubicBezTo>
                        <a:pt x="92" y="4"/>
                        <a:pt x="94" y="9"/>
                        <a:pt x="91" y="11"/>
                      </a:cubicBezTo>
                      <a:cubicBezTo>
                        <a:pt x="83" y="19"/>
                        <a:pt x="83" y="30"/>
                        <a:pt x="80" y="41"/>
                      </a:cubicBezTo>
                      <a:cubicBezTo>
                        <a:pt x="85" y="39"/>
                        <a:pt x="91" y="37"/>
                        <a:pt x="96" y="36"/>
                      </a:cubicBezTo>
                      <a:cubicBezTo>
                        <a:pt x="98" y="35"/>
                        <a:pt x="101" y="35"/>
                        <a:pt x="102" y="36"/>
                      </a:cubicBezTo>
                      <a:cubicBezTo>
                        <a:pt x="104" y="37"/>
                        <a:pt x="106" y="39"/>
                        <a:pt x="106" y="41"/>
                      </a:cubicBezTo>
                      <a:cubicBezTo>
                        <a:pt x="106" y="42"/>
                        <a:pt x="105" y="44"/>
                        <a:pt x="103" y="44"/>
                      </a:cubicBezTo>
                      <a:cubicBezTo>
                        <a:pt x="96" y="46"/>
                        <a:pt x="89" y="48"/>
                        <a:pt x="82" y="50"/>
                      </a:cubicBezTo>
                      <a:cubicBezTo>
                        <a:pt x="78" y="50"/>
                        <a:pt x="77" y="51"/>
                        <a:pt x="76" y="54"/>
                      </a:cubicBezTo>
                      <a:cubicBezTo>
                        <a:pt x="74" y="58"/>
                        <a:pt x="73" y="61"/>
                        <a:pt x="71" y="65"/>
                      </a:cubicBezTo>
                      <a:cubicBezTo>
                        <a:pt x="82" y="63"/>
                        <a:pt x="92" y="62"/>
                        <a:pt x="102" y="66"/>
                      </a:cubicBezTo>
                      <a:cubicBezTo>
                        <a:pt x="106" y="67"/>
                        <a:pt x="110" y="69"/>
                        <a:pt x="110" y="74"/>
                      </a:cubicBezTo>
                      <a:cubicBezTo>
                        <a:pt x="111" y="79"/>
                        <a:pt x="109" y="83"/>
                        <a:pt x="104" y="85"/>
                      </a:cubicBezTo>
                      <a:cubicBezTo>
                        <a:pt x="103" y="85"/>
                        <a:pt x="102" y="86"/>
                        <a:pt x="101" y="87"/>
                      </a:cubicBezTo>
                      <a:cubicBezTo>
                        <a:pt x="103" y="88"/>
                        <a:pt x="105" y="88"/>
                        <a:pt x="106" y="89"/>
                      </a:cubicBezTo>
                      <a:cubicBezTo>
                        <a:pt x="110" y="91"/>
                        <a:pt x="112" y="94"/>
                        <a:pt x="111" y="98"/>
                      </a:cubicBezTo>
                      <a:cubicBezTo>
                        <a:pt x="110" y="102"/>
                        <a:pt x="107" y="103"/>
                        <a:pt x="104" y="103"/>
                      </a:cubicBezTo>
                      <a:cubicBezTo>
                        <a:pt x="100" y="103"/>
                        <a:pt x="96" y="104"/>
                        <a:pt x="92" y="104"/>
                      </a:cubicBezTo>
                      <a:cubicBezTo>
                        <a:pt x="86" y="105"/>
                        <a:pt x="81" y="111"/>
                        <a:pt x="82" y="117"/>
                      </a:cubicBezTo>
                      <a:cubicBezTo>
                        <a:pt x="83" y="117"/>
                        <a:pt x="85" y="117"/>
                        <a:pt x="86" y="116"/>
                      </a:cubicBezTo>
                      <a:cubicBezTo>
                        <a:pt x="95" y="111"/>
                        <a:pt x="104" y="109"/>
                        <a:pt x="114" y="109"/>
                      </a:cubicBezTo>
                      <a:cubicBezTo>
                        <a:pt x="118" y="110"/>
                        <a:pt x="121" y="111"/>
                        <a:pt x="124" y="112"/>
                      </a:cubicBezTo>
                      <a:cubicBezTo>
                        <a:pt x="128" y="114"/>
                        <a:pt x="128" y="117"/>
                        <a:pt x="126" y="120"/>
                      </a:cubicBezTo>
                      <a:cubicBezTo>
                        <a:pt x="125" y="123"/>
                        <a:pt x="122" y="123"/>
                        <a:pt x="120" y="122"/>
                      </a:cubicBezTo>
                      <a:cubicBezTo>
                        <a:pt x="111" y="118"/>
                        <a:pt x="104" y="120"/>
                        <a:pt x="97" y="123"/>
                      </a:cubicBezTo>
                      <a:cubicBezTo>
                        <a:pt x="101" y="130"/>
                        <a:pt x="106" y="137"/>
                        <a:pt x="111" y="144"/>
                      </a:cubicBezTo>
                      <a:cubicBezTo>
                        <a:pt x="112" y="146"/>
                        <a:pt x="112" y="150"/>
                        <a:pt x="111" y="152"/>
                      </a:cubicBezTo>
                      <a:cubicBezTo>
                        <a:pt x="111" y="153"/>
                        <a:pt x="107" y="153"/>
                        <a:pt x="105" y="153"/>
                      </a:cubicBezTo>
                      <a:cubicBezTo>
                        <a:pt x="91" y="150"/>
                        <a:pt x="77" y="146"/>
                        <a:pt x="66" y="138"/>
                      </a:cubicBezTo>
                      <a:cubicBezTo>
                        <a:pt x="62" y="135"/>
                        <a:pt x="59" y="132"/>
                        <a:pt x="55" y="129"/>
                      </a:cubicBezTo>
                      <a:cubicBezTo>
                        <a:pt x="54" y="128"/>
                        <a:pt x="53" y="127"/>
                        <a:pt x="53" y="126"/>
                      </a:cubicBezTo>
                      <a:cubicBezTo>
                        <a:pt x="53" y="124"/>
                        <a:pt x="53" y="122"/>
                        <a:pt x="53" y="121"/>
                      </a:cubicBezTo>
                      <a:cubicBezTo>
                        <a:pt x="55" y="121"/>
                        <a:pt x="57" y="121"/>
                        <a:pt x="58" y="121"/>
                      </a:cubicBezTo>
                      <a:cubicBezTo>
                        <a:pt x="59" y="122"/>
                        <a:pt x="60" y="123"/>
                        <a:pt x="61" y="125"/>
                      </a:cubicBezTo>
                      <a:cubicBezTo>
                        <a:pt x="70" y="134"/>
                        <a:pt x="80" y="139"/>
                        <a:pt x="92" y="140"/>
                      </a:cubicBezTo>
                      <a:cubicBezTo>
                        <a:pt x="93" y="140"/>
                        <a:pt x="93" y="140"/>
                        <a:pt x="94" y="140"/>
                      </a:cubicBezTo>
                      <a:cubicBezTo>
                        <a:pt x="92" y="136"/>
                        <a:pt x="90" y="132"/>
                        <a:pt x="88" y="128"/>
                      </a:cubicBezTo>
                      <a:cubicBezTo>
                        <a:pt x="88" y="128"/>
                        <a:pt x="86" y="127"/>
                        <a:pt x="85" y="127"/>
                      </a:cubicBezTo>
                      <a:cubicBezTo>
                        <a:pt x="71" y="126"/>
                        <a:pt x="70" y="124"/>
                        <a:pt x="71" y="111"/>
                      </a:cubicBezTo>
                      <a:cubicBezTo>
                        <a:pt x="71" y="110"/>
                        <a:pt x="71" y="109"/>
                        <a:pt x="71" y="108"/>
                      </a:cubicBezTo>
                      <a:cubicBezTo>
                        <a:pt x="68" y="109"/>
                        <a:pt x="65" y="109"/>
                        <a:pt x="62" y="110"/>
                      </a:cubicBezTo>
                      <a:cubicBezTo>
                        <a:pt x="59" y="111"/>
                        <a:pt x="55" y="112"/>
                        <a:pt x="52" y="113"/>
                      </a:cubicBezTo>
                      <a:cubicBezTo>
                        <a:pt x="48" y="114"/>
                        <a:pt x="44" y="115"/>
                        <a:pt x="41" y="111"/>
                      </a:cubicBezTo>
                      <a:cubicBezTo>
                        <a:pt x="37" y="107"/>
                        <a:pt x="37" y="102"/>
                        <a:pt x="38" y="97"/>
                      </a:cubicBezTo>
                      <a:cubicBezTo>
                        <a:pt x="38" y="96"/>
                        <a:pt x="40" y="96"/>
                        <a:pt x="42" y="96"/>
                      </a:cubicBezTo>
                      <a:cubicBezTo>
                        <a:pt x="45" y="96"/>
                        <a:pt x="48" y="96"/>
                        <a:pt x="51" y="97"/>
                      </a:cubicBezTo>
                      <a:cubicBezTo>
                        <a:pt x="48" y="90"/>
                        <a:pt x="46" y="84"/>
                        <a:pt x="43" y="78"/>
                      </a:cubicBezTo>
                      <a:cubicBezTo>
                        <a:pt x="40" y="83"/>
                        <a:pt x="37" y="88"/>
                        <a:pt x="34" y="93"/>
                      </a:cubicBezTo>
                      <a:cubicBezTo>
                        <a:pt x="33" y="94"/>
                        <a:pt x="33" y="96"/>
                        <a:pt x="34" y="98"/>
                      </a:cubicBezTo>
                      <a:cubicBezTo>
                        <a:pt x="34" y="100"/>
                        <a:pt x="35" y="103"/>
                        <a:pt x="35" y="105"/>
                      </a:cubicBezTo>
                      <a:cubicBezTo>
                        <a:pt x="32" y="121"/>
                        <a:pt x="29" y="136"/>
                        <a:pt x="27" y="151"/>
                      </a:cubicBezTo>
                      <a:cubicBezTo>
                        <a:pt x="26" y="152"/>
                        <a:pt x="26" y="153"/>
                        <a:pt x="26" y="154"/>
                      </a:cubicBezTo>
                      <a:cubicBezTo>
                        <a:pt x="17" y="153"/>
                        <a:pt x="14" y="149"/>
                        <a:pt x="15" y="141"/>
                      </a:cubicBezTo>
                      <a:cubicBezTo>
                        <a:pt x="17" y="134"/>
                        <a:pt x="18" y="126"/>
                        <a:pt x="20" y="118"/>
                      </a:cubicBezTo>
                      <a:cubicBezTo>
                        <a:pt x="15" y="123"/>
                        <a:pt x="12" y="122"/>
                        <a:pt x="7" y="118"/>
                      </a:cubicBezTo>
                      <a:cubicBezTo>
                        <a:pt x="3" y="114"/>
                        <a:pt x="0" y="109"/>
                        <a:pt x="0" y="103"/>
                      </a:cubicBezTo>
                      <a:cubicBezTo>
                        <a:pt x="0" y="102"/>
                        <a:pt x="1" y="101"/>
                        <a:pt x="1" y="100"/>
                      </a:cubicBezTo>
                      <a:cubicBezTo>
                        <a:pt x="7" y="91"/>
                        <a:pt x="14" y="82"/>
                        <a:pt x="19" y="72"/>
                      </a:cubicBezTo>
                      <a:cubicBezTo>
                        <a:pt x="22" y="67"/>
                        <a:pt x="24" y="61"/>
                        <a:pt x="26" y="55"/>
                      </a:cubicBezTo>
                      <a:cubicBezTo>
                        <a:pt x="27" y="54"/>
                        <a:pt x="25" y="53"/>
                        <a:pt x="25" y="51"/>
                      </a:cubicBezTo>
                      <a:cubicBezTo>
                        <a:pt x="18" y="43"/>
                        <a:pt x="18" y="39"/>
                        <a:pt x="23" y="30"/>
                      </a:cubicBezTo>
                      <a:cubicBezTo>
                        <a:pt x="27" y="23"/>
                        <a:pt x="32" y="17"/>
                        <a:pt x="39" y="14"/>
                      </a:cubicBezTo>
                      <a:cubicBezTo>
                        <a:pt x="45" y="11"/>
                        <a:pt x="50" y="12"/>
                        <a:pt x="53" y="16"/>
                      </a:cubicBezTo>
                      <a:cubicBezTo>
                        <a:pt x="56" y="20"/>
                        <a:pt x="56" y="22"/>
                        <a:pt x="51" y="24"/>
                      </a:cubicBezTo>
                      <a:cubicBezTo>
                        <a:pt x="44" y="26"/>
                        <a:pt x="41" y="31"/>
                        <a:pt x="37" y="36"/>
                      </a:cubicBezTo>
                      <a:cubicBezTo>
                        <a:pt x="36" y="39"/>
                        <a:pt x="36" y="42"/>
                        <a:pt x="39" y="44"/>
                      </a:cubicBezTo>
                      <a:cubicBezTo>
                        <a:pt x="41" y="45"/>
                        <a:pt x="42" y="47"/>
                        <a:pt x="43" y="48"/>
                      </a:cubicBezTo>
                      <a:cubicBezTo>
                        <a:pt x="52" y="58"/>
                        <a:pt x="54" y="62"/>
                        <a:pt x="48" y="73"/>
                      </a:cubicBezTo>
                      <a:close/>
                      <a:moveTo>
                        <a:pt x="79" y="89"/>
                      </a:moveTo>
                      <a:cubicBezTo>
                        <a:pt x="80" y="89"/>
                        <a:pt x="80" y="90"/>
                        <a:pt x="81" y="90"/>
                      </a:cubicBezTo>
                      <a:cubicBezTo>
                        <a:pt x="85" y="86"/>
                        <a:pt x="90" y="81"/>
                        <a:pt x="95" y="76"/>
                      </a:cubicBezTo>
                      <a:cubicBezTo>
                        <a:pt x="97" y="73"/>
                        <a:pt x="95" y="71"/>
                        <a:pt x="92" y="71"/>
                      </a:cubicBezTo>
                      <a:cubicBezTo>
                        <a:pt x="88" y="71"/>
                        <a:pt x="85" y="71"/>
                        <a:pt x="81" y="71"/>
                      </a:cubicBezTo>
                      <a:cubicBezTo>
                        <a:pt x="81" y="75"/>
                        <a:pt x="81" y="77"/>
                        <a:pt x="81" y="80"/>
                      </a:cubicBezTo>
                      <a:cubicBezTo>
                        <a:pt x="81" y="83"/>
                        <a:pt x="80" y="86"/>
                        <a:pt x="79" y="89"/>
                      </a:cubicBezTo>
                      <a:close/>
                      <a:moveTo>
                        <a:pt x="76" y="73"/>
                      </a:moveTo>
                      <a:cubicBezTo>
                        <a:pt x="73" y="74"/>
                        <a:pt x="71" y="75"/>
                        <a:pt x="69" y="77"/>
                      </a:cubicBezTo>
                      <a:cubicBezTo>
                        <a:pt x="68" y="77"/>
                        <a:pt x="67" y="78"/>
                        <a:pt x="67" y="79"/>
                      </a:cubicBezTo>
                      <a:cubicBezTo>
                        <a:pt x="67" y="84"/>
                        <a:pt x="68" y="88"/>
                        <a:pt x="68" y="92"/>
                      </a:cubicBezTo>
                      <a:cubicBezTo>
                        <a:pt x="74" y="91"/>
                        <a:pt x="77" y="83"/>
                        <a:pt x="76" y="73"/>
                      </a:cubicBezTo>
                      <a:close/>
                      <a:moveTo>
                        <a:pt x="63" y="81"/>
                      </a:moveTo>
                      <a:cubicBezTo>
                        <a:pt x="55" y="84"/>
                        <a:pt x="54" y="85"/>
                        <a:pt x="56" y="88"/>
                      </a:cubicBezTo>
                      <a:cubicBezTo>
                        <a:pt x="58" y="94"/>
                        <a:pt x="60" y="95"/>
                        <a:pt x="65" y="93"/>
                      </a:cubicBezTo>
                      <a:cubicBezTo>
                        <a:pt x="64" y="89"/>
                        <a:pt x="63" y="85"/>
                        <a:pt x="63" y="8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9" name="Freeform 14">
                  <a:extLst>
                    <a:ext uri="{FF2B5EF4-FFF2-40B4-BE49-F238E27FC236}">
                      <a16:creationId xmlns:a16="http://schemas.microsoft.com/office/drawing/2014/main" id="{EDF1A89C-87D3-4066-B020-1AF4B9A41344}"/>
                    </a:ext>
                  </a:extLst>
                </p:cNvPr>
                <p:cNvSpPr>
                  <a:spLocks/>
                </p:cNvSpPr>
                <p:nvPr/>
              </p:nvSpPr>
              <p:spPr bwMode="auto">
                <a:xfrm>
                  <a:off x="6259513" y="2578101"/>
                  <a:ext cx="68263" cy="182563"/>
                </a:xfrm>
                <a:custGeom>
                  <a:avLst/>
                  <a:gdLst>
                    <a:gd name="T0" fmla="*/ 9 w 16"/>
                    <a:gd name="T1" fmla="*/ 0 h 43"/>
                    <a:gd name="T2" fmla="*/ 15 w 16"/>
                    <a:gd name="T3" fmla="*/ 11 h 43"/>
                    <a:gd name="T4" fmla="*/ 9 w 16"/>
                    <a:gd name="T5" fmla="*/ 43 h 43"/>
                    <a:gd name="T6" fmla="*/ 2 w 16"/>
                    <a:gd name="T7" fmla="*/ 39 h 43"/>
                    <a:gd name="T8" fmla="*/ 0 w 16"/>
                    <a:gd name="T9" fmla="*/ 35 h 43"/>
                    <a:gd name="T10" fmla="*/ 9 w 16"/>
                    <a:gd name="T11" fmla="*/ 0 h 43"/>
                  </a:gdLst>
                  <a:ahLst/>
                  <a:cxnLst>
                    <a:cxn ang="0">
                      <a:pos x="T0" y="T1"/>
                    </a:cxn>
                    <a:cxn ang="0">
                      <a:pos x="T2" y="T3"/>
                    </a:cxn>
                    <a:cxn ang="0">
                      <a:pos x="T4" y="T5"/>
                    </a:cxn>
                    <a:cxn ang="0">
                      <a:pos x="T6" y="T7"/>
                    </a:cxn>
                    <a:cxn ang="0">
                      <a:pos x="T8" y="T9"/>
                    </a:cxn>
                    <a:cxn ang="0">
                      <a:pos x="T10" y="T11"/>
                    </a:cxn>
                  </a:cxnLst>
                  <a:rect l="0" t="0" r="r" b="b"/>
                  <a:pathLst>
                    <a:path w="16" h="43">
                      <a:moveTo>
                        <a:pt x="9" y="0"/>
                      </a:moveTo>
                      <a:cubicBezTo>
                        <a:pt x="15" y="3"/>
                        <a:pt x="16" y="6"/>
                        <a:pt x="15" y="11"/>
                      </a:cubicBezTo>
                      <a:cubicBezTo>
                        <a:pt x="12" y="21"/>
                        <a:pt x="11" y="32"/>
                        <a:pt x="9" y="43"/>
                      </a:cubicBezTo>
                      <a:cubicBezTo>
                        <a:pt x="6" y="41"/>
                        <a:pt x="4" y="40"/>
                        <a:pt x="2" y="39"/>
                      </a:cubicBezTo>
                      <a:cubicBezTo>
                        <a:pt x="1" y="38"/>
                        <a:pt x="0" y="37"/>
                        <a:pt x="0" y="35"/>
                      </a:cubicBezTo>
                      <a:cubicBezTo>
                        <a:pt x="3" y="24"/>
                        <a:pt x="6" y="12"/>
                        <a:pt x="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21" name="组合 20">
                <a:extLst>
                  <a:ext uri="{FF2B5EF4-FFF2-40B4-BE49-F238E27FC236}">
                    <a16:creationId xmlns:a16="http://schemas.microsoft.com/office/drawing/2014/main" id="{CD1C2EA2-DECB-4C4E-997D-8417E76BE944}"/>
                  </a:ext>
                </a:extLst>
              </p:cNvPr>
              <p:cNvGrpSpPr/>
              <p:nvPr/>
            </p:nvGrpSpPr>
            <p:grpSpPr>
              <a:xfrm>
                <a:off x="10332867" y="2868571"/>
                <a:ext cx="238182" cy="205330"/>
                <a:chOff x="6186488" y="2930526"/>
                <a:chExt cx="368300" cy="317500"/>
              </a:xfrm>
              <a:grpFill/>
            </p:grpSpPr>
            <p:sp>
              <p:nvSpPr>
                <p:cNvPr id="25" name="Freeform 18">
                  <a:extLst>
                    <a:ext uri="{FF2B5EF4-FFF2-40B4-BE49-F238E27FC236}">
                      <a16:creationId xmlns:a16="http://schemas.microsoft.com/office/drawing/2014/main" id="{58E0037C-7932-4788-ADA9-47256329EEB7}"/>
                    </a:ext>
                  </a:extLst>
                </p:cNvPr>
                <p:cNvSpPr>
                  <a:spLocks/>
                </p:cNvSpPr>
                <p:nvPr/>
              </p:nvSpPr>
              <p:spPr bwMode="auto">
                <a:xfrm>
                  <a:off x="6310313" y="2930526"/>
                  <a:ext cx="244475" cy="317500"/>
                </a:xfrm>
                <a:custGeom>
                  <a:avLst/>
                  <a:gdLst>
                    <a:gd name="T0" fmla="*/ 49 w 57"/>
                    <a:gd name="T1" fmla="*/ 74 h 75"/>
                    <a:gd name="T2" fmla="*/ 40 w 57"/>
                    <a:gd name="T3" fmla="*/ 67 h 75"/>
                    <a:gd name="T4" fmla="*/ 33 w 57"/>
                    <a:gd name="T5" fmla="*/ 48 h 75"/>
                    <a:gd name="T6" fmla="*/ 27 w 57"/>
                    <a:gd name="T7" fmla="*/ 46 h 75"/>
                    <a:gd name="T8" fmla="*/ 11 w 57"/>
                    <a:gd name="T9" fmla="*/ 60 h 75"/>
                    <a:gd name="T10" fmla="*/ 5 w 57"/>
                    <a:gd name="T11" fmla="*/ 60 h 75"/>
                    <a:gd name="T12" fmla="*/ 6 w 57"/>
                    <a:gd name="T13" fmla="*/ 46 h 75"/>
                    <a:gd name="T14" fmla="*/ 27 w 57"/>
                    <a:gd name="T15" fmla="*/ 26 h 75"/>
                    <a:gd name="T16" fmla="*/ 40 w 57"/>
                    <a:gd name="T17" fmla="*/ 10 h 75"/>
                    <a:gd name="T18" fmla="*/ 41 w 57"/>
                    <a:gd name="T19" fmla="*/ 6 h 75"/>
                    <a:gd name="T20" fmla="*/ 45 w 57"/>
                    <a:gd name="T21" fmla="*/ 0 h 75"/>
                    <a:gd name="T22" fmla="*/ 53 w 57"/>
                    <a:gd name="T23" fmla="*/ 3 h 75"/>
                    <a:gd name="T24" fmla="*/ 53 w 57"/>
                    <a:gd name="T25" fmla="*/ 20 h 75"/>
                    <a:gd name="T26" fmla="*/ 37 w 57"/>
                    <a:gd name="T27" fmla="*/ 38 h 75"/>
                    <a:gd name="T28" fmla="*/ 49 w 57"/>
                    <a:gd name="T29" fmla="*/ 74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7" h="75">
                      <a:moveTo>
                        <a:pt x="49" y="74"/>
                      </a:moveTo>
                      <a:cubicBezTo>
                        <a:pt x="43" y="75"/>
                        <a:pt x="41" y="72"/>
                        <a:pt x="40" y="67"/>
                      </a:cubicBezTo>
                      <a:cubicBezTo>
                        <a:pt x="38" y="61"/>
                        <a:pt x="35" y="54"/>
                        <a:pt x="33" y="48"/>
                      </a:cubicBezTo>
                      <a:cubicBezTo>
                        <a:pt x="32" y="45"/>
                        <a:pt x="30" y="44"/>
                        <a:pt x="27" y="46"/>
                      </a:cubicBezTo>
                      <a:cubicBezTo>
                        <a:pt x="22" y="51"/>
                        <a:pt x="16" y="55"/>
                        <a:pt x="11" y="60"/>
                      </a:cubicBezTo>
                      <a:cubicBezTo>
                        <a:pt x="8" y="63"/>
                        <a:pt x="7" y="62"/>
                        <a:pt x="5" y="60"/>
                      </a:cubicBezTo>
                      <a:cubicBezTo>
                        <a:pt x="0" y="54"/>
                        <a:pt x="0" y="51"/>
                        <a:pt x="6" y="46"/>
                      </a:cubicBezTo>
                      <a:cubicBezTo>
                        <a:pt x="13" y="39"/>
                        <a:pt x="20" y="33"/>
                        <a:pt x="27" y="26"/>
                      </a:cubicBezTo>
                      <a:cubicBezTo>
                        <a:pt x="32" y="21"/>
                        <a:pt x="36" y="15"/>
                        <a:pt x="40" y="10"/>
                      </a:cubicBezTo>
                      <a:cubicBezTo>
                        <a:pt x="40" y="9"/>
                        <a:pt x="41" y="7"/>
                        <a:pt x="41" y="6"/>
                      </a:cubicBezTo>
                      <a:cubicBezTo>
                        <a:pt x="40" y="3"/>
                        <a:pt x="42" y="0"/>
                        <a:pt x="45" y="0"/>
                      </a:cubicBezTo>
                      <a:cubicBezTo>
                        <a:pt x="48" y="0"/>
                        <a:pt x="51" y="1"/>
                        <a:pt x="53" y="3"/>
                      </a:cubicBezTo>
                      <a:cubicBezTo>
                        <a:pt x="57" y="6"/>
                        <a:pt x="57" y="16"/>
                        <a:pt x="53" y="20"/>
                      </a:cubicBezTo>
                      <a:cubicBezTo>
                        <a:pt x="48" y="26"/>
                        <a:pt x="42" y="32"/>
                        <a:pt x="37" y="38"/>
                      </a:cubicBezTo>
                      <a:cubicBezTo>
                        <a:pt x="44" y="49"/>
                        <a:pt x="49" y="61"/>
                        <a:pt x="49" y="7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6" name="Freeform 19">
                  <a:extLst>
                    <a:ext uri="{FF2B5EF4-FFF2-40B4-BE49-F238E27FC236}">
                      <a16:creationId xmlns:a16="http://schemas.microsoft.com/office/drawing/2014/main" id="{B78F413E-1D51-491F-A6EC-02810949F837}"/>
                    </a:ext>
                  </a:extLst>
                </p:cNvPr>
                <p:cNvSpPr>
                  <a:spLocks/>
                </p:cNvSpPr>
                <p:nvPr/>
              </p:nvSpPr>
              <p:spPr bwMode="auto">
                <a:xfrm>
                  <a:off x="6186488" y="3009901"/>
                  <a:ext cx="123825" cy="234950"/>
                </a:xfrm>
                <a:custGeom>
                  <a:avLst/>
                  <a:gdLst>
                    <a:gd name="T0" fmla="*/ 12 w 29"/>
                    <a:gd name="T1" fmla="*/ 30 h 55"/>
                    <a:gd name="T2" fmla="*/ 20 w 29"/>
                    <a:gd name="T3" fmla="*/ 7 h 55"/>
                    <a:gd name="T4" fmla="*/ 25 w 29"/>
                    <a:gd name="T5" fmla="*/ 1 h 55"/>
                    <a:gd name="T6" fmla="*/ 26 w 29"/>
                    <a:gd name="T7" fmla="*/ 9 h 55"/>
                    <a:gd name="T8" fmla="*/ 16 w 29"/>
                    <a:gd name="T9" fmla="*/ 39 h 55"/>
                    <a:gd name="T10" fmla="*/ 13 w 29"/>
                    <a:gd name="T11" fmla="*/ 52 h 55"/>
                    <a:gd name="T12" fmla="*/ 7 w 29"/>
                    <a:gd name="T13" fmla="*/ 54 h 55"/>
                    <a:gd name="T14" fmla="*/ 2 w 29"/>
                    <a:gd name="T15" fmla="*/ 41 h 55"/>
                    <a:gd name="T16" fmla="*/ 3 w 29"/>
                    <a:gd name="T17" fmla="*/ 32 h 55"/>
                    <a:gd name="T18" fmla="*/ 2 w 29"/>
                    <a:gd name="T19" fmla="*/ 6 h 55"/>
                    <a:gd name="T20" fmla="*/ 6 w 29"/>
                    <a:gd name="T21" fmla="*/ 5 h 55"/>
                    <a:gd name="T22" fmla="*/ 10 w 29"/>
                    <a:gd name="T23" fmla="*/ 14 h 55"/>
                    <a:gd name="T24" fmla="*/ 11 w 29"/>
                    <a:gd name="T25" fmla="*/ 30 h 55"/>
                    <a:gd name="T26" fmla="*/ 12 w 29"/>
                    <a:gd name="T27" fmla="*/ 3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55">
                      <a:moveTo>
                        <a:pt x="12" y="30"/>
                      </a:moveTo>
                      <a:cubicBezTo>
                        <a:pt x="15" y="23"/>
                        <a:pt x="17" y="15"/>
                        <a:pt x="20" y="7"/>
                      </a:cubicBezTo>
                      <a:cubicBezTo>
                        <a:pt x="21" y="5"/>
                        <a:pt x="21" y="0"/>
                        <a:pt x="25" y="1"/>
                      </a:cubicBezTo>
                      <a:cubicBezTo>
                        <a:pt x="29" y="2"/>
                        <a:pt x="27" y="6"/>
                        <a:pt x="26" y="9"/>
                      </a:cubicBezTo>
                      <a:cubicBezTo>
                        <a:pt x="23" y="19"/>
                        <a:pt x="19" y="29"/>
                        <a:pt x="16" y="39"/>
                      </a:cubicBezTo>
                      <a:cubicBezTo>
                        <a:pt x="15" y="43"/>
                        <a:pt x="14" y="48"/>
                        <a:pt x="13" y="52"/>
                      </a:cubicBezTo>
                      <a:cubicBezTo>
                        <a:pt x="12" y="55"/>
                        <a:pt x="10" y="55"/>
                        <a:pt x="7" y="54"/>
                      </a:cubicBezTo>
                      <a:cubicBezTo>
                        <a:pt x="1" y="50"/>
                        <a:pt x="0" y="49"/>
                        <a:pt x="2" y="41"/>
                      </a:cubicBezTo>
                      <a:cubicBezTo>
                        <a:pt x="3" y="38"/>
                        <a:pt x="3" y="35"/>
                        <a:pt x="3" y="32"/>
                      </a:cubicBezTo>
                      <a:cubicBezTo>
                        <a:pt x="3" y="23"/>
                        <a:pt x="2" y="15"/>
                        <a:pt x="2" y="6"/>
                      </a:cubicBezTo>
                      <a:cubicBezTo>
                        <a:pt x="2" y="3"/>
                        <a:pt x="5" y="3"/>
                        <a:pt x="6" y="5"/>
                      </a:cubicBezTo>
                      <a:cubicBezTo>
                        <a:pt x="8" y="7"/>
                        <a:pt x="10" y="11"/>
                        <a:pt x="10" y="14"/>
                      </a:cubicBezTo>
                      <a:cubicBezTo>
                        <a:pt x="11" y="19"/>
                        <a:pt x="11" y="25"/>
                        <a:pt x="11" y="30"/>
                      </a:cubicBezTo>
                      <a:cubicBezTo>
                        <a:pt x="11" y="30"/>
                        <a:pt x="12" y="30"/>
                        <a:pt x="12"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7" name="Freeform 20">
                  <a:extLst>
                    <a:ext uri="{FF2B5EF4-FFF2-40B4-BE49-F238E27FC236}">
                      <a16:creationId xmlns:a16="http://schemas.microsoft.com/office/drawing/2014/main" id="{28D425C4-CE02-4413-BBE1-2E9FA0CC0E90}"/>
                    </a:ext>
                  </a:extLst>
                </p:cNvPr>
                <p:cNvSpPr>
                  <a:spLocks/>
                </p:cNvSpPr>
                <p:nvPr/>
              </p:nvSpPr>
              <p:spPr bwMode="auto">
                <a:xfrm>
                  <a:off x="6259513" y="2933701"/>
                  <a:ext cx="114300" cy="73025"/>
                </a:xfrm>
                <a:custGeom>
                  <a:avLst/>
                  <a:gdLst>
                    <a:gd name="T0" fmla="*/ 27 w 27"/>
                    <a:gd name="T1" fmla="*/ 1 h 17"/>
                    <a:gd name="T2" fmla="*/ 16 w 27"/>
                    <a:gd name="T3" fmla="*/ 14 h 17"/>
                    <a:gd name="T4" fmla="*/ 5 w 27"/>
                    <a:gd name="T5" fmla="*/ 13 h 17"/>
                    <a:gd name="T6" fmla="*/ 0 w 27"/>
                    <a:gd name="T7" fmla="*/ 4 h 17"/>
                    <a:gd name="T8" fmla="*/ 9 w 27"/>
                    <a:gd name="T9" fmla="*/ 2 h 17"/>
                    <a:gd name="T10" fmla="*/ 27 w 27"/>
                    <a:gd name="T11" fmla="*/ 0 h 17"/>
                    <a:gd name="T12" fmla="*/ 27 w 27"/>
                    <a:gd name="T13" fmla="*/ 1 h 17"/>
                  </a:gdLst>
                  <a:ahLst/>
                  <a:cxnLst>
                    <a:cxn ang="0">
                      <a:pos x="T0" y="T1"/>
                    </a:cxn>
                    <a:cxn ang="0">
                      <a:pos x="T2" y="T3"/>
                    </a:cxn>
                    <a:cxn ang="0">
                      <a:pos x="T4" y="T5"/>
                    </a:cxn>
                    <a:cxn ang="0">
                      <a:pos x="T6" y="T7"/>
                    </a:cxn>
                    <a:cxn ang="0">
                      <a:pos x="T8" y="T9"/>
                    </a:cxn>
                    <a:cxn ang="0">
                      <a:pos x="T10" y="T11"/>
                    </a:cxn>
                    <a:cxn ang="0">
                      <a:pos x="T12" y="T13"/>
                    </a:cxn>
                  </a:cxnLst>
                  <a:rect l="0" t="0" r="r" b="b"/>
                  <a:pathLst>
                    <a:path w="27" h="17">
                      <a:moveTo>
                        <a:pt x="27" y="1"/>
                      </a:moveTo>
                      <a:cubicBezTo>
                        <a:pt x="24" y="6"/>
                        <a:pt x="20" y="10"/>
                        <a:pt x="16" y="14"/>
                      </a:cubicBezTo>
                      <a:cubicBezTo>
                        <a:pt x="14" y="17"/>
                        <a:pt x="8" y="16"/>
                        <a:pt x="5" y="13"/>
                      </a:cubicBezTo>
                      <a:cubicBezTo>
                        <a:pt x="3" y="10"/>
                        <a:pt x="1" y="7"/>
                        <a:pt x="0" y="4"/>
                      </a:cubicBezTo>
                      <a:cubicBezTo>
                        <a:pt x="3" y="3"/>
                        <a:pt x="6" y="2"/>
                        <a:pt x="9" y="2"/>
                      </a:cubicBezTo>
                      <a:cubicBezTo>
                        <a:pt x="15" y="1"/>
                        <a:pt x="21" y="1"/>
                        <a:pt x="27" y="0"/>
                      </a:cubicBezTo>
                      <a:cubicBezTo>
                        <a:pt x="27" y="1"/>
                        <a:pt x="27" y="1"/>
                        <a:pt x="2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22" name="组合 21"/>
              <p:cNvGrpSpPr/>
              <p:nvPr/>
            </p:nvGrpSpPr>
            <p:grpSpPr>
              <a:xfrm>
                <a:off x="10232762" y="3871448"/>
                <a:ext cx="405635" cy="398340"/>
                <a:chOff x="11854992" y="1994536"/>
                <a:chExt cx="405635" cy="398340"/>
              </a:xfrm>
              <a:grpFill/>
            </p:grpSpPr>
            <p:sp>
              <p:nvSpPr>
                <p:cNvPr id="23" name="Freeform 11">
                  <a:extLst>
                    <a:ext uri="{FF2B5EF4-FFF2-40B4-BE49-F238E27FC236}">
                      <a16:creationId xmlns:a16="http://schemas.microsoft.com/office/drawing/2014/main" id="{9E7CBDC3-9BA0-4307-8967-3267E5966ED9}"/>
                    </a:ext>
                  </a:extLst>
                </p:cNvPr>
                <p:cNvSpPr>
                  <a:spLocks noEditPoints="1"/>
                </p:cNvSpPr>
                <p:nvPr/>
              </p:nvSpPr>
              <p:spPr bwMode="auto">
                <a:xfrm>
                  <a:off x="11976099" y="1994536"/>
                  <a:ext cx="284528" cy="398340"/>
                </a:xfrm>
                <a:custGeom>
                  <a:avLst/>
                  <a:gdLst>
                    <a:gd name="T0" fmla="*/ 29 w 72"/>
                    <a:gd name="T1" fmla="*/ 49 h 102"/>
                    <a:gd name="T2" fmla="*/ 15 w 72"/>
                    <a:gd name="T3" fmla="*/ 43 h 102"/>
                    <a:gd name="T4" fmla="*/ 10 w 72"/>
                    <a:gd name="T5" fmla="*/ 21 h 102"/>
                    <a:gd name="T6" fmla="*/ 13 w 72"/>
                    <a:gd name="T7" fmla="*/ 15 h 102"/>
                    <a:gd name="T8" fmla="*/ 19 w 72"/>
                    <a:gd name="T9" fmla="*/ 18 h 102"/>
                    <a:gd name="T10" fmla="*/ 20 w 72"/>
                    <a:gd name="T11" fmla="*/ 26 h 102"/>
                    <a:gd name="T12" fmla="*/ 35 w 72"/>
                    <a:gd name="T13" fmla="*/ 22 h 102"/>
                    <a:gd name="T14" fmla="*/ 40 w 72"/>
                    <a:gd name="T15" fmla="*/ 16 h 102"/>
                    <a:gd name="T16" fmla="*/ 43 w 72"/>
                    <a:gd name="T17" fmla="*/ 14 h 102"/>
                    <a:gd name="T18" fmla="*/ 44 w 72"/>
                    <a:gd name="T19" fmla="*/ 19 h 102"/>
                    <a:gd name="T20" fmla="*/ 43 w 72"/>
                    <a:gd name="T21" fmla="*/ 28 h 102"/>
                    <a:gd name="T22" fmla="*/ 36 w 72"/>
                    <a:gd name="T23" fmla="*/ 40 h 102"/>
                    <a:gd name="T24" fmla="*/ 37 w 72"/>
                    <a:gd name="T25" fmla="*/ 42 h 102"/>
                    <a:gd name="T26" fmla="*/ 44 w 72"/>
                    <a:gd name="T27" fmla="*/ 38 h 102"/>
                    <a:gd name="T28" fmla="*/ 56 w 72"/>
                    <a:gd name="T29" fmla="*/ 20 h 102"/>
                    <a:gd name="T30" fmla="*/ 49 w 72"/>
                    <a:gd name="T31" fmla="*/ 9 h 102"/>
                    <a:gd name="T32" fmla="*/ 28 w 72"/>
                    <a:gd name="T33" fmla="*/ 14 h 102"/>
                    <a:gd name="T34" fmla="*/ 20 w 72"/>
                    <a:gd name="T35" fmla="*/ 13 h 102"/>
                    <a:gd name="T36" fmla="*/ 22 w 72"/>
                    <a:gd name="T37" fmla="*/ 6 h 102"/>
                    <a:gd name="T38" fmla="*/ 50 w 72"/>
                    <a:gd name="T39" fmla="*/ 1 h 102"/>
                    <a:gd name="T40" fmla="*/ 68 w 72"/>
                    <a:gd name="T41" fmla="*/ 12 h 102"/>
                    <a:gd name="T42" fmla="*/ 67 w 72"/>
                    <a:gd name="T43" fmla="*/ 24 h 102"/>
                    <a:gd name="T44" fmla="*/ 49 w 72"/>
                    <a:gd name="T45" fmla="*/ 48 h 102"/>
                    <a:gd name="T46" fmla="*/ 42 w 72"/>
                    <a:gd name="T47" fmla="*/ 49 h 102"/>
                    <a:gd name="T48" fmla="*/ 37 w 72"/>
                    <a:gd name="T49" fmla="*/ 47 h 102"/>
                    <a:gd name="T50" fmla="*/ 35 w 72"/>
                    <a:gd name="T51" fmla="*/ 52 h 102"/>
                    <a:gd name="T52" fmla="*/ 41 w 72"/>
                    <a:gd name="T53" fmla="*/ 58 h 102"/>
                    <a:gd name="T54" fmla="*/ 48 w 72"/>
                    <a:gd name="T55" fmla="*/ 57 h 102"/>
                    <a:gd name="T56" fmla="*/ 53 w 72"/>
                    <a:gd name="T57" fmla="*/ 59 h 102"/>
                    <a:gd name="T58" fmla="*/ 53 w 72"/>
                    <a:gd name="T59" fmla="*/ 66 h 102"/>
                    <a:gd name="T60" fmla="*/ 48 w 72"/>
                    <a:gd name="T61" fmla="*/ 70 h 102"/>
                    <a:gd name="T62" fmla="*/ 37 w 72"/>
                    <a:gd name="T63" fmla="*/ 81 h 102"/>
                    <a:gd name="T64" fmla="*/ 45 w 72"/>
                    <a:gd name="T65" fmla="*/ 81 h 102"/>
                    <a:gd name="T66" fmla="*/ 57 w 72"/>
                    <a:gd name="T67" fmla="*/ 89 h 102"/>
                    <a:gd name="T68" fmla="*/ 51 w 72"/>
                    <a:gd name="T69" fmla="*/ 98 h 102"/>
                    <a:gd name="T70" fmla="*/ 26 w 72"/>
                    <a:gd name="T71" fmla="*/ 101 h 102"/>
                    <a:gd name="T72" fmla="*/ 17 w 72"/>
                    <a:gd name="T73" fmla="*/ 96 h 102"/>
                    <a:gd name="T74" fmla="*/ 15 w 72"/>
                    <a:gd name="T75" fmla="*/ 94 h 102"/>
                    <a:gd name="T76" fmla="*/ 19 w 72"/>
                    <a:gd name="T77" fmla="*/ 77 h 102"/>
                    <a:gd name="T78" fmla="*/ 27 w 72"/>
                    <a:gd name="T79" fmla="*/ 70 h 102"/>
                    <a:gd name="T80" fmla="*/ 27 w 72"/>
                    <a:gd name="T81" fmla="*/ 69 h 102"/>
                    <a:gd name="T82" fmla="*/ 21 w 72"/>
                    <a:gd name="T83" fmla="*/ 71 h 102"/>
                    <a:gd name="T84" fmla="*/ 9 w 72"/>
                    <a:gd name="T85" fmla="*/ 76 h 102"/>
                    <a:gd name="T86" fmla="*/ 3 w 72"/>
                    <a:gd name="T87" fmla="*/ 75 h 102"/>
                    <a:gd name="T88" fmla="*/ 4 w 72"/>
                    <a:gd name="T89" fmla="*/ 69 h 102"/>
                    <a:gd name="T90" fmla="*/ 26 w 72"/>
                    <a:gd name="T91" fmla="*/ 60 h 102"/>
                    <a:gd name="T92" fmla="*/ 28 w 72"/>
                    <a:gd name="T93" fmla="*/ 57 h 102"/>
                    <a:gd name="T94" fmla="*/ 29 w 72"/>
                    <a:gd name="T95" fmla="*/ 49 h 102"/>
                    <a:gd name="T96" fmla="*/ 34 w 72"/>
                    <a:gd name="T97" fmla="*/ 29 h 102"/>
                    <a:gd name="T98" fmla="*/ 33 w 72"/>
                    <a:gd name="T99" fmla="*/ 28 h 102"/>
                    <a:gd name="T100" fmla="*/ 26 w 72"/>
                    <a:gd name="T101" fmla="*/ 32 h 102"/>
                    <a:gd name="T102" fmla="*/ 23 w 72"/>
                    <a:gd name="T103" fmla="*/ 36 h 102"/>
                    <a:gd name="T104" fmla="*/ 26 w 72"/>
                    <a:gd name="T105" fmla="*/ 42 h 102"/>
                    <a:gd name="T106" fmla="*/ 31 w 72"/>
                    <a:gd name="T107" fmla="*/ 40 h 102"/>
                    <a:gd name="T108" fmla="*/ 34 w 72"/>
                    <a:gd name="T109" fmla="*/ 29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2" h="102">
                      <a:moveTo>
                        <a:pt x="29" y="49"/>
                      </a:moveTo>
                      <a:cubicBezTo>
                        <a:pt x="19" y="52"/>
                        <a:pt x="18" y="52"/>
                        <a:pt x="15" y="43"/>
                      </a:cubicBezTo>
                      <a:cubicBezTo>
                        <a:pt x="13" y="36"/>
                        <a:pt x="11" y="28"/>
                        <a:pt x="10" y="21"/>
                      </a:cubicBezTo>
                      <a:cubicBezTo>
                        <a:pt x="9" y="19"/>
                        <a:pt x="11" y="16"/>
                        <a:pt x="13" y="15"/>
                      </a:cubicBezTo>
                      <a:cubicBezTo>
                        <a:pt x="16" y="13"/>
                        <a:pt x="18" y="16"/>
                        <a:pt x="19" y="18"/>
                      </a:cubicBezTo>
                      <a:cubicBezTo>
                        <a:pt x="19" y="21"/>
                        <a:pt x="20" y="23"/>
                        <a:pt x="20" y="26"/>
                      </a:cubicBezTo>
                      <a:cubicBezTo>
                        <a:pt x="26" y="25"/>
                        <a:pt x="31" y="24"/>
                        <a:pt x="35" y="22"/>
                      </a:cubicBezTo>
                      <a:cubicBezTo>
                        <a:pt x="37" y="21"/>
                        <a:pt x="38" y="18"/>
                        <a:pt x="40" y="16"/>
                      </a:cubicBezTo>
                      <a:cubicBezTo>
                        <a:pt x="41" y="15"/>
                        <a:pt x="42" y="14"/>
                        <a:pt x="43" y="14"/>
                      </a:cubicBezTo>
                      <a:cubicBezTo>
                        <a:pt x="44" y="15"/>
                        <a:pt x="44" y="17"/>
                        <a:pt x="44" y="19"/>
                      </a:cubicBezTo>
                      <a:cubicBezTo>
                        <a:pt x="44" y="22"/>
                        <a:pt x="43" y="25"/>
                        <a:pt x="43" y="28"/>
                      </a:cubicBezTo>
                      <a:cubicBezTo>
                        <a:pt x="37" y="29"/>
                        <a:pt x="39" y="36"/>
                        <a:pt x="36" y="40"/>
                      </a:cubicBezTo>
                      <a:cubicBezTo>
                        <a:pt x="36" y="41"/>
                        <a:pt x="37" y="41"/>
                        <a:pt x="37" y="42"/>
                      </a:cubicBezTo>
                      <a:cubicBezTo>
                        <a:pt x="39" y="41"/>
                        <a:pt x="42" y="40"/>
                        <a:pt x="44" y="38"/>
                      </a:cubicBezTo>
                      <a:cubicBezTo>
                        <a:pt x="48" y="32"/>
                        <a:pt x="52" y="26"/>
                        <a:pt x="56" y="20"/>
                      </a:cubicBezTo>
                      <a:cubicBezTo>
                        <a:pt x="59" y="15"/>
                        <a:pt x="56" y="9"/>
                        <a:pt x="49" y="9"/>
                      </a:cubicBezTo>
                      <a:cubicBezTo>
                        <a:pt x="42" y="8"/>
                        <a:pt x="34" y="10"/>
                        <a:pt x="28" y="14"/>
                      </a:cubicBezTo>
                      <a:cubicBezTo>
                        <a:pt x="25" y="16"/>
                        <a:pt x="22" y="15"/>
                        <a:pt x="20" y="13"/>
                      </a:cubicBezTo>
                      <a:cubicBezTo>
                        <a:pt x="17" y="9"/>
                        <a:pt x="17" y="7"/>
                        <a:pt x="22" y="6"/>
                      </a:cubicBezTo>
                      <a:cubicBezTo>
                        <a:pt x="31" y="3"/>
                        <a:pt x="40" y="0"/>
                        <a:pt x="50" y="1"/>
                      </a:cubicBezTo>
                      <a:cubicBezTo>
                        <a:pt x="58" y="1"/>
                        <a:pt x="63" y="7"/>
                        <a:pt x="68" y="12"/>
                      </a:cubicBezTo>
                      <a:cubicBezTo>
                        <a:pt x="72" y="15"/>
                        <a:pt x="70" y="20"/>
                        <a:pt x="67" y="24"/>
                      </a:cubicBezTo>
                      <a:cubicBezTo>
                        <a:pt x="61" y="32"/>
                        <a:pt x="55" y="40"/>
                        <a:pt x="49" y="48"/>
                      </a:cubicBezTo>
                      <a:cubicBezTo>
                        <a:pt x="47" y="51"/>
                        <a:pt x="45" y="52"/>
                        <a:pt x="42" y="49"/>
                      </a:cubicBezTo>
                      <a:cubicBezTo>
                        <a:pt x="41" y="48"/>
                        <a:pt x="38" y="47"/>
                        <a:pt x="37" y="47"/>
                      </a:cubicBezTo>
                      <a:cubicBezTo>
                        <a:pt x="36" y="48"/>
                        <a:pt x="35" y="50"/>
                        <a:pt x="35" y="52"/>
                      </a:cubicBezTo>
                      <a:cubicBezTo>
                        <a:pt x="34" y="59"/>
                        <a:pt x="34" y="59"/>
                        <a:pt x="41" y="58"/>
                      </a:cubicBezTo>
                      <a:cubicBezTo>
                        <a:pt x="43" y="57"/>
                        <a:pt x="46" y="56"/>
                        <a:pt x="48" y="57"/>
                      </a:cubicBezTo>
                      <a:cubicBezTo>
                        <a:pt x="50" y="57"/>
                        <a:pt x="53" y="58"/>
                        <a:pt x="53" y="59"/>
                      </a:cubicBezTo>
                      <a:cubicBezTo>
                        <a:pt x="54" y="61"/>
                        <a:pt x="54" y="64"/>
                        <a:pt x="53" y="66"/>
                      </a:cubicBezTo>
                      <a:cubicBezTo>
                        <a:pt x="52" y="68"/>
                        <a:pt x="50" y="69"/>
                        <a:pt x="48" y="70"/>
                      </a:cubicBezTo>
                      <a:cubicBezTo>
                        <a:pt x="44" y="73"/>
                        <a:pt x="39" y="75"/>
                        <a:pt x="37" y="81"/>
                      </a:cubicBezTo>
                      <a:cubicBezTo>
                        <a:pt x="40" y="81"/>
                        <a:pt x="43" y="81"/>
                        <a:pt x="45" y="81"/>
                      </a:cubicBezTo>
                      <a:cubicBezTo>
                        <a:pt x="51" y="81"/>
                        <a:pt x="56" y="84"/>
                        <a:pt x="57" y="89"/>
                      </a:cubicBezTo>
                      <a:cubicBezTo>
                        <a:pt x="58" y="93"/>
                        <a:pt x="55" y="97"/>
                        <a:pt x="51" y="98"/>
                      </a:cubicBezTo>
                      <a:cubicBezTo>
                        <a:pt x="43" y="99"/>
                        <a:pt x="35" y="100"/>
                        <a:pt x="26" y="101"/>
                      </a:cubicBezTo>
                      <a:cubicBezTo>
                        <a:pt x="22" y="102"/>
                        <a:pt x="19" y="100"/>
                        <a:pt x="17" y="96"/>
                      </a:cubicBezTo>
                      <a:cubicBezTo>
                        <a:pt x="16" y="96"/>
                        <a:pt x="16" y="95"/>
                        <a:pt x="15" y="94"/>
                      </a:cubicBezTo>
                      <a:cubicBezTo>
                        <a:pt x="11" y="84"/>
                        <a:pt x="11" y="84"/>
                        <a:pt x="19" y="77"/>
                      </a:cubicBezTo>
                      <a:cubicBezTo>
                        <a:pt x="22" y="75"/>
                        <a:pt x="24" y="72"/>
                        <a:pt x="27" y="70"/>
                      </a:cubicBezTo>
                      <a:cubicBezTo>
                        <a:pt x="27" y="70"/>
                        <a:pt x="27" y="69"/>
                        <a:pt x="27" y="69"/>
                      </a:cubicBezTo>
                      <a:cubicBezTo>
                        <a:pt x="25" y="69"/>
                        <a:pt x="23" y="70"/>
                        <a:pt x="21" y="71"/>
                      </a:cubicBezTo>
                      <a:cubicBezTo>
                        <a:pt x="17" y="72"/>
                        <a:pt x="13" y="74"/>
                        <a:pt x="9" y="76"/>
                      </a:cubicBezTo>
                      <a:cubicBezTo>
                        <a:pt x="7" y="76"/>
                        <a:pt x="5" y="76"/>
                        <a:pt x="3" y="75"/>
                      </a:cubicBezTo>
                      <a:cubicBezTo>
                        <a:pt x="0" y="72"/>
                        <a:pt x="0" y="71"/>
                        <a:pt x="4" y="69"/>
                      </a:cubicBezTo>
                      <a:cubicBezTo>
                        <a:pt x="12" y="66"/>
                        <a:pt x="19" y="63"/>
                        <a:pt x="26" y="60"/>
                      </a:cubicBezTo>
                      <a:cubicBezTo>
                        <a:pt x="27" y="60"/>
                        <a:pt x="28" y="58"/>
                        <a:pt x="28" y="57"/>
                      </a:cubicBezTo>
                      <a:cubicBezTo>
                        <a:pt x="29" y="55"/>
                        <a:pt x="29" y="52"/>
                        <a:pt x="29" y="49"/>
                      </a:cubicBezTo>
                      <a:close/>
                      <a:moveTo>
                        <a:pt x="34" y="29"/>
                      </a:moveTo>
                      <a:cubicBezTo>
                        <a:pt x="34" y="29"/>
                        <a:pt x="34" y="29"/>
                        <a:pt x="33" y="28"/>
                      </a:cubicBezTo>
                      <a:cubicBezTo>
                        <a:pt x="31" y="29"/>
                        <a:pt x="28" y="30"/>
                        <a:pt x="26" y="32"/>
                      </a:cubicBezTo>
                      <a:cubicBezTo>
                        <a:pt x="24" y="32"/>
                        <a:pt x="22" y="34"/>
                        <a:pt x="23" y="36"/>
                      </a:cubicBezTo>
                      <a:cubicBezTo>
                        <a:pt x="23" y="38"/>
                        <a:pt x="25" y="40"/>
                        <a:pt x="26" y="42"/>
                      </a:cubicBezTo>
                      <a:cubicBezTo>
                        <a:pt x="27" y="42"/>
                        <a:pt x="30" y="41"/>
                        <a:pt x="31" y="40"/>
                      </a:cubicBezTo>
                      <a:cubicBezTo>
                        <a:pt x="32" y="37"/>
                        <a:pt x="33" y="33"/>
                        <a:pt x="34" y="29"/>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4" name="Freeform 12">
                  <a:extLst>
                    <a:ext uri="{FF2B5EF4-FFF2-40B4-BE49-F238E27FC236}">
                      <a16:creationId xmlns:a16="http://schemas.microsoft.com/office/drawing/2014/main" id="{D88D9717-3185-4A77-8E18-2A8659D441F7}"/>
                    </a:ext>
                  </a:extLst>
                </p:cNvPr>
                <p:cNvSpPr>
                  <a:spLocks/>
                </p:cNvSpPr>
                <p:nvPr/>
              </p:nvSpPr>
              <p:spPr bwMode="auto">
                <a:xfrm>
                  <a:off x="11854992" y="2009127"/>
                  <a:ext cx="153208" cy="383749"/>
                </a:xfrm>
                <a:custGeom>
                  <a:avLst/>
                  <a:gdLst>
                    <a:gd name="T0" fmla="*/ 30 w 39"/>
                    <a:gd name="T1" fmla="*/ 44 h 98"/>
                    <a:gd name="T2" fmla="*/ 36 w 39"/>
                    <a:gd name="T3" fmla="*/ 34 h 98"/>
                    <a:gd name="T4" fmla="*/ 37 w 39"/>
                    <a:gd name="T5" fmla="*/ 51 h 98"/>
                    <a:gd name="T6" fmla="*/ 25 w 39"/>
                    <a:gd name="T7" fmla="*/ 82 h 98"/>
                    <a:gd name="T8" fmla="*/ 21 w 39"/>
                    <a:gd name="T9" fmla="*/ 98 h 98"/>
                    <a:gd name="T10" fmla="*/ 13 w 39"/>
                    <a:gd name="T11" fmla="*/ 96 h 98"/>
                    <a:gd name="T12" fmla="*/ 5 w 39"/>
                    <a:gd name="T13" fmla="*/ 83 h 98"/>
                    <a:gd name="T14" fmla="*/ 11 w 39"/>
                    <a:gd name="T15" fmla="*/ 62 h 98"/>
                    <a:gd name="T16" fmla="*/ 9 w 39"/>
                    <a:gd name="T17" fmla="*/ 43 h 98"/>
                    <a:gd name="T18" fmla="*/ 12 w 39"/>
                    <a:gd name="T19" fmla="*/ 38 h 98"/>
                    <a:gd name="T20" fmla="*/ 18 w 39"/>
                    <a:gd name="T21" fmla="*/ 33 h 98"/>
                    <a:gd name="T22" fmla="*/ 23 w 39"/>
                    <a:gd name="T23" fmla="*/ 12 h 98"/>
                    <a:gd name="T24" fmla="*/ 11 w 39"/>
                    <a:gd name="T25" fmla="*/ 16 h 98"/>
                    <a:gd name="T26" fmla="*/ 2 w 39"/>
                    <a:gd name="T27" fmla="*/ 16 h 98"/>
                    <a:gd name="T28" fmla="*/ 0 w 39"/>
                    <a:gd name="T29" fmla="*/ 12 h 98"/>
                    <a:gd name="T30" fmla="*/ 3 w 39"/>
                    <a:gd name="T31" fmla="*/ 10 h 98"/>
                    <a:gd name="T32" fmla="*/ 16 w 39"/>
                    <a:gd name="T33" fmla="*/ 7 h 98"/>
                    <a:gd name="T34" fmla="*/ 26 w 39"/>
                    <a:gd name="T35" fmla="*/ 2 h 98"/>
                    <a:gd name="T36" fmla="*/ 32 w 39"/>
                    <a:gd name="T37" fmla="*/ 1 h 98"/>
                    <a:gd name="T38" fmla="*/ 35 w 39"/>
                    <a:gd name="T39" fmla="*/ 9 h 98"/>
                    <a:gd name="T40" fmla="*/ 34 w 39"/>
                    <a:gd name="T41" fmla="*/ 11 h 98"/>
                    <a:gd name="T42" fmla="*/ 27 w 39"/>
                    <a:gd name="T43" fmla="*/ 38 h 98"/>
                    <a:gd name="T44" fmla="*/ 28 w 39"/>
                    <a:gd name="T45" fmla="*/ 44 h 98"/>
                    <a:gd name="T46" fmla="*/ 30 w 39"/>
                    <a:gd name="T47" fmla="*/ 44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9" h="98">
                      <a:moveTo>
                        <a:pt x="30" y="44"/>
                      </a:moveTo>
                      <a:cubicBezTo>
                        <a:pt x="32" y="41"/>
                        <a:pt x="34" y="38"/>
                        <a:pt x="36" y="34"/>
                      </a:cubicBezTo>
                      <a:cubicBezTo>
                        <a:pt x="37" y="40"/>
                        <a:pt x="39" y="45"/>
                        <a:pt x="37" y="51"/>
                      </a:cubicBezTo>
                      <a:cubicBezTo>
                        <a:pt x="33" y="61"/>
                        <a:pt x="29" y="72"/>
                        <a:pt x="25" y="82"/>
                      </a:cubicBezTo>
                      <a:cubicBezTo>
                        <a:pt x="23" y="87"/>
                        <a:pt x="23" y="92"/>
                        <a:pt x="21" y="98"/>
                      </a:cubicBezTo>
                      <a:cubicBezTo>
                        <a:pt x="18" y="97"/>
                        <a:pt x="15" y="97"/>
                        <a:pt x="13" y="96"/>
                      </a:cubicBezTo>
                      <a:cubicBezTo>
                        <a:pt x="7" y="94"/>
                        <a:pt x="3" y="89"/>
                        <a:pt x="5" y="83"/>
                      </a:cubicBezTo>
                      <a:cubicBezTo>
                        <a:pt x="7" y="76"/>
                        <a:pt x="9" y="69"/>
                        <a:pt x="11" y="62"/>
                      </a:cubicBezTo>
                      <a:cubicBezTo>
                        <a:pt x="13" y="56"/>
                        <a:pt x="14" y="49"/>
                        <a:pt x="9" y="43"/>
                      </a:cubicBezTo>
                      <a:cubicBezTo>
                        <a:pt x="7" y="39"/>
                        <a:pt x="9" y="38"/>
                        <a:pt x="12" y="38"/>
                      </a:cubicBezTo>
                      <a:cubicBezTo>
                        <a:pt x="17" y="39"/>
                        <a:pt x="17" y="37"/>
                        <a:pt x="18" y="33"/>
                      </a:cubicBezTo>
                      <a:cubicBezTo>
                        <a:pt x="19" y="26"/>
                        <a:pt x="21" y="20"/>
                        <a:pt x="23" y="12"/>
                      </a:cubicBezTo>
                      <a:cubicBezTo>
                        <a:pt x="19" y="13"/>
                        <a:pt x="15" y="15"/>
                        <a:pt x="11" y="16"/>
                      </a:cubicBezTo>
                      <a:cubicBezTo>
                        <a:pt x="8" y="17"/>
                        <a:pt x="5" y="16"/>
                        <a:pt x="2" y="16"/>
                      </a:cubicBezTo>
                      <a:cubicBezTo>
                        <a:pt x="1" y="15"/>
                        <a:pt x="0" y="13"/>
                        <a:pt x="0" y="12"/>
                      </a:cubicBezTo>
                      <a:cubicBezTo>
                        <a:pt x="1" y="11"/>
                        <a:pt x="2" y="10"/>
                        <a:pt x="3" y="10"/>
                      </a:cubicBezTo>
                      <a:cubicBezTo>
                        <a:pt x="7" y="8"/>
                        <a:pt x="12" y="8"/>
                        <a:pt x="16" y="7"/>
                      </a:cubicBezTo>
                      <a:cubicBezTo>
                        <a:pt x="19" y="5"/>
                        <a:pt x="22" y="3"/>
                        <a:pt x="26" y="2"/>
                      </a:cubicBezTo>
                      <a:cubicBezTo>
                        <a:pt x="28" y="1"/>
                        <a:pt x="32" y="0"/>
                        <a:pt x="32" y="1"/>
                      </a:cubicBezTo>
                      <a:cubicBezTo>
                        <a:pt x="34" y="3"/>
                        <a:pt x="35" y="6"/>
                        <a:pt x="35" y="9"/>
                      </a:cubicBezTo>
                      <a:cubicBezTo>
                        <a:pt x="36" y="9"/>
                        <a:pt x="35" y="10"/>
                        <a:pt x="34" y="11"/>
                      </a:cubicBezTo>
                      <a:cubicBezTo>
                        <a:pt x="27" y="19"/>
                        <a:pt x="28" y="29"/>
                        <a:pt x="27" y="38"/>
                      </a:cubicBezTo>
                      <a:cubicBezTo>
                        <a:pt x="27" y="40"/>
                        <a:pt x="28" y="42"/>
                        <a:pt x="28" y="44"/>
                      </a:cubicBezTo>
                      <a:cubicBezTo>
                        <a:pt x="29" y="44"/>
                        <a:pt x="29" y="44"/>
                        <a:pt x="30" y="44"/>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grpSp>
        </p:grpSp>
      </p:grpSp>
      <p:sp>
        <p:nvSpPr>
          <p:cNvPr id="41" name="文本框 40">
            <a:extLst>
              <a:ext uri="{FF2B5EF4-FFF2-40B4-BE49-F238E27FC236}">
                <a16:creationId xmlns:a16="http://schemas.microsoft.com/office/drawing/2014/main" id="{DF269877-3713-4708-B674-1A813AB36FFC}"/>
              </a:ext>
            </a:extLst>
          </p:cNvPr>
          <p:cNvSpPr txBox="1"/>
          <p:nvPr userDrawn="1"/>
        </p:nvSpPr>
        <p:spPr>
          <a:xfrm rot="16200000">
            <a:off x="-1443469" y="3524086"/>
            <a:ext cx="3170099" cy="261610"/>
          </a:xfrm>
          <a:prstGeom prst="rect">
            <a:avLst/>
          </a:prstGeom>
          <a:noFill/>
        </p:spPr>
        <p:txBody>
          <a:bodyPr wrap="square" rtlCol="0">
            <a:noAutofit/>
          </a:bodyPr>
          <a:lstStyle>
            <a:defPPr>
              <a:defRPr lang="zh-CN"/>
            </a:defPPr>
            <a:lvl1pPr algn="dist">
              <a:defRPr sz="1100" b="1">
                <a:solidFill>
                  <a:schemeClr val="bg1">
                    <a:alpha val="22000"/>
                  </a:schemeClr>
                </a:solidFill>
                <a:latin typeface="Arial" panose="020B0604020202020204" pitchFamily="34" charset="0"/>
                <a:cs typeface="Arial" panose="020B0604020202020204" pitchFamily="34" charset="0"/>
              </a:defRPr>
            </a:lvl1pPr>
          </a:lstStyle>
          <a:p>
            <a:r>
              <a:rPr lang="en-US" altLang="zh-CN" dirty="0">
                <a:solidFill>
                  <a:schemeClr val="bg1">
                    <a:alpha val="5000"/>
                  </a:schemeClr>
                </a:solidFill>
              </a:rPr>
              <a:t>BEIJING INSTITUTE OF TECHNOLOGY</a:t>
            </a:r>
          </a:p>
        </p:txBody>
      </p:sp>
      <p:pic>
        <p:nvPicPr>
          <p:cNvPr id="42" name="图片 41"/>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9452633" y="548450"/>
            <a:ext cx="2295327" cy="504694"/>
          </a:xfrm>
          <a:prstGeom prst="rect">
            <a:avLst/>
          </a:prstGeom>
        </p:spPr>
      </p:pic>
      <p:cxnSp>
        <p:nvCxnSpPr>
          <p:cNvPr id="4" name="直接连接符 3"/>
          <p:cNvCxnSpPr/>
          <p:nvPr userDrawn="1"/>
        </p:nvCxnSpPr>
        <p:spPr>
          <a:xfrm>
            <a:off x="666749" y="1329225"/>
            <a:ext cx="0" cy="4714736"/>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4" name="直接连接符 43"/>
          <p:cNvCxnSpPr/>
          <p:nvPr userDrawn="1"/>
        </p:nvCxnSpPr>
        <p:spPr>
          <a:xfrm>
            <a:off x="9258300" y="1280160"/>
            <a:ext cx="0" cy="4835169"/>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4124954"/>
      </p:ext>
    </p:extLst>
  </p:cSld>
  <p:clrMapOvr>
    <a:masterClrMapping/>
  </p:clrMapOvr>
  <p:extLst>
    <p:ext uri="{DCECCB84-F9BA-43D5-87BE-67443E8EF086}">
      <p15:sldGuideLst xmlns:p15="http://schemas.microsoft.com/office/powerpoint/2012/main">
        <p15:guide id="1" pos="3840">
          <p15:clr>
            <a:srgbClr val="FBAE40"/>
          </p15:clr>
        </p15:guide>
        <p15:guide id="2" orient="horz" pos="935">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封面样式2-首页1">
    <p:spTree>
      <p:nvGrpSpPr>
        <p:cNvPr id="1" name=""/>
        <p:cNvGrpSpPr/>
        <p:nvPr/>
      </p:nvGrpSpPr>
      <p:grpSpPr>
        <a:xfrm>
          <a:off x="0" y="0"/>
          <a:ext cx="0" cy="0"/>
          <a:chOff x="0" y="0"/>
          <a:chExt cx="0" cy="0"/>
        </a:xfrm>
      </p:grpSpPr>
      <p:sp>
        <p:nvSpPr>
          <p:cNvPr id="6" name="PA-矩形 7">
            <a:extLst>
              <a:ext uri="{FF2B5EF4-FFF2-40B4-BE49-F238E27FC236}">
                <a16:creationId xmlns:a16="http://schemas.microsoft.com/office/drawing/2014/main" id="{0761A886-F0D7-4C39-AFFF-052DB74E32F7}"/>
              </a:ext>
            </a:extLst>
          </p:cNvPr>
          <p:cNvSpPr/>
          <p:nvPr userDrawn="1">
            <p:custDataLst>
              <p:tags r:id="rId1"/>
            </p:custDataLst>
          </p:nvPr>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PA-矩形 7">
            <a:extLst>
              <a:ext uri="{FF2B5EF4-FFF2-40B4-BE49-F238E27FC236}">
                <a16:creationId xmlns:a16="http://schemas.microsoft.com/office/drawing/2014/main" id="{61E30CDC-6882-4EF4-A98A-D29C1686BFEA}"/>
              </a:ext>
            </a:extLst>
          </p:cNvPr>
          <p:cNvSpPr/>
          <p:nvPr userDrawn="1">
            <p:custDataLst>
              <p:tags r:id="rId2"/>
            </p:custDataLst>
          </p:nvPr>
        </p:nvSpPr>
        <p:spPr>
          <a:xfrm>
            <a:off x="0" y="0"/>
            <a:ext cx="12192000" cy="6858000"/>
          </a:xfrm>
          <a:prstGeom prst="rect">
            <a:avLst/>
          </a:prstGeom>
          <a:gradFill>
            <a:gsLst>
              <a:gs pos="0">
                <a:srgbClr val="008244"/>
              </a:gs>
              <a:gs pos="100000">
                <a:schemeClr val="accent1"/>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zh-CN" altLang="en-US" dirty="0"/>
          </a:p>
        </p:txBody>
      </p:sp>
      <p:sp>
        <p:nvSpPr>
          <p:cNvPr id="8" name="任意多边形: 形状 39">
            <a:extLst>
              <a:ext uri="{FF2B5EF4-FFF2-40B4-BE49-F238E27FC236}">
                <a16:creationId xmlns:a16="http://schemas.microsoft.com/office/drawing/2014/main" id="{B18E0BAC-81B9-4AB0-A570-682285AF4673}"/>
              </a:ext>
            </a:extLst>
          </p:cNvPr>
          <p:cNvSpPr/>
          <p:nvPr userDrawn="1"/>
        </p:nvSpPr>
        <p:spPr>
          <a:xfrm>
            <a:off x="207372" y="0"/>
            <a:ext cx="7536857" cy="6858000"/>
          </a:xfrm>
          <a:custGeom>
            <a:avLst/>
            <a:gdLst>
              <a:gd name="connsiteX0" fmla="*/ 0 w 7536857"/>
              <a:gd name="connsiteY0" fmla="*/ 0 h 6858000"/>
              <a:gd name="connsiteX1" fmla="*/ 6351816 w 7536857"/>
              <a:gd name="connsiteY1" fmla="*/ 0 h 6858000"/>
              <a:gd name="connsiteX2" fmla="*/ 6432300 w 7536857"/>
              <a:gd name="connsiteY2" fmla="*/ 102417 h 6858000"/>
              <a:gd name="connsiteX3" fmla="*/ 7536857 w 7536857"/>
              <a:gd name="connsiteY3" fmla="*/ 3429000 h 6858000"/>
              <a:gd name="connsiteX4" fmla="*/ 6432300 w 7536857"/>
              <a:gd name="connsiteY4" fmla="*/ 6755583 h 6858000"/>
              <a:gd name="connsiteX5" fmla="*/ 6351816 w 7536857"/>
              <a:gd name="connsiteY5" fmla="*/ 6858000 h 6858000"/>
              <a:gd name="connsiteX6" fmla="*/ 0 w 753685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536857" h="6858000">
                <a:moveTo>
                  <a:pt x="0" y="0"/>
                </a:moveTo>
                <a:lnTo>
                  <a:pt x="6351816" y="0"/>
                </a:lnTo>
                <a:lnTo>
                  <a:pt x="6432300" y="102417"/>
                </a:lnTo>
                <a:cubicBezTo>
                  <a:pt x="7126033" y="1030047"/>
                  <a:pt x="7536857" y="2181547"/>
                  <a:pt x="7536857" y="3429000"/>
                </a:cubicBezTo>
                <a:cubicBezTo>
                  <a:pt x="7536857" y="4676454"/>
                  <a:pt x="7126033" y="5827953"/>
                  <a:pt x="6432300" y="6755583"/>
                </a:cubicBezTo>
                <a:lnTo>
                  <a:pt x="6351816" y="6858000"/>
                </a:lnTo>
                <a:lnTo>
                  <a:pt x="0" y="6858000"/>
                </a:lnTo>
                <a:close/>
              </a:path>
            </a:pathLst>
          </a:custGeom>
          <a:pattFill prst="pct5">
            <a:fgClr>
              <a:schemeClr val="bg1">
                <a:lumMod val="85000"/>
              </a:schemeClr>
            </a:fgClr>
            <a:bgClr>
              <a:schemeClr val="bg1"/>
            </a:bgClr>
          </a:pattFill>
          <a:ln>
            <a:noFill/>
          </a:ln>
          <a:effectLst>
            <a:outerShdw blurRad="190500" sx="101000" sy="101000" algn="l"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任意多边形: 形状 39">
            <a:extLst>
              <a:ext uri="{FF2B5EF4-FFF2-40B4-BE49-F238E27FC236}">
                <a16:creationId xmlns:a16="http://schemas.microsoft.com/office/drawing/2014/main" id="{B18E0BAC-81B9-4AB0-A570-682285AF4673}"/>
              </a:ext>
            </a:extLst>
          </p:cNvPr>
          <p:cNvSpPr/>
          <p:nvPr userDrawn="1"/>
        </p:nvSpPr>
        <p:spPr>
          <a:xfrm>
            <a:off x="189674" y="0"/>
            <a:ext cx="7536857" cy="6858000"/>
          </a:xfrm>
          <a:custGeom>
            <a:avLst/>
            <a:gdLst>
              <a:gd name="connsiteX0" fmla="*/ 0 w 7536857"/>
              <a:gd name="connsiteY0" fmla="*/ 0 h 6858000"/>
              <a:gd name="connsiteX1" fmla="*/ 6351816 w 7536857"/>
              <a:gd name="connsiteY1" fmla="*/ 0 h 6858000"/>
              <a:gd name="connsiteX2" fmla="*/ 6432300 w 7536857"/>
              <a:gd name="connsiteY2" fmla="*/ 102417 h 6858000"/>
              <a:gd name="connsiteX3" fmla="*/ 7536857 w 7536857"/>
              <a:gd name="connsiteY3" fmla="*/ 3429000 h 6858000"/>
              <a:gd name="connsiteX4" fmla="*/ 6432300 w 7536857"/>
              <a:gd name="connsiteY4" fmla="*/ 6755583 h 6858000"/>
              <a:gd name="connsiteX5" fmla="*/ 6351816 w 7536857"/>
              <a:gd name="connsiteY5" fmla="*/ 6858000 h 6858000"/>
              <a:gd name="connsiteX6" fmla="*/ 0 w 753685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536857" h="6858000">
                <a:moveTo>
                  <a:pt x="0" y="0"/>
                </a:moveTo>
                <a:lnTo>
                  <a:pt x="6351816" y="0"/>
                </a:lnTo>
                <a:lnTo>
                  <a:pt x="6432300" y="102417"/>
                </a:lnTo>
                <a:cubicBezTo>
                  <a:pt x="7126033" y="1030047"/>
                  <a:pt x="7536857" y="2181547"/>
                  <a:pt x="7536857" y="3429000"/>
                </a:cubicBezTo>
                <a:cubicBezTo>
                  <a:pt x="7536857" y="4676454"/>
                  <a:pt x="7126033" y="5827953"/>
                  <a:pt x="6432300" y="6755583"/>
                </a:cubicBezTo>
                <a:lnTo>
                  <a:pt x="6351816" y="6858000"/>
                </a:lnTo>
                <a:lnTo>
                  <a:pt x="0" y="6858000"/>
                </a:lnTo>
                <a:close/>
              </a:path>
            </a:pathLst>
          </a:custGeom>
          <a:solidFill>
            <a:srgbClr val="A13F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任意多边形: 形状 39">
            <a:extLst>
              <a:ext uri="{FF2B5EF4-FFF2-40B4-BE49-F238E27FC236}">
                <a16:creationId xmlns:a16="http://schemas.microsoft.com/office/drawing/2014/main" id="{B18E0BAC-81B9-4AB0-A570-682285AF4673}"/>
              </a:ext>
            </a:extLst>
          </p:cNvPr>
          <p:cNvSpPr/>
          <p:nvPr userDrawn="1"/>
        </p:nvSpPr>
        <p:spPr>
          <a:xfrm>
            <a:off x="0" y="0"/>
            <a:ext cx="7536857" cy="6858000"/>
          </a:xfrm>
          <a:custGeom>
            <a:avLst/>
            <a:gdLst>
              <a:gd name="connsiteX0" fmla="*/ 0 w 7536857"/>
              <a:gd name="connsiteY0" fmla="*/ 0 h 6858000"/>
              <a:gd name="connsiteX1" fmla="*/ 6351816 w 7536857"/>
              <a:gd name="connsiteY1" fmla="*/ 0 h 6858000"/>
              <a:gd name="connsiteX2" fmla="*/ 6432300 w 7536857"/>
              <a:gd name="connsiteY2" fmla="*/ 102417 h 6858000"/>
              <a:gd name="connsiteX3" fmla="*/ 7536857 w 7536857"/>
              <a:gd name="connsiteY3" fmla="*/ 3429000 h 6858000"/>
              <a:gd name="connsiteX4" fmla="*/ 6432300 w 7536857"/>
              <a:gd name="connsiteY4" fmla="*/ 6755583 h 6858000"/>
              <a:gd name="connsiteX5" fmla="*/ 6351816 w 7536857"/>
              <a:gd name="connsiteY5" fmla="*/ 6858000 h 6858000"/>
              <a:gd name="connsiteX6" fmla="*/ 0 w 753685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536857" h="6858000">
                <a:moveTo>
                  <a:pt x="0" y="0"/>
                </a:moveTo>
                <a:lnTo>
                  <a:pt x="6351816" y="0"/>
                </a:lnTo>
                <a:lnTo>
                  <a:pt x="6432300" y="102417"/>
                </a:lnTo>
                <a:cubicBezTo>
                  <a:pt x="7126033" y="1030047"/>
                  <a:pt x="7536857" y="2181547"/>
                  <a:pt x="7536857" y="3429000"/>
                </a:cubicBezTo>
                <a:cubicBezTo>
                  <a:pt x="7536857" y="4676454"/>
                  <a:pt x="7126033" y="5827953"/>
                  <a:pt x="6432300" y="6755583"/>
                </a:cubicBezTo>
                <a:lnTo>
                  <a:pt x="6351816" y="6858000"/>
                </a:lnTo>
                <a:lnTo>
                  <a:pt x="0" y="6858000"/>
                </a:lnTo>
                <a:close/>
              </a:path>
            </a:pathLst>
          </a:custGeom>
          <a:solidFill>
            <a:schemeClr val="bg1"/>
          </a:solidFill>
          <a:ln>
            <a:noFill/>
          </a:ln>
          <a:effectLst>
            <a:outerShdw blurRad="76200" sx="101000" sy="101000" algn="l" rotWithShape="0">
              <a:prstClr val="black">
                <a:alpha val="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任意多边形: 形状 74">
            <a:extLst>
              <a:ext uri="{FF2B5EF4-FFF2-40B4-BE49-F238E27FC236}">
                <a16:creationId xmlns:a16="http://schemas.microsoft.com/office/drawing/2014/main" id="{4CEDE2BC-7BF6-4AE3-8B04-4514441E4040}"/>
              </a:ext>
            </a:extLst>
          </p:cNvPr>
          <p:cNvSpPr/>
          <p:nvPr userDrawn="1"/>
        </p:nvSpPr>
        <p:spPr>
          <a:xfrm flipV="1">
            <a:off x="660400" y="3829587"/>
            <a:ext cx="6489382" cy="193259"/>
          </a:xfrm>
          <a:custGeom>
            <a:avLst/>
            <a:gdLst>
              <a:gd name="connsiteX0" fmla="*/ 0 w 6415214"/>
              <a:gd name="connsiteY0" fmla="*/ 171407 h 171407"/>
              <a:gd name="connsiteX1" fmla="*/ 6415214 w 6415214"/>
              <a:gd name="connsiteY1" fmla="*/ 171407 h 171407"/>
              <a:gd name="connsiteX2" fmla="*/ 6415214 w 6415214"/>
              <a:gd name="connsiteY2" fmla="*/ 100390 h 171407"/>
              <a:gd name="connsiteX3" fmla="*/ 511261 w 6415214"/>
              <a:gd name="connsiteY3" fmla="*/ 100390 h 171407"/>
              <a:gd name="connsiteX4" fmla="*/ 229919 w 6415214"/>
              <a:gd name="connsiteY4" fmla="*/ 0 h 171407"/>
              <a:gd name="connsiteX5" fmla="*/ 229919 w 6415214"/>
              <a:gd name="connsiteY5" fmla="*/ 100390 h 171407"/>
              <a:gd name="connsiteX6" fmla="*/ 0 w 6415214"/>
              <a:gd name="connsiteY6" fmla="*/ 100390 h 171407"/>
              <a:gd name="connsiteX0" fmla="*/ 0 w 6415214"/>
              <a:gd name="connsiteY0" fmla="*/ 171407 h 262847"/>
              <a:gd name="connsiteX1" fmla="*/ 6415214 w 6415214"/>
              <a:gd name="connsiteY1" fmla="*/ 171407 h 262847"/>
              <a:gd name="connsiteX2" fmla="*/ 6415214 w 6415214"/>
              <a:gd name="connsiteY2" fmla="*/ 100390 h 262847"/>
              <a:gd name="connsiteX3" fmla="*/ 511261 w 6415214"/>
              <a:gd name="connsiteY3" fmla="*/ 100390 h 262847"/>
              <a:gd name="connsiteX4" fmla="*/ 229919 w 6415214"/>
              <a:gd name="connsiteY4" fmla="*/ 0 h 262847"/>
              <a:gd name="connsiteX5" fmla="*/ 229919 w 6415214"/>
              <a:gd name="connsiteY5" fmla="*/ 100390 h 262847"/>
              <a:gd name="connsiteX6" fmla="*/ 0 w 6415214"/>
              <a:gd name="connsiteY6" fmla="*/ 100390 h 262847"/>
              <a:gd name="connsiteX7" fmla="*/ 91440 w 6415214"/>
              <a:gd name="connsiteY7" fmla="*/ 262847 h 262847"/>
              <a:gd name="connsiteX0" fmla="*/ 0 w 6415214"/>
              <a:gd name="connsiteY0" fmla="*/ 171407 h 171407"/>
              <a:gd name="connsiteX1" fmla="*/ 6415214 w 6415214"/>
              <a:gd name="connsiteY1" fmla="*/ 171407 h 171407"/>
              <a:gd name="connsiteX2" fmla="*/ 6415214 w 6415214"/>
              <a:gd name="connsiteY2" fmla="*/ 100390 h 171407"/>
              <a:gd name="connsiteX3" fmla="*/ 511261 w 6415214"/>
              <a:gd name="connsiteY3" fmla="*/ 100390 h 171407"/>
              <a:gd name="connsiteX4" fmla="*/ 229919 w 6415214"/>
              <a:gd name="connsiteY4" fmla="*/ 0 h 171407"/>
              <a:gd name="connsiteX5" fmla="*/ 229919 w 6415214"/>
              <a:gd name="connsiteY5" fmla="*/ 100390 h 171407"/>
              <a:gd name="connsiteX6" fmla="*/ 0 w 6415214"/>
              <a:gd name="connsiteY6" fmla="*/ 100390 h 171407"/>
              <a:gd name="connsiteX0" fmla="*/ 0 w 6415214"/>
              <a:gd name="connsiteY0" fmla="*/ 171407 h 171407"/>
              <a:gd name="connsiteX1" fmla="*/ 6415214 w 6415214"/>
              <a:gd name="connsiteY1" fmla="*/ 100390 h 171407"/>
              <a:gd name="connsiteX2" fmla="*/ 511261 w 6415214"/>
              <a:gd name="connsiteY2" fmla="*/ 100390 h 171407"/>
              <a:gd name="connsiteX3" fmla="*/ 229919 w 6415214"/>
              <a:gd name="connsiteY3" fmla="*/ 0 h 171407"/>
              <a:gd name="connsiteX4" fmla="*/ 229919 w 6415214"/>
              <a:gd name="connsiteY4" fmla="*/ 100390 h 171407"/>
              <a:gd name="connsiteX5" fmla="*/ 0 w 6415214"/>
              <a:gd name="connsiteY5" fmla="*/ 100390 h 171407"/>
              <a:gd name="connsiteX0" fmla="*/ 6415214 w 6415214"/>
              <a:gd name="connsiteY0" fmla="*/ 100390 h 100390"/>
              <a:gd name="connsiteX1" fmla="*/ 511261 w 6415214"/>
              <a:gd name="connsiteY1" fmla="*/ 100390 h 100390"/>
              <a:gd name="connsiteX2" fmla="*/ 229919 w 6415214"/>
              <a:gd name="connsiteY2" fmla="*/ 0 h 100390"/>
              <a:gd name="connsiteX3" fmla="*/ 229919 w 6415214"/>
              <a:gd name="connsiteY3" fmla="*/ 100390 h 100390"/>
              <a:gd name="connsiteX4" fmla="*/ 0 w 6415214"/>
              <a:gd name="connsiteY4" fmla="*/ 100390 h 100390"/>
              <a:gd name="connsiteX0" fmla="*/ 6415214 w 6415214"/>
              <a:gd name="connsiteY0" fmla="*/ 195640 h 195640"/>
              <a:gd name="connsiteX1" fmla="*/ 511261 w 6415214"/>
              <a:gd name="connsiteY1" fmla="*/ 195640 h 195640"/>
              <a:gd name="connsiteX2" fmla="*/ 227538 w 6415214"/>
              <a:gd name="connsiteY2" fmla="*/ 0 h 195640"/>
              <a:gd name="connsiteX3" fmla="*/ 229919 w 6415214"/>
              <a:gd name="connsiteY3" fmla="*/ 195640 h 195640"/>
              <a:gd name="connsiteX4" fmla="*/ 0 w 6415214"/>
              <a:gd name="connsiteY4" fmla="*/ 195640 h 195640"/>
              <a:gd name="connsiteX0" fmla="*/ 6415214 w 6415214"/>
              <a:gd name="connsiteY0" fmla="*/ 193259 h 193259"/>
              <a:gd name="connsiteX1" fmla="*/ 511261 w 6415214"/>
              <a:gd name="connsiteY1" fmla="*/ 193259 h 193259"/>
              <a:gd name="connsiteX2" fmla="*/ 232301 w 6415214"/>
              <a:gd name="connsiteY2" fmla="*/ 0 h 193259"/>
              <a:gd name="connsiteX3" fmla="*/ 229919 w 6415214"/>
              <a:gd name="connsiteY3" fmla="*/ 193259 h 193259"/>
              <a:gd name="connsiteX4" fmla="*/ 0 w 6415214"/>
              <a:gd name="connsiteY4" fmla="*/ 193259 h 1932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15214" h="193259">
                <a:moveTo>
                  <a:pt x="6415214" y="193259"/>
                </a:moveTo>
                <a:lnTo>
                  <a:pt x="511261" y="193259"/>
                </a:lnTo>
                <a:lnTo>
                  <a:pt x="232301" y="0"/>
                </a:lnTo>
                <a:cubicBezTo>
                  <a:pt x="233095" y="65213"/>
                  <a:pt x="229125" y="128046"/>
                  <a:pt x="229919" y="193259"/>
                </a:cubicBezTo>
                <a:lnTo>
                  <a:pt x="0" y="193259"/>
                </a:lnTo>
              </a:path>
            </a:pathLst>
          </a:cu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lang="zh-CN" altLang="en-US">
              <a:cs typeface="+mn-ea"/>
              <a:sym typeface="+mn-lt"/>
            </a:endParaRPr>
          </a:p>
        </p:txBody>
      </p:sp>
      <p:sp>
        <p:nvSpPr>
          <p:cNvPr id="12" name="标题 47">
            <a:extLst>
              <a:ext uri="{FF2B5EF4-FFF2-40B4-BE49-F238E27FC236}">
                <a16:creationId xmlns:a16="http://schemas.microsoft.com/office/drawing/2014/main" id="{26FA9A66-DBB6-484A-829A-BC30DE67252C}"/>
              </a:ext>
            </a:extLst>
          </p:cNvPr>
          <p:cNvSpPr>
            <a:spLocks noGrp="1"/>
          </p:cNvSpPr>
          <p:nvPr>
            <p:ph type="title" hasCustomPrompt="1"/>
          </p:nvPr>
        </p:nvSpPr>
        <p:spPr>
          <a:xfrm>
            <a:off x="630418" y="2616692"/>
            <a:ext cx="7055958" cy="1200329"/>
          </a:xfrm>
          <a:prstGeom prst="rect">
            <a:avLst/>
          </a:prstGeom>
          <a:noFill/>
        </p:spPr>
        <p:txBody>
          <a:bodyPr wrap="square" lIns="0" rtlCol="0">
            <a:spAutoFit/>
          </a:bodyPr>
          <a:lstStyle>
            <a:lvl1pPr>
              <a:lnSpc>
                <a:spcPct val="100000"/>
              </a:lnSpc>
              <a:defRPr lang="zh-CN" altLang="en-US" sz="3600" b="1" spc="100" dirty="0">
                <a:latin typeface="微软雅黑" panose="020B0503020204020204" pitchFamily="34" charset="-122"/>
                <a:ea typeface="微软雅黑" panose="020B0503020204020204" pitchFamily="34" charset="-122"/>
                <a:cs typeface="+mn-ea"/>
              </a:defRPr>
            </a:lvl1pPr>
          </a:lstStyle>
          <a:p>
            <a:pPr marL="0" lvl="0"/>
            <a:r>
              <a:rPr lang="zh-CN" altLang="en-US" dirty="0"/>
              <a:t>请在此输入标题</a:t>
            </a:r>
            <a:br>
              <a:rPr lang="zh-CN" altLang="en-US" dirty="0"/>
            </a:br>
            <a:r>
              <a:rPr lang="zh-CN" altLang="en-US" dirty="0"/>
              <a:t>尽量回车保证标题为两行</a:t>
            </a:r>
          </a:p>
        </p:txBody>
      </p:sp>
      <p:sp>
        <p:nvSpPr>
          <p:cNvPr id="13" name="文本占位符 87">
            <a:extLst>
              <a:ext uri="{FF2B5EF4-FFF2-40B4-BE49-F238E27FC236}">
                <a16:creationId xmlns:a16="http://schemas.microsoft.com/office/drawing/2014/main" id="{F56DEE86-1AA4-4820-A7A1-E4F787904C00}"/>
              </a:ext>
            </a:extLst>
          </p:cNvPr>
          <p:cNvSpPr>
            <a:spLocks noGrp="1"/>
          </p:cNvSpPr>
          <p:nvPr>
            <p:ph type="body" sz="quarter" idx="13" hasCustomPrompt="1"/>
          </p:nvPr>
        </p:nvSpPr>
        <p:spPr>
          <a:xfrm>
            <a:off x="654709" y="2352090"/>
            <a:ext cx="5154585" cy="258532"/>
          </a:xfrm>
          <a:prstGeom prst="rect">
            <a:avLst/>
          </a:prstGeom>
          <a:noFill/>
        </p:spPr>
        <p:txBody>
          <a:bodyPr wrap="square" lIns="0" rtlCol="0">
            <a:spAutoFit/>
          </a:bodyPr>
          <a:lstStyle>
            <a:lvl1pPr marL="0" indent="0">
              <a:buNone/>
              <a:defRPr lang="zh-CN" altLang="en-US" sz="1200" spc="100" dirty="0">
                <a:solidFill>
                  <a:schemeClr val="tx1">
                    <a:lumMod val="65000"/>
                    <a:lumOff val="35000"/>
                  </a:schemeClr>
                </a:solidFill>
                <a:latin typeface="微软雅黑 Light" panose="020B0502040204020203" pitchFamily="34" charset="-122"/>
                <a:ea typeface="微软雅黑 Light" panose="020B0502040204020203" pitchFamily="34" charset="-122"/>
                <a:cs typeface="+mn-ea"/>
                <a:sym typeface="Wingdings 3" panose="05040102010807070707" pitchFamily="18" charset="2"/>
              </a:defRPr>
            </a:lvl1pPr>
          </a:lstStyle>
          <a:p>
            <a:pPr marL="228600" lvl="0" indent="-228600"/>
            <a:r>
              <a:rPr lang="zh-CN" altLang="en-US" dirty="0"/>
              <a:t>请在此输入你的副标题</a:t>
            </a:r>
          </a:p>
        </p:txBody>
      </p:sp>
      <p:sp>
        <p:nvSpPr>
          <p:cNvPr id="14" name="文本占位符 53">
            <a:extLst>
              <a:ext uri="{FF2B5EF4-FFF2-40B4-BE49-F238E27FC236}">
                <a16:creationId xmlns:a16="http://schemas.microsoft.com/office/drawing/2014/main" id="{28747CEA-1C37-4144-A247-245AD1393504}"/>
              </a:ext>
            </a:extLst>
          </p:cNvPr>
          <p:cNvSpPr>
            <a:spLocks noGrp="1"/>
          </p:cNvSpPr>
          <p:nvPr>
            <p:ph type="body" sz="quarter" idx="16" hasCustomPrompt="1"/>
          </p:nvPr>
        </p:nvSpPr>
        <p:spPr>
          <a:xfrm>
            <a:off x="655638" y="4304189"/>
            <a:ext cx="4065361" cy="344710"/>
          </a:xfrm>
          <a:prstGeom prst="rect">
            <a:avLst/>
          </a:prstGeom>
          <a:noFill/>
        </p:spPr>
        <p:txBody>
          <a:bodyPr wrap="square" lIns="0" rtlCol="0" anchor="ctr" anchorCtr="0">
            <a:spAutoFit/>
          </a:bodyPr>
          <a:lstStyle>
            <a:lvl1pPr marL="0" indent="0">
              <a:lnSpc>
                <a:spcPct val="130000"/>
              </a:lnSpc>
              <a:buNone/>
              <a:defRPr lang="zh-CN" altLang="en-US" sz="1400" spc="100" smtClean="0">
                <a:solidFill>
                  <a:schemeClr val="tx1">
                    <a:lumMod val="85000"/>
                    <a:lumOff val="15000"/>
                  </a:schemeClr>
                </a:solidFill>
                <a:cs typeface="+mn-ea"/>
              </a:defRPr>
            </a:lvl1pPr>
            <a:lvl2pPr>
              <a:defRPr lang="zh-CN" altLang="en-US" sz="1800" smtClean="0"/>
            </a:lvl2pPr>
            <a:lvl3pPr>
              <a:defRPr lang="zh-CN" altLang="en-US" sz="1800" smtClean="0"/>
            </a:lvl3pPr>
            <a:lvl4pPr>
              <a:defRPr lang="zh-CN" altLang="en-US" smtClean="0"/>
            </a:lvl4pPr>
            <a:lvl5pPr>
              <a:defRPr lang="zh-CN" altLang="en-US"/>
            </a:lvl5pPr>
          </a:lstStyle>
          <a:p>
            <a:pPr marL="0" lvl="0">
              <a:lnSpc>
                <a:spcPct val="130000"/>
              </a:lnSpc>
            </a:pPr>
            <a:r>
              <a:rPr lang="zh-CN" altLang="en-US" dirty="0"/>
              <a:t>指导教师： </a:t>
            </a:r>
            <a:r>
              <a:rPr lang="en-US" altLang="zh-CN" dirty="0"/>
              <a:t>XXX	</a:t>
            </a:r>
            <a:r>
              <a:rPr lang="zh-CN" altLang="en-US" dirty="0"/>
              <a:t>答辩学生： 芃苇</a:t>
            </a:r>
          </a:p>
        </p:txBody>
      </p:sp>
      <p:sp>
        <p:nvSpPr>
          <p:cNvPr id="16" name="文本框 15"/>
          <p:cNvSpPr txBox="1"/>
          <p:nvPr userDrawn="1"/>
        </p:nvSpPr>
        <p:spPr>
          <a:xfrm>
            <a:off x="474450" y="318256"/>
            <a:ext cx="1899117" cy="792864"/>
          </a:xfrm>
          <a:prstGeom prst="rect">
            <a:avLst/>
          </a:prstGeom>
          <a:noFill/>
          <a:ln>
            <a:noFill/>
          </a:ln>
        </p:spPr>
        <p:txBody>
          <a:bodyPr wrap="square" lIns="180000" tIns="180000" rIns="180000" bIns="180000" rtlCol="0">
            <a:spAutoFit/>
          </a:bodyPr>
          <a:lstStyle/>
          <a:p>
            <a:pPr algn="l">
              <a:lnSpc>
                <a:spcPct val="130000"/>
              </a:lnSpc>
            </a:pPr>
            <a:r>
              <a:rPr lang="en-US" altLang="zh-CN" sz="2400" b="1" i="0" spc="100" dirty="0">
                <a:solidFill>
                  <a:schemeClr val="accent3"/>
                </a:solidFill>
                <a:latin typeface="+mn-ea"/>
              </a:rPr>
              <a:t>◀ BIT</a:t>
            </a:r>
            <a:r>
              <a:rPr lang="en-US" altLang="zh-CN" sz="2400" b="1" i="0" spc="100" baseline="0" dirty="0">
                <a:solidFill>
                  <a:schemeClr val="accent3"/>
                </a:solidFill>
                <a:latin typeface="+mn-ea"/>
              </a:rPr>
              <a:t> </a:t>
            </a:r>
            <a:r>
              <a:rPr lang="en-US" altLang="zh-CN" sz="2400" b="1" i="0" spc="100" dirty="0">
                <a:solidFill>
                  <a:schemeClr val="accent3"/>
                </a:solidFill>
                <a:latin typeface="+mn-ea"/>
              </a:rPr>
              <a:t>▶</a:t>
            </a:r>
            <a:endParaRPr lang="zh-CN" altLang="en-US" sz="2400" b="1" i="0" spc="100" dirty="0">
              <a:solidFill>
                <a:schemeClr val="accent3"/>
              </a:solidFill>
              <a:latin typeface="+mn-ea"/>
            </a:endParaRPr>
          </a:p>
        </p:txBody>
      </p:sp>
      <p:pic>
        <p:nvPicPr>
          <p:cNvPr id="23" name="图片 22"/>
          <p:cNvPicPr>
            <a:picLocks noChangeAspect="1"/>
          </p:cNvPicPr>
          <p:nvPr userDrawn="1"/>
        </p:nvPicPr>
        <p:blipFill>
          <a:blip r:embed="rId4">
            <a:extLst>
              <a:ext uri="{28A0092B-C50C-407E-A947-70E740481C1C}">
                <a14:useLocalDpi xmlns:a14="http://schemas.microsoft.com/office/drawing/2010/main"/>
              </a:ext>
            </a:extLst>
          </a:blip>
          <a:stretch>
            <a:fillRect/>
          </a:stretch>
        </p:blipFill>
        <p:spPr>
          <a:xfrm>
            <a:off x="8250894" y="-774608"/>
            <a:ext cx="7885491" cy="7588381"/>
          </a:xfrm>
          <a:prstGeom prst="rect">
            <a:avLst/>
          </a:prstGeom>
        </p:spPr>
      </p:pic>
      <p:pic>
        <p:nvPicPr>
          <p:cNvPr id="20" name="图片 19"/>
          <p:cNvPicPr>
            <a:picLocks noChangeAspect="1"/>
          </p:cNvPicPr>
          <p:nvPr userDrawn="1"/>
        </p:nvPicPr>
        <p:blipFill>
          <a:blip r:embed="rId5" cstate="print">
            <a:extLst>
              <a:ext uri="{28A0092B-C50C-407E-A947-70E740481C1C}">
                <a14:useLocalDpi xmlns:a14="http://schemas.microsoft.com/office/drawing/2010/main"/>
              </a:ext>
            </a:extLst>
          </a:blip>
          <a:stretch>
            <a:fillRect/>
          </a:stretch>
        </p:blipFill>
        <p:spPr>
          <a:xfrm>
            <a:off x="8250874" y="2196869"/>
            <a:ext cx="3243162" cy="2464261"/>
          </a:xfrm>
          <a:prstGeom prst="rect">
            <a:avLst/>
          </a:prstGeom>
        </p:spPr>
      </p:pic>
      <p:grpSp>
        <p:nvGrpSpPr>
          <p:cNvPr id="24" name="组合 23"/>
          <p:cNvGrpSpPr/>
          <p:nvPr userDrawn="1"/>
        </p:nvGrpSpPr>
        <p:grpSpPr>
          <a:xfrm>
            <a:off x="671368" y="6083135"/>
            <a:ext cx="2542613" cy="276499"/>
            <a:chOff x="598941" y="6399999"/>
            <a:chExt cx="2542613" cy="276499"/>
          </a:xfrm>
          <a:solidFill>
            <a:schemeClr val="bg1">
              <a:lumMod val="65000"/>
            </a:schemeClr>
          </a:solidFill>
        </p:grpSpPr>
        <p:grpSp>
          <p:nvGrpSpPr>
            <p:cNvPr id="25" name="组合 24">
              <a:extLst>
                <a:ext uri="{FF2B5EF4-FFF2-40B4-BE49-F238E27FC236}">
                  <a16:creationId xmlns:a16="http://schemas.microsoft.com/office/drawing/2014/main" id="{2B6AF4F4-F405-428E-ACB6-6C287CCD9962}"/>
                </a:ext>
              </a:extLst>
            </p:cNvPr>
            <p:cNvGrpSpPr/>
            <p:nvPr/>
          </p:nvGrpSpPr>
          <p:grpSpPr>
            <a:xfrm>
              <a:off x="2055693" y="6402621"/>
              <a:ext cx="1085861" cy="270805"/>
              <a:chOff x="10340336" y="2247899"/>
              <a:chExt cx="2724438" cy="679451"/>
            </a:xfrm>
            <a:grpFill/>
          </p:grpSpPr>
          <p:sp>
            <p:nvSpPr>
              <p:cNvPr id="39" name="Freeform 5">
                <a:extLst>
                  <a:ext uri="{FF2B5EF4-FFF2-40B4-BE49-F238E27FC236}">
                    <a16:creationId xmlns:a16="http://schemas.microsoft.com/office/drawing/2014/main" id="{7EF8326A-A460-4F1F-A35E-22F6C0E02782}"/>
                  </a:ext>
                </a:extLst>
              </p:cNvPr>
              <p:cNvSpPr>
                <a:spLocks/>
              </p:cNvSpPr>
              <p:nvPr/>
            </p:nvSpPr>
            <p:spPr bwMode="auto">
              <a:xfrm>
                <a:off x="11868131" y="2285206"/>
                <a:ext cx="534988" cy="603250"/>
              </a:xfrm>
              <a:custGeom>
                <a:avLst/>
                <a:gdLst>
                  <a:gd name="T0" fmla="*/ 41 w 125"/>
                  <a:gd name="T1" fmla="*/ 16 h 142"/>
                  <a:gd name="T2" fmla="*/ 49 w 125"/>
                  <a:gd name="T3" fmla="*/ 3 h 142"/>
                  <a:gd name="T4" fmla="*/ 62 w 125"/>
                  <a:gd name="T5" fmla="*/ 20 h 142"/>
                  <a:gd name="T6" fmla="*/ 64 w 125"/>
                  <a:gd name="T7" fmla="*/ 33 h 142"/>
                  <a:gd name="T8" fmla="*/ 50 w 125"/>
                  <a:gd name="T9" fmla="*/ 34 h 142"/>
                  <a:gd name="T10" fmla="*/ 58 w 125"/>
                  <a:gd name="T11" fmla="*/ 58 h 142"/>
                  <a:gd name="T12" fmla="*/ 75 w 125"/>
                  <a:gd name="T13" fmla="*/ 59 h 142"/>
                  <a:gd name="T14" fmla="*/ 71 w 125"/>
                  <a:gd name="T15" fmla="*/ 50 h 142"/>
                  <a:gd name="T16" fmla="*/ 81 w 125"/>
                  <a:gd name="T17" fmla="*/ 47 h 142"/>
                  <a:gd name="T18" fmla="*/ 65 w 125"/>
                  <a:gd name="T19" fmla="*/ 42 h 142"/>
                  <a:gd name="T20" fmla="*/ 63 w 125"/>
                  <a:gd name="T21" fmla="*/ 37 h 142"/>
                  <a:gd name="T22" fmla="*/ 85 w 125"/>
                  <a:gd name="T23" fmla="*/ 27 h 142"/>
                  <a:gd name="T24" fmla="*/ 93 w 125"/>
                  <a:gd name="T25" fmla="*/ 2 h 142"/>
                  <a:gd name="T26" fmla="*/ 99 w 125"/>
                  <a:gd name="T27" fmla="*/ 5 h 142"/>
                  <a:gd name="T28" fmla="*/ 111 w 125"/>
                  <a:gd name="T29" fmla="*/ 30 h 142"/>
                  <a:gd name="T30" fmla="*/ 102 w 125"/>
                  <a:gd name="T31" fmla="*/ 34 h 142"/>
                  <a:gd name="T32" fmla="*/ 95 w 125"/>
                  <a:gd name="T33" fmla="*/ 59 h 142"/>
                  <a:gd name="T34" fmla="*/ 123 w 125"/>
                  <a:gd name="T35" fmla="*/ 61 h 142"/>
                  <a:gd name="T36" fmla="*/ 110 w 125"/>
                  <a:gd name="T37" fmla="*/ 71 h 142"/>
                  <a:gd name="T38" fmla="*/ 104 w 125"/>
                  <a:gd name="T39" fmla="*/ 82 h 142"/>
                  <a:gd name="T40" fmla="*/ 112 w 125"/>
                  <a:gd name="T41" fmla="*/ 134 h 142"/>
                  <a:gd name="T42" fmla="*/ 102 w 125"/>
                  <a:gd name="T43" fmla="*/ 140 h 142"/>
                  <a:gd name="T44" fmla="*/ 89 w 125"/>
                  <a:gd name="T45" fmla="*/ 123 h 142"/>
                  <a:gd name="T46" fmla="*/ 101 w 125"/>
                  <a:gd name="T47" fmla="*/ 128 h 142"/>
                  <a:gd name="T48" fmla="*/ 101 w 125"/>
                  <a:gd name="T49" fmla="*/ 92 h 142"/>
                  <a:gd name="T50" fmla="*/ 97 w 125"/>
                  <a:gd name="T51" fmla="*/ 99 h 142"/>
                  <a:gd name="T52" fmla="*/ 90 w 125"/>
                  <a:gd name="T53" fmla="*/ 103 h 142"/>
                  <a:gd name="T54" fmla="*/ 86 w 125"/>
                  <a:gd name="T55" fmla="*/ 110 h 142"/>
                  <a:gd name="T56" fmla="*/ 81 w 125"/>
                  <a:gd name="T57" fmla="*/ 120 h 142"/>
                  <a:gd name="T58" fmla="*/ 88 w 125"/>
                  <a:gd name="T59" fmla="*/ 71 h 142"/>
                  <a:gd name="T60" fmla="*/ 60 w 125"/>
                  <a:gd name="T61" fmla="*/ 87 h 142"/>
                  <a:gd name="T62" fmla="*/ 53 w 125"/>
                  <a:gd name="T63" fmla="*/ 89 h 142"/>
                  <a:gd name="T64" fmla="*/ 51 w 125"/>
                  <a:gd name="T65" fmla="*/ 128 h 142"/>
                  <a:gd name="T66" fmla="*/ 43 w 125"/>
                  <a:gd name="T67" fmla="*/ 134 h 142"/>
                  <a:gd name="T68" fmla="*/ 39 w 125"/>
                  <a:gd name="T69" fmla="*/ 107 h 142"/>
                  <a:gd name="T70" fmla="*/ 33 w 125"/>
                  <a:gd name="T71" fmla="*/ 114 h 142"/>
                  <a:gd name="T72" fmla="*/ 17 w 125"/>
                  <a:gd name="T73" fmla="*/ 108 h 142"/>
                  <a:gd name="T74" fmla="*/ 5 w 125"/>
                  <a:gd name="T75" fmla="*/ 81 h 142"/>
                  <a:gd name="T76" fmla="*/ 34 w 125"/>
                  <a:gd name="T77" fmla="*/ 56 h 142"/>
                  <a:gd name="T78" fmla="*/ 38 w 125"/>
                  <a:gd name="T79" fmla="*/ 33 h 142"/>
                  <a:gd name="T80" fmla="*/ 22 w 125"/>
                  <a:gd name="T81" fmla="*/ 55 h 142"/>
                  <a:gd name="T82" fmla="*/ 14 w 125"/>
                  <a:gd name="T83" fmla="*/ 55 h 142"/>
                  <a:gd name="T84" fmla="*/ 11 w 125"/>
                  <a:gd name="T85" fmla="*/ 36 h 142"/>
                  <a:gd name="T86" fmla="*/ 32 w 125"/>
                  <a:gd name="T87" fmla="*/ 22 h 142"/>
                  <a:gd name="T88" fmla="*/ 28 w 125"/>
                  <a:gd name="T89" fmla="*/ 33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5" h="142">
                    <a:moveTo>
                      <a:pt x="28" y="33"/>
                    </a:moveTo>
                    <a:cubicBezTo>
                      <a:pt x="35" y="29"/>
                      <a:pt x="41" y="25"/>
                      <a:pt x="41" y="16"/>
                    </a:cubicBezTo>
                    <a:cubicBezTo>
                      <a:pt x="41" y="13"/>
                      <a:pt x="43" y="9"/>
                      <a:pt x="44" y="6"/>
                    </a:cubicBezTo>
                    <a:cubicBezTo>
                      <a:pt x="45" y="5"/>
                      <a:pt x="48" y="3"/>
                      <a:pt x="49" y="3"/>
                    </a:cubicBezTo>
                    <a:cubicBezTo>
                      <a:pt x="54" y="4"/>
                      <a:pt x="59" y="9"/>
                      <a:pt x="59" y="15"/>
                    </a:cubicBezTo>
                    <a:cubicBezTo>
                      <a:pt x="59" y="18"/>
                      <a:pt x="60" y="19"/>
                      <a:pt x="62" y="20"/>
                    </a:cubicBezTo>
                    <a:cubicBezTo>
                      <a:pt x="65" y="22"/>
                      <a:pt x="68" y="25"/>
                      <a:pt x="69" y="28"/>
                    </a:cubicBezTo>
                    <a:cubicBezTo>
                      <a:pt x="71" y="32"/>
                      <a:pt x="68" y="34"/>
                      <a:pt x="64" y="33"/>
                    </a:cubicBezTo>
                    <a:cubicBezTo>
                      <a:pt x="62" y="32"/>
                      <a:pt x="60" y="31"/>
                      <a:pt x="57" y="30"/>
                    </a:cubicBezTo>
                    <a:cubicBezTo>
                      <a:pt x="53" y="28"/>
                      <a:pt x="51" y="29"/>
                      <a:pt x="50" y="34"/>
                    </a:cubicBezTo>
                    <a:cubicBezTo>
                      <a:pt x="48" y="45"/>
                      <a:pt x="46" y="56"/>
                      <a:pt x="52" y="66"/>
                    </a:cubicBezTo>
                    <a:cubicBezTo>
                      <a:pt x="54" y="64"/>
                      <a:pt x="56" y="62"/>
                      <a:pt x="58" y="58"/>
                    </a:cubicBezTo>
                    <a:cubicBezTo>
                      <a:pt x="61" y="62"/>
                      <a:pt x="63" y="65"/>
                      <a:pt x="65" y="69"/>
                    </a:cubicBezTo>
                    <a:cubicBezTo>
                      <a:pt x="68" y="66"/>
                      <a:pt x="72" y="62"/>
                      <a:pt x="75" y="59"/>
                    </a:cubicBezTo>
                    <a:cubicBezTo>
                      <a:pt x="76" y="58"/>
                      <a:pt x="75" y="56"/>
                      <a:pt x="75" y="55"/>
                    </a:cubicBezTo>
                    <a:cubicBezTo>
                      <a:pt x="74" y="53"/>
                      <a:pt x="71" y="51"/>
                      <a:pt x="71" y="50"/>
                    </a:cubicBezTo>
                    <a:cubicBezTo>
                      <a:pt x="72" y="47"/>
                      <a:pt x="75" y="46"/>
                      <a:pt x="78" y="47"/>
                    </a:cubicBezTo>
                    <a:cubicBezTo>
                      <a:pt x="79" y="47"/>
                      <a:pt x="80" y="47"/>
                      <a:pt x="81" y="47"/>
                    </a:cubicBezTo>
                    <a:cubicBezTo>
                      <a:pt x="81" y="44"/>
                      <a:pt x="82" y="40"/>
                      <a:pt x="83" y="35"/>
                    </a:cubicBezTo>
                    <a:cubicBezTo>
                      <a:pt x="76" y="38"/>
                      <a:pt x="71" y="40"/>
                      <a:pt x="65" y="42"/>
                    </a:cubicBezTo>
                    <a:cubicBezTo>
                      <a:pt x="61" y="44"/>
                      <a:pt x="60" y="44"/>
                      <a:pt x="57" y="40"/>
                    </a:cubicBezTo>
                    <a:cubicBezTo>
                      <a:pt x="59" y="39"/>
                      <a:pt x="61" y="38"/>
                      <a:pt x="63" y="37"/>
                    </a:cubicBezTo>
                    <a:cubicBezTo>
                      <a:pt x="69" y="35"/>
                      <a:pt x="75" y="33"/>
                      <a:pt x="81" y="30"/>
                    </a:cubicBezTo>
                    <a:cubicBezTo>
                      <a:pt x="83" y="30"/>
                      <a:pt x="84" y="28"/>
                      <a:pt x="85" y="27"/>
                    </a:cubicBezTo>
                    <a:cubicBezTo>
                      <a:pt x="87" y="21"/>
                      <a:pt x="88" y="14"/>
                      <a:pt x="90" y="8"/>
                    </a:cubicBezTo>
                    <a:cubicBezTo>
                      <a:pt x="90" y="6"/>
                      <a:pt x="92" y="3"/>
                      <a:pt x="93" y="2"/>
                    </a:cubicBezTo>
                    <a:cubicBezTo>
                      <a:pt x="94" y="0"/>
                      <a:pt x="96" y="0"/>
                      <a:pt x="98" y="0"/>
                    </a:cubicBezTo>
                    <a:cubicBezTo>
                      <a:pt x="98" y="1"/>
                      <a:pt x="99" y="4"/>
                      <a:pt x="99" y="5"/>
                    </a:cubicBezTo>
                    <a:cubicBezTo>
                      <a:pt x="93" y="12"/>
                      <a:pt x="94" y="20"/>
                      <a:pt x="92" y="28"/>
                    </a:cubicBezTo>
                    <a:cubicBezTo>
                      <a:pt x="98" y="31"/>
                      <a:pt x="105" y="25"/>
                      <a:pt x="111" y="30"/>
                    </a:cubicBezTo>
                    <a:cubicBezTo>
                      <a:pt x="109" y="33"/>
                      <a:pt x="107" y="36"/>
                      <a:pt x="103" y="35"/>
                    </a:cubicBezTo>
                    <a:cubicBezTo>
                      <a:pt x="103" y="34"/>
                      <a:pt x="102" y="34"/>
                      <a:pt x="102" y="34"/>
                    </a:cubicBezTo>
                    <a:cubicBezTo>
                      <a:pt x="92" y="34"/>
                      <a:pt x="88" y="39"/>
                      <a:pt x="90" y="49"/>
                    </a:cubicBezTo>
                    <a:cubicBezTo>
                      <a:pt x="91" y="52"/>
                      <a:pt x="93" y="55"/>
                      <a:pt x="95" y="59"/>
                    </a:cubicBezTo>
                    <a:cubicBezTo>
                      <a:pt x="99" y="59"/>
                      <a:pt x="104" y="58"/>
                      <a:pt x="109" y="57"/>
                    </a:cubicBezTo>
                    <a:cubicBezTo>
                      <a:pt x="114" y="56"/>
                      <a:pt x="119" y="58"/>
                      <a:pt x="123" y="61"/>
                    </a:cubicBezTo>
                    <a:cubicBezTo>
                      <a:pt x="125" y="63"/>
                      <a:pt x="125" y="66"/>
                      <a:pt x="122" y="67"/>
                    </a:cubicBezTo>
                    <a:cubicBezTo>
                      <a:pt x="118" y="69"/>
                      <a:pt x="114" y="71"/>
                      <a:pt x="110" y="71"/>
                    </a:cubicBezTo>
                    <a:cubicBezTo>
                      <a:pt x="103" y="70"/>
                      <a:pt x="99" y="75"/>
                      <a:pt x="95" y="79"/>
                    </a:cubicBezTo>
                    <a:cubicBezTo>
                      <a:pt x="98" y="80"/>
                      <a:pt x="102" y="80"/>
                      <a:pt x="104" y="82"/>
                    </a:cubicBezTo>
                    <a:cubicBezTo>
                      <a:pt x="106" y="83"/>
                      <a:pt x="108" y="86"/>
                      <a:pt x="109" y="88"/>
                    </a:cubicBezTo>
                    <a:cubicBezTo>
                      <a:pt x="110" y="104"/>
                      <a:pt x="111" y="119"/>
                      <a:pt x="112" y="134"/>
                    </a:cubicBezTo>
                    <a:cubicBezTo>
                      <a:pt x="112" y="137"/>
                      <a:pt x="110" y="140"/>
                      <a:pt x="110" y="142"/>
                    </a:cubicBezTo>
                    <a:cubicBezTo>
                      <a:pt x="107" y="141"/>
                      <a:pt x="104" y="141"/>
                      <a:pt x="102" y="140"/>
                    </a:cubicBezTo>
                    <a:cubicBezTo>
                      <a:pt x="97" y="136"/>
                      <a:pt x="93" y="131"/>
                      <a:pt x="90" y="127"/>
                    </a:cubicBezTo>
                    <a:cubicBezTo>
                      <a:pt x="89" y="126"/>
                      <a:pt x="89" y="124"/>
                      <a:pt x="89" y="123"/>
                    </a:cubicBezTo>
                    <a:cubicBezTo>
                      <a:pt x="92" y="125"/>
                      <a:pt x="96" y="127"/>
                      <a:pt x="100" y="130"/>
                    </a:cubicBezTo>
                    <a:cubicBezTo>
                      <a:pt x="100" y="129"/>
                      <a:pt x="101" y="129"/>
                      <a:pt x="101" y="128"/>
                    </a:cubicBezTo>
                    <a:cubicBezTo>
                      <a:pt x="101" y="121"/>
                      <a:pt x="101" y="113"/>
                      <a:pt x="101" y="105"/>
                    </a:cubicBezTo>
                    <a:cubicBezTo>
                      <a:pt x="101" y="101"/>
                      <a:pt x="101" y="96"/>
                      <a:pt x="101" y="92"/>
                    </a:cubicBezTo>
                    <a:cubicBezTo>
                      <a:pt x="99" y="85"/>
                      <a:pt x="96" y="84"/>
                      <a:pt x="90" y="90"/>
                    </a:cubicBezTo>
                    <a:cubicBezTo>
                      <a:pt x="92" y="93"/>
                      <a:pt x="97" y="93"/>
                      <a:pt x="97" y="99"/>
                    </a:cubicBezTo>
                    <a:cubicBezTo>
                      <a:pt x="94" y="98"/>
                      <a:pt x="91" y="97"/>
                      <a:pt x="88" y="96"/>
                    </a:cubicBezTo>
                    <a:cubicBezTo>
                      <a:pt x="84" y="100"/>
                      <a:pt x="84" y="101"/>
                      <a:pt x="90" y="103"/>
                    </a:cubicBezTo>
                    <a:cubicBezTo>
                      <a:pt x="95" y="106"/>
                      <a:pt x="98" y="111"/>
                      <a:pt x="96" y="112"/>
                    </a:cubicBezTo>
                    <a:cubicBezTo>
                      <a:pt x="92" y="115"/>
                      <a:pt x="89" y="112"/>
                      <a:pt x="86" y="110"/>
                    </a:cubicBezTo>
                    <a:cubicBezTo>
                      <a:pt x="85" y="110"/>
                      <a:pt x="84" y="109"/>
                      <a:pt x="83" y="108"/>
                    </a:cubicBezTo>
                    <a:cubicBezTo>
                      <a:pt x="82" y="112"/>
                      <a:pt x="82" y="116"/>
                      <a:pt x="81" y="120"/>
                    </a:cubicBezTo>
                    <a:cubicBezTo>
                      <a:pt x="74" y="118"/>
                      <a:pt x="72" y="114"/>
                      <a:pt x="73" y="108"/>
                    </a:cubicBezTo>
                    <a:cubicBezTo>
                      <a:pt x="76" y="95"/>
                      <a:pt x="81" y="83"/>
                      <a:pt x="88" y="71"/>
                    </a:cubicBezTo>
                    <a:cubicBezTo>
                      <a:pt x="84" y="74"/>
                      <a:pt x="80" y="76"/>
                      <a:pt x="76" y="78"/>
                    </a:cubicBezTo>
                    <a:cubicBezTo>
                      <a:pt x="71" y="81"/>
                      <a:pt x="65" y="84"/>
                      <a:pt x="60" y="87"/>
                    </a:cubicBezTo>
                    <a:cubicBezTo>
                      <a:pt x="60" y="87"/>
                      <a:pt x="60" y="87"/>
                      <a:pt x="59" y="87"/>
                    </a:cubicBezTo>
                    <a:cubicBezTo>
                      <a:pt x="57" y="88"/>
                      <a:pt x="54" y="88"/>
                      <a:pt x="53" y="89"/>
                    </a:cubicBezTo>
                    <a:cubicBezTo>
                      <a:pt x="51" y="93"/>
                      <a:pt x="49" y="97"/>
                      <a:pt x="49" y="101"/>
                    </a:cubicBezTo>
                    <a:cubicBezTo>
                      <a:pt x="49" y="110"/>
                      <a:pt x="50" y="119"/>
                      <a:pt x="51" y="128"/>
                    </a:cubicBezTo>
                    <a:cubicBezTo>
                      <a:pt x="51" y="131"/>
                      <a:pt x="51" y="134"/>
                      <a:pt x="51" y="137"/>
                    </a:cubicBezTo>
                    <a:cubicBezTo>
                      <a:pt x="48" y="136"/>
                      <a:pt x="45" y="136"/>
                      <a:pt x="43" y="134"/>
                    </a:cubicBezTo>
                    <a:cubicBezTo>
                      <a:pt x="40" y="132"/>
                      <a:pt x="37" y="130"/>
                      <a:pt x="38" y="125"/>
                    </a:cubicBezTo>
                    <a:cubicBezTo>
                      <a:pt x="40" y="119"/>
                      <a:pt x="39" y="113"/>
                      <a:pt x="39" y="107"/>
                    </a:cubicBezTo>
                    <a:cubicBezTo>
                      <a:pt x="38" y="107"/>
                      <a:pt x="38" y="107"/>
                      <a:pt x="37" y="106"/>
                    </a:cubicBezTo>
                    <a:cubicBezTo>
                      <a:pt x="36" y="109"/>
                      <a:pt x="34" y="111"/>
                      <a:pt x="33" y="114"/>
                    </a:cubicBezTo>
                    <a:cubicBezTo>
                      <a:pt x="30" y="120"/>
                      <a:pt x="25" y="122"/>
                      <a:pt x="21" y="120"/>
                    </a:cubicBezTo>
                    <a:cubicBezTo>
                      <a:pt x="16" y="118"/>
                      <a:pt x="15" y="113"/>
                      <a:pt x="17" y="108"/>
                    </a:cubicBezTo>
                    <a:cubicBezTo>
                      <a:pt x="20" y="99"/>
                      <a:pt x="23" y="91"/>
                      <a:pt x="26" y="81"/>
                    </a:cubicBezTo>
                    <a:cubicBezTo>
                      <a:pt x="19" y="90"/>
                      <a:pt x="12" y="85"/>
                      <a:pt x="5" y="81"/>
                    </a:cubicBezTo>
                    <a:cubicBezTo>
                      <a:pt x="0" y="79"/>
                      <a:pt x="0" y="76"/>
                      <a:pt x="5" y="73"/>
                    </a:cubicBezTo>
                    <a:cubicBezTo>
                      <a:pt x="15" y="68"/>
                      <a:pt x="25" y="62"/>
                      <a:pt x="34" y="56"/>
                    </a:cubicBezTo>
                    <a:cubicBezTo>
                      <a:pt x="35" y="55"/>
                      <a:pt x="37" y="54"/>
                      <a:pt x="37" y="52"/>
                    </a:cubicBezTo>
                    <a:cubicBezTo>
                      <a:pt x="38" y="46"/>
                      <a:pt x="38" y="39"/>
                      <a:pt x="38" y="33"/>
                    </a:cubicBezTo>
                    <a:cubicBezTo>
                      <a:pt x="38" y="32"/>
                      <a:pt x="38" y="32"/>
                      <a:pt x="37" y="32"/>
                    </a:cubicBezTo>
                    <a:cubicBezTo>
                      <a:pt x="32" y="40"/>
                      <a:pt x="27" y="48"/>
                      <a:pt x="22" y="55"/>
                    </a:cubicBezTo>
                    <a:cubicBezTo>
                      <a:pt x="22" y="56"/>
                      <a:pt x="22" y="56"/>
                      <a:pt x="23" y="57"/>
                    </a:cubicBezTo>
                    <a:cubicBezTo>
                      <a:pt x="20" y="56"/>
                      <a:pt x="17" y="56"/>
                      <a:pt x="14" y="55"/>
                    </a:cubicBezTo>
                    <a:cubicBezTo>
                      <a:pt x="9" y="53"/>
                      <a:pt x="7" y="49"/>
                      <a:pt x="9" y="44"/>
                    </a:cubicBezTo>
                    <a:cubicBezTo>
                      <a:pt x="10" y="42"/>
                      <a:pt x="10" y="39"/>
                      <a:pt x="11" y="36"/>
                    </a:cubicBezTo>
                    <a:cubicBezTo>
                      <a:pt x="13" y="28"/>
                      <a:pt x="18" y="23"/>
                      <a:pt x="26" y="20"/>
                    </a:cubicBezTo>
                    <a:cubicBezTo>
                      <a:pt x="27" y="19"/>
                      <a:pt x="30" y="20"/>
                      <a:pt x="32" y="22"/>
                    </a:cubicBezTo>
                    <a:cubicBezTo>
                      <a:pt x="34" y="23"/>
                      <a:pt x="32" y="25"/>
                      <a:pt x="31" y="27"/>
                    </a:cubicBezTo>
                    <a:cubicBezTo>
                      <a:pt x="29" y="28"/>
                      <a:pt x="29" y="31"/>
                      <a:pt x="28" y="33"/>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40" name="Freeform 6">
                <a:extLst>
                  <a:ext uri="{FF2B5EF4-FFF2-40B4-BE49-F238E27FC236}">
                    <a16:creationId xmlns:a16="http://schemas.microsoft.com/office/drawing/2014/main" id="{CC1FA68D-3307-481A-8E89-D3CB2E8693F4}"/>
                  </a:ext>
                </a:extLst>
              </p:cNvPr>
              <p:cNvSpPr>
                <a:spLocks/>
              </p:cNvSpPr>
              <p:nvPr/>
            </p:nvSpPr>
            <p:spPr bwMode="auto">
              <a:xfrm>
                <a:off x="12756799" y="2388393"/>
                <a:ext cx="307975" cy="463550"/>
              </a:xfrm>
              <a:custGeom>
                <a:avLst/>
                <a:gdLst>
                  <a:gd name="T0" fmla="*/ 33 w 72"/>
                  <a:gd name="T1" fmla="*/ 76 h 109"/>
                  <a:gd name="T2" fmla="*/ 44 w 72"/>
                  <a:gd name="T3" fmla="*/ 73 h 109"/>
                  <a:gd name="T4" fmla="*/ 59 w 72"/>
                  <a:gd name="T5" fmla="*/ 71 h 109"/>
                  <a:gd name="T6" fmla="*/ 69 w 72"/>
                  <a:gd name="T7" fmla="*/ 92 h 109"/>
                  <a:gd name="T8" fmla="*/ 66 w 72"/>
                  <a:gd name="T9" fmla="*/ 94 h 109"/>
                  <a:gd name="T10" fmla="*/ 49 w 72"/>
                  <a:gd name="T11" fmla="*/ 96 h 109"/>
                  <a:gd name="T12" fmla="*/ 28 w 72"/>
                  <a:gd name="T13" fmla="*/ 106 h 109"/>
                  <a:gd name="T14" fmla="*/ 16 w 72"/>
                  <a:gd name="T15" fmla="*/ 106 h 109"/>
                  <a:gd name="T16" fmla="*/ 1 w 72"/>
                  <a:gd name="T17" fmla="*/ 80 h 109"/>
                  <a:gd name="T18" fmla="*/ 2 w 72"/>
                  <a:gd name="T19" fmla="*/ 74 h 109"/>
                  <a:gd name="T20" fmla="*/ 23 w 72"/>
                  <a:gd name="T21" fmla="*/ 31 h 109"/>
                  <a:gd name="T22" fmla="*/ 22 w 72"/>
                  <a:gd name="T23" fmla="*/ 26 h 109"/>
                  <a:gd name="T24" fmla="*/ 12 w 72"/>
                  <a:gd name="T25" fmla="*/ 16 h 109"/>
                  <a:gd name="T26" fmla="*/ 15 w 72"/>
                  <a:gd name="T27" fmla="*/ 10 h 109"/>
                  <a:gd name="T28" fmla="*/ 32 w 72"/>
                  <a:gd name="T29" fmla="*/ 5 h 109"/>
                  <a:gd name="T30" fmla="*/ 60 w 72"/>
                  <a:gd name="T31" fmla="*/ 18 h 109"/>
                  <a:gd name="T32" fmla="*/ 59 w 72"/>
                  <a:gd name="T33" fmla="*/ 26 h 109"/>
                  <a:gd name="T34" fmla="*/ 52 w 72"/>
                  <a:gd name="T35" fmla="*/ 36 h 109"/>
                  <a:gd name="T36" fmla="*/ 34 w 72"/>
                  <a:gd name="T37" fmla="*/ 72 h 109"/>
                  <a:gd name="T38" fmla="*/ 33 w 72"/>
                  <a:gd name="T39" fmla="*/ 76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2" h="109">
                    <a:moveTo>
                      <a:pt x="33" y="76"/>
                    </a:moveTo>
                    <a:cubicBezTo>
                      <a:pt x="37" y="74"/>
                      <a:pt x="40" y="73"/>
                      <a:pt x="44" y="73"/>
                    </a:cubicBezTo>
                    <a:cubicBezTo>
                      <a:pt x="49" y="72"/>
                      <a:pt x="54" y="71"/>
                      <a:pt x="59" y="71"/>
                    </a:cubicBezTo>
                    <a:cubicBezTo>
                      <a:pt x="66" y="72"/>
                      <a:pt x="72" y="85"/>
                      <a:pt x="69" y="92"/>
                    </a:cubicBezTo>
                    <a:cubicBezTo>
                      <a:pt x="68" y="93"/>
                      <a:pt x="67" y="94"/>
                      <a:pt x="66" y="94"/>
                    </a:cubicBezTo>
                    <a:cubicBezTo>
                      <a:pt x="60" y="95"/>
                      <a:pt x="54" y="94"/>
                      <a:pt x="49" y="96"/>
                    </a:cubicBezTo>
                    <a:cubicBezTo>
                      <a:pt x="42" y="99"/>
                      <a:pt x="35" y="102"/>
                      <a:pt x="28" y="106"/>
                    </a:cubicBezTo>
                    <a:cubicBezTo>
                      <a:pt x="24" y="108"/>
                      <a:pt x="21" y="109"/>
                      <a:pt x="16" y="106"/>
                    </a:cubicBezTo>
                    <a:cubicBezTo>
                      <a:pt x="7" y="100"/>
                      <a:pt x="3" y="90"/>
                      <a:pt x="1" y="80"/>
                    </a:cubicBezTo>
                    <a:cubicBezTo>
                      <a:pt x="0" y="78"/>
                      <a:pt x="1" y="76"/>
                      <a:pt x="2" y="74"/>
                    </a:cubicBezTo>
                    <a:cubicBezTo>
                      <a:pt x="9" y="60"/>
                      <a:pt x="16" y="45"/>
                      <a:pt x="23" y="31"/>
                    </a:cubicBezTo>
                    <a:cubicBezTo>
                      <a:pt x="23" y="30"/>
                      <a:pt x="23" y="28"/>
                      <a:pt x="22" y="26"/>
                    </a:cubicBezTo>
                    <a:cubicBezTo>
                      <a:pt x="19" y="23"/>
                      <a:pt x="15" y="20"/>
                      <a:pt x="12" y="16"/>
                    </a:cubicBezTo>
                    <a:cubicBezTo>
                      <a:pt x="10" y="13"/>
                      <a:pt x="11" y="11"/>
                      <a:pt x="15" y="10"/>
                    </a:cubicBezTo>
                    <a:cubicBezTo>
                      <a:pt x="21" y="9"/>
                      <a:pt x="26" y="7"/>
                      <a:pt x="32" y="5"/>
                    </a:cubicBezTo>
                    <a:cubicBezTo>
                      <a:pt x="44" y="0"/>
                      <a:pt x="57" y="6"/>
                      <a:pt x="60" y="18"/>
                    </a:cubicBezTo>
                    <a:cubicBezTo>
                      <a:pt x="61" y="21"/>
                      <a:pt x="60" y="24"/>
                      <a:pt x="59" y="26"/>
                    </a:cubicBezTo>
                    <a:cubicBezTo>
                      <a:pt x="57" y="29"/>
                      <a:pt x="54" y="33"/>
                      <a:pt x="52" y="36"/>
                    </a:cubicBezTo>
                    <a:cubicBezTo>
                      <a:pt x="46" y="48"/>
                      <a:pt x="40" y="60"/>
                      <a:pt x="34" y="72"/>
                    </a:cubicBezTo>
                    <a:cubicBezTo>
                      <a:pt x="34" y="72"/>
                      <a:pt x="34" y="74"/>
                      <a:pt x="33" y="76"/>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grpSp>
            <p:nvGrpSpPr>
              <p:cNvPr id="41" name="组合 40">
                <a:extLst>
                  <a:ext uri="{FF2B5EF4-FFF2-40B4-BE49-F238E27FC236}">
                    <a16:creationId xmlns:a16="http://schemas.microsoft.com/office/drawing/2014/main" id="{C7A6E3E5-9A1F-4E06-9E71-F1D7E5C11C32}"/>
                  </a:ext>
                </a:extLst>
              </p:cNvPr>
              <p:cNvGrpSpPr/>
              <p:nvPr/>
            </p:nvGrpSpPr>
            <p:grpSpPr>
              <a:xfrm>
                <a:off x="10340336" y="2247899"/>
                <a:ext cx="547688" cy="679451"/>
                <a:chOff x="5548313" y="2084388"/>
                <a:chExt cx="547688" cy="679451"/>
              </a:xfrm>
              <a:grpFill/>
            </p:grpSpPr>
            <p:sp>
              <p:nvSpPr>
                <p:cNvPr id="46" name="Freeform 7">
                  <a:extLst>
                    <a:ext uri="{FF2B5EF4-FFF2-40B4-BE49-F238E27FC236}">
                      <a16:creationId xmlns:a16="http://schemas.microsoft.com/office/drawing/2014/main" id="{02368C72-9CA0-44B0-93EC-F396645A3423}"/>
                    </a:ext>
                  </a:extLst>
                </p:cNvPr>
                <p:cNvSpPr>
                  <a:spLocks/>
                </p:cNvSpPr>
                <p:nvPr/>
              </p:nvSpPr>
              <p:spPr bwMode="auto">
                <a:xfrm>
                  <a:off x="5548313" y="2084388"/>
                  <a:ext cx="547688" cy="446088"/>
                </a:xfrm>
                <a:custGeom>
                  <a:avLst/>
                  <a:gdLst>
                    <a:gd name="T0" fmla="*/ 101 w 128"/>
                    <a:gd name="T1" fmla="*/ 58 h 105"/>
                    <a:gd name="T2" fmla="*/ 74 w 128"/>
                    <a:gd name="T3" fmla="*/ 56 h 105"/>
                    <a:gd name="T4" fmla="*/ 68 w 128"/>
                    <a:gd name="T5" fmla="*/ 57 h 105"/>
                    <a:gd name="T6" fmla="*/ 51 w 128"/>
                    <a:gd name="T7" fmla="*/ 59 h 105"/>
                    <a:gd name="T8" fmla="*/ 36 w 128"/>
                    <a:gd name="T9" fmla="*/ 65 h 105"/>
                    <a:gd name="T10" fmla="*/ 28 w 128"/>
                    <a:gd name="T11" fmla="*/ 73 h 105"/>
                    <a:gd name="T12" fmla="*/ 16 w 128"/>
                    <a:gd name="T13" fmla="*/ 102 h 105"/>
                    <a:gd name="T14" fmla="*/ 13 w 128"/>
                    <a:gd name="T15" fmla="*/ 104 h 105"/>
                    <a:gd name="T16" fmla="*/ 1 w 128"/>
                    <a:gd name="T17" fmla="*/ 98 h 105"/>
                    <a:gd name="T18" fmla="*/ 0 w 128"/>
                    <a:gd name="T19" fmla="*/ 93 h 105"/>
                    <a:gd name="T20" fmla="*/ 15 w 128"/>
                    <a:gd name="T21" fmla="*/ 60 h 105"/>
                    <a:gd name="T22" fmla="*/ 16 w 128"/>
                    <a:gd name="T23" fmla="*/ 58 h 105"/>
                    <a:gd name="T24" fmla="*/ 20 w 128"/>
                    <a:gd name="T25" fmla="*/ 52 h 105"/>
                    <a:gd name="T26" fmla="*/ 32 w 128"/>
                    <a:gd name="T27" fmla="*/ 54 h 105"/>
                    <a:gd name="T28" fmla="*/ 39 w 128"/>
                    <a:gd name="T29" fmla="*/ 55 h 105"/>
                    <a:gd name="T30" fmla="*/ 72 w 128"/>
                    <a:gd name="T31" fmla="*/ 21 h 105"/>
                    <a:gd name="T32" fmla="*/ 74 w 128"/>
                    <a:gd name="T33" fmla="*/ 16 h 105"/>
                    <a:gd name="T34" fmla="*/ 74 w 128"/>
                    <a:gd name="T35" fmla="*/ 11 h 105"/>
                    <a:gd name="T36" fmla="*/ 71 w 128"/>
                    <a:gd name="T37" fmla="*/ 11 h 105"/>
                    <a:gd name="T38" fmla="*/ 68 w 128"/>
                    <a:gd name="T39" fmla="*/ 15 h 105"/>
                    <a:gd name="T40" fmla="*/ 68 w 128"/>
                    <a:gd name="T41" fmla="*/ 21 h 105"/>
                    <a:gd name="T42" fmla="*/ 59 w 128"/>
                    <a:gd name="T43" fmla="*/ 29 h 105"/>
                    <a:gd name="T44" fmla="*/ 53 w 128"/>
                    <a:gd name="T45" fmla="*/ 27 h 105"/>
                    <a:gd name="T46" fmla="*/ 47 w 128"/>
                    <a:gd name="T47" fmla="*/ 24 h 105"/>
                    <a:gd name="T48" fmla="*/ 47 w 128"/>
                    <a:gd name="T49" fmla="*/ 32 h 105"/>
                    <a:gd name="T50" fmla="*/ 47 w 128"/>
                    <a:gd name="T51" fmla="*/ 34 h 105"/>
                    <a:gd name="T52" fmla="*/ 43 w 128"/>
                    <a:gd name="T53" fmla="*/ 45 h 105"/>
                    <a:gd name="T54" fmla="*/ 31 w 128"/>
                    <a:gd name="T55" fmla="*/ 39 h 105"/>
                    <a:gd name="T56" fmla="*/ 29 w 128"/>
                    <a:gd name="T57" fmla="*/ 23 h 105"/>
                    <a:gd name="T58" fmla="*/ 33 w 128"/>
                    <a:gd name="T59" fmla="*/ 14 h 105"/>
                    <a:gd name="T60" fmla="*/ 36 w 128"/>
                    <a:gd name="T61" fmla="*/ 9 h 105"/>
                    <a:gd name="T62" fmla="*/ 42 w 128"/>
                    <a:gd name="T63" fmla="*/ 13 h 105"/>
                    <a:gd name="T64" fmla="*/ 44 w 128"/>
                    <a:gd name="T65" fmla="*/ 16 h 105"/>
                    <a:gd name="T66" fmla="*/ 57 w 128"/>
                    <a:gd name="T67" fmla="*/ 14 h 105"/>
                    <a:gd name="T68" fmla="*/ 62 w 128"/>
                    <a:gd name="T69" fmla="*/ 11 h 105"/>
                    <a:gd name="T70" fmla="*/ 84 w 128"/>
                    <a:gd name="T71" fmla="*/ 0 h 105"/>
                    <a:gd name="T72" fmla="*/ 96 w 128"/>
                    <a:gd name="T73" fmla="*/ 7 h 105"/>
                    <a:gd name="T74" fmla="*/ 96 w 128"/>
                    <a:gd name="T75" fmla="*/ 20 h 105"/>
                    <a:gd name="T76" fmla="*/ 83 w 128"/>
                    <a:gd name="T77" fmla="*/ 43 h 105"/>
                    <a:gd name="T78" fmla="*/ 94 w 128"/>
                    <a:gd name="T79" fmla="*/ 44 h 105"/>
                    <a:gd name="T80" fmla="*/ 122 w 128"/>
                    <a:gd name="T81" fmla="*/ 59 h 105"/>
                    <a:gd name="T82" fmla="*/ 120 w 128"/>
                    <a:gd name="T83" fmla="*/ 73 h 105"/>
                    <a:gd name="T84" fmla="*/ 98 w 128"/>
                    <a:gd name="T85" fmla="*/ 73 h 105"/>
                    <a:gd name="T86" fmla="*/ 97 w 128"/>
                    <a:gd name="T87" fmla="*/ 66 h 105"/>
                    <a:gd name="T88" fmla="*/ 101 w 128"/>
                    <a:gd name="T89" fmla="*/ 58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8" h="105">
                      <a:moveTo>
                        <a:pt x="101" y="58"/>
                      </a:moveTo>
                      <a:cubicBezTo>
                        <a:pt x="94" y="52"/>
                        <a:pt x="81" y="52"/>
                        <a:pt x="74" y="56"/>
                      </a:cubicBezTo>
                      <a:cubicBezTo>
                        <a:pt x="73" y="57"/>
                        <a:pt x="70" y="58"/>
                        <a:pt x="68" y="57"/>
                      </a:cubicBezTo>
                      <a:cubicBezTo>
                        <a:pt x="62" y="56"/>
                        <a:pt x="57" y="57"/>
                        <a:pt x="51" y="59"/>
                      </a:cubicBezTo>
                      <a:cubicBezTo>
                        <a:pt x="46" y="61"/>
                        <a:pt x="41" y="63"/>
                        <a:pt x="36" y="65"/>
                      </a:cubicBezTo>
                      <a:cubicBezTo>
                        <a:pt x="32" y="67"/>
                        <a:pt x="29" y="69"/>
                        <a:pt x="28" y="73"/>
                      </a:cubicBezTo>
                      <a:cubicBezTo>
                        <a:pt x="24" y="82"/>
                        <a:pt x="20" y="92"/>
                        <a:pt x="16" y="102"/>
                      </a:cubicBezTo>
                      <a:cubicBezTo>
                        <a:pt x="16" y="103"/>
                        <a:pt x="14" y="105"/>
                        <a:pt x="13" y="104"/>
                      </a:cubicBezTo>
                      <a:cubicBezTo>
                        <a:pt x="9" y="103"/>
                        <a:pt x="5" y="100"/>
                        <a:pt x="1" y="98"/>
                      </a:cubicBezTo>
                      <a:cubicBezTo>
                        <a:pt x="0" y="97"/>
                        <a:pt x="0" y="95"/>
                        <a:pt x="0" y="93"/>
                      </a:cubicBezTo>
                      <a:cubicBezTo>
                        <a:pt x="5" y="82"/>
                        <a:pt x="10" y="71"/>
                        <a:pt x="15" y="60"/>
                      </a:cubicBezTo>
                      <a:cubicBezTo>
                        <a:pt x="15" y="59"/>
                        <a:pt x="16" y="59"/>
                        <a:pt x="16" y="58"/>
                      </a:cubicBezTo>
                      <a:cubicBezTo>
                        <a:pt x="18" y="56"/>
                        <a:pt x="19" y="52"/>
                        <a:pt x="20" y="52"/>
                      </a:cubicBezTo>
                      <a:cubicBezTo>
                        <a:pt x="24" y="52"/>
                        <a:pt x="29" y="52"/>
                        <a:pt x="32" y="54"/>
                      </a:cubicBezTo>
                      <a:cubicBezTo>
                        <a:pt x="35" y="55"/>
                        <a:pt x="36" y="56"/>
                        <a:pt x="39" y="55"/>
                      </a:cubicBezTo>
                      <a:cubicBezTo>
                        <a:pt x="57" y="50"/>
                        <a:pt x="66" y="37"/>
                        <a:pt x="72" y="21"/>
                      </a:cubicBezTo>
                      <a:cubicBezTo>
                        <a:pt x="72" y="20"/>
                        <a:pt x="73" y="18"/>
                        <a:pt x="74" y="16"/>
                      </a:cubicBezTo>
                      <a:cubicBezTo>
                        <a:pt x="74" y="14"/>
                        <a:pt x="74" y="13"/>
                        <a:pt x="74" y="11"/>
                      </a:cubicBezTo>
                      <a:cubicBezTo>
                        <a:pt x="74" y="11"/>
                        <a:pt x="72" y="10"/>
                        <a:pt x="71" y="11"/>
                      </a:cubicBezTo>
                      <a:cubicBezTo>
                        <a:pt x="70" y="12"/>
                        <a:pt x="68" y="13"/>
                        <a:pt x="68" y="15"/>
                      </a:cubicBezTo>
                      <a:cubicBezTo>
                        <a:pt x="67" y="17"/>
                        <a:pt x="68" y="19"/>
                        <a:pt x="68" y="21"/>
                      </a:cubicBezTo>
                      <a:cubicBezTo>
                        <a:pt x="69" y="28"/>
                        <a:pt x="68" y="30"/>
                        <a:pt x="59" y="29"/>
                      </a:cubicBezTo>
                      <a:cubicBezTo>
                        <a:pt x="57" y="29"/>
                        <a:pt x="55" y="28"/>
                        <a:pt x="53" y="27"/>
                      </a:cubicBezTo>
                      <a:cubicBezTo>
                        <a:pt x="51" y="26"/>
                        <a:pt x="49" y="25"/>
                        <a:pt x="47" y="24"/>
                      </a:cubicBezTo>
                      <a:cubicBezTo>
                        <a:pt x="47" y="27"/>
                        <a:pt x="47" y="29"/>
                        <a:pt x="47" y="32"/>
                      </a:cubicBezTo>
                      <a:cubicBezTo>
                        <a:pt x="47" y="33"/>
                        <a:pt x="47" y="33"/>
                        <a:pt x="47" y="34"/>
                      </a:cubicBezTo>
                      <a:cubicBezTo>
                        <a:pt x="47" y="38"/>
                        <a:pt x="48" y="43"/>
                        <a:pt x="43" y="45"/>
                      </a:cubicBezTo>
                      <a:cubicBezTo>
                        <a:pt x="39" y="46"/>
                        <a:pt x="34" y="44"/>
                        <a:pt x="31" y="39"/>
                      </a:cubicBezTo>
                      <a:cubicBezTo>
                        <a:pt x="28" y="34"/>
                        <a:pt x="25" y="29"/>
                        <a:pt x="29" y="23"/>
                      </a:cubicBezTo>
                      <a:cubicBezTo>
                        <a:pt x="31" y="20"/>
                        <a:pt x="31" y="17"/>
                        <a:pt x="33" y="14"/>
                      </a:cubicBezTo>
                      <a:cubicBezTo>
                        <a:pt x="34" y="12"/>
                        <a:pt x="35" y="9"/>
                        <a:pt x="36" y="9"/>
                      </a:cubicBezTo>
                      <a:cubicBezTo>
                        <a:pt x="38" y="10"/>
                        <a:pt x="40" y="11"/>
                        <a:pt x="42" y="13"/>
                      </a:cubicBezTo>
                      <a:cubicBezTo>
                        <a:pt x="42" y="13"/>
                        <a:pt x="43" y="15"/>
                        <a:pt x="44" y="16"/>
                      </a:cubicBezTo>
                      <a:cubicBezTo>
                        <a:pt x="48" y="13"/>
                        <a:pt x="52" y="11"/>
                        <a:pt x="57" y="14"/>
                      </a:cubicBezTo>
                      <a:cubicBezTo>
                        <a:pt x="58" y="15"/>
                        <a:pt x="61" y="13"/>
                        <a:pt x="62" y="11"/>
                      </a:cubicBezTo>
                      <a:cubicBezTo>
                        <a:pt x="69" y="5"/>
                        <a:pt x="75" y="0"/>
                        <a:pt x="84" y="0"/>
                      </a:cubicBezTo>
                      <a:cubicBezTo>
                        <a:pt x="89" y="0"/>
                        <a:pt x="93" y="2"/>
                        <a:pt x="96" y="7"/>
                      </a:cubicBezTo>
                      <a:cubicBezTo>
                        <a:pt x="99" y="11"/>
                        <a:pt x="98" y="15"/>
                        <a:pt x="96" y="20"/>
                      </a:cubicBezTo>
                      <a:cubicBezTo>
                        <a:pt x="91" y="27"/>
                        <a:pt x="87" y="35"/>
                        <a:pt x="83" y="43"/>
                      </a:cubicBezTo>
                      <a:cubicBezTo>
                        <a:pt x="88" y="43"/>
                        <a:pt x="91" y="44"/>
                        <a:pt x="94" y="44"/>
                      </a:cubicBezTo>
                      <a:cubicBezTo>
                        <a:pt x="105" y="46"/>
                        <a:pt x="115" y="50"/>
                        <a:pt x="122" y="59"/>
                      </a:cubicBezTo>
                      <a:cubicBezTo>
                        <a:pt x="128" y="65"/>
                        <a:pt x="127" y="68"/>
                        <a:pt x="120" y="73"/>
                      </a:cubicBezTo>
                      <a:cubicBezTo>
                        <a:pt x="113" y="77"/>
                        <a:pt x="105" y="77"/>
                        <a:pt x="98" y="73"/>
                      </a:cubicBezTo>
                      <a:cubicBezTo>
                        <a:pt x="95" y="71"/>
                        <a:pt x="95" y="69"/>
                        <a:pt x="97" y="66"/>
                      </a:cubicBezTo>
                      <a:cubicBezTo>
                        <a:pt x="98" y="64"/>
                        <a:pt x="100" y="61"/>
                        <a:pt x="101" y="5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7" name="Freeform 8">
                  <a:extLst>
                    <a:ext uri="{FF2B5EF4-FFF2-40B4-BE49-F238E27FC236}">
                      <a16:creationId xmlns:a16="http://schemas.microsoft.com/office/drawing/2014/main" id="{68AB8704-3F31-41E0-B209-31D0A83BAA2E}"/>
                    </a:ext>
                  </a:extLst>
                </p:cNvPr>
                <p:cNvSpPr>
                  <a:spLocks/>
                </p:cNvSpPr>
                <p:nvPr/>
              </p:nvSpPr>
              <p:spPr bwMode="auto">
                <a:xfrm>
                  <a:off x="5664200" y="2355851"/>
                  <a:ext cx="341313" cy="407988"/>
                </a:xfrm>
                <a:custGeom>
                  <a:avLst/>
                  <a:gdLst>
                    <a:gd name="T0" fmla="*/ 46 w 80"/>
                    <a:gd name="T1" fmla="*/ 29 h 96"/>
                    <a:gd name="T2" fmla="*/ 65 w 80"/>
                    <a:gd name="T3" fmla="*/ 29 h 96"/>
                    <a:gd name="T4" fmla="*/ 79 w 80"/>
                    <a:gd name="T5" fmla="*/ 41 h 96"/>
                    <a:gd name="T6" fmla="*/ 74 w 80"/>
                    <a:gd name="T7" fmla="*/ 43 h 96"/>
                    <a:gd name="T8" fmla="*/ 60 w 80"/>
                    <a:gd name="T9" fmla="*/ 43 h 96"/>
                    <a:gd name="T10" fmla="*/ 52 w 80"/>
                    <a:gd name="T11" fmla="*/ 50 h 96"/>
                    <a:gd name="T12" fmla="*/ 49 w 80"/>
                    <a:gd name="T13" fmla="*/ 87 h 96"/>
                    <a:gd name="T14" fmla="*/ 37 w 80"/>
                    <a:gd name="T15" fmla="*/ 95 h 96"/>
                    <a:gd name="T16" fmla="*/ 21 w 80"/>
                    <a:gd name="T17" fmla="*/ 68 h 96"/>
                    <a:gd name="T18" fmla="*/ 22 w 80"/>
                    <a:gd name="T19" fmla="*/ 62 h 96"/>
                    <a:gd name="T20" fmla="*/ 30 w 80"/>
                    <a:gd name="T21" fmla="*/ 72 h 96"/>
                    <a:gd name="T22" fmla="*/ 40 w 80"/>
                    <a:gd name="T23" fmla="*/ 70 h 96"/>
                    <a:gd name="T24" fmla="*/ 43 w 80"/>
                    <a:gd name="T25" fmla="*/ 46 h 96"/>
                    <a:gd name="T26" fmla="*/ 24 w 80"/>
                    <a:gd name="T27" fmla="*/ 52 h 96"/>
                    <a:gd name="T28" fmla="*/ 19 w 80"/>
                    <a:gd name="T29" fmla="*/ 54 h 96"/>
                    <a:gd name="T30" fmla="*/ 6 w 80"/>
                    <a:gd name="T31" fmla="*/ 54 h 96"/>
                    <a:gd name="T32" fmla="*/ 2 w 80"/>
                    <a:gd name="T33" fmla="*/ 40 h 96"/>
                    <a:gd name="T34" fmla="*/ 6 w 80"/>
                    <a:gd name="T35" fmla="*/ 37 h 96"/>
                    <a:gd name="T36" fmla="*/ 28 w 80"/>
                    <a:gd name="T37" fmla="*/ 33 h 96"/>
                    <a:gd name="T38" fmla="*/ 33 w 80"/>
                    <a:gd name="T39" fmla="*/ 32 h 96"/>
                    <a:gd name="T40" fmla="*/ 36 w 80"/>
                    <a:gd name="T41" fmla="*/ 22 h 96"/>
                    <a:gd name="T42" fmla="*/ 46 w 80"/>
                    <a:gd name="T43" fmla="*/ 12 h 96"/>
                    <a:gd name="T44" fmla="*/ 45 w 80"/>
                    <a:gd name="T45" fmla="*/ 10 h 96"/>
                    <a:gd name="T46" fmla="*/ 26 w 80"/>
                    <a:gd name="T47" fmla="*/ 17 h 96"/>
                    <a:gd name="T48" fmla="*/ 15 w 80"/>
                    <a:gd name="T49" fmla="*/ 24 h 96"/>
                    <a:gd name="T50" fmla="*/ 5 w 80"/>
                    <a:gd name="T51" fmla="*/ 22 h 96"/>
                    <a:gd name="T52" fmla="*/ 1 w 80"/>
                    <a:gd name="T53" fmla="*/ 17 h 96"/>
                    <a:gd name="T54" fmla="*/ 36 w 80"/>
                    <a:gd name="T55" fmla="*/ 2 h 96"/>
                    <a:gd name="T56" fmla="*/ 55 w 80"/>
                    <a:gd name="T57" fmla="*/ 0 h 96"/>
                    <a:gd name="T58" fmla="*/ 61 w 80"/>
                    <a:gd name="T59" fmla="*/ 6 h 96"/>
                    <a:gd name="T60" fmla="*/ 59 w 80"/>
                    <a:gd name="T61" fmla="*/ 13 h 96"/>
                    <a:gd name="T62" fmla="*/ 46 w 80"/>
                    <a:gd name="T63" fmla="*/ 29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 h="96">
                      <a:moveTo>
                        <a:pt x="46" y="29"/>
                      </a:moveTo>
                      <a:cubicBezTo>
                        <a:pt x="53" y="30"/>
                        <a:pt x="59" y="31"/>
                        <a:pt x="65" y="29"/>
                      </a:cubicBezTo>
                      <a:cubicBezTo>
                        <a:pt x="71" y="27"/>
                        <a:pt x="80" y="34"/>
                        <a:pt x="79" y="41"/>
                      </a:cubicBezTo>
                      <a:cubicBezTo>
                        <a:pt x="79" y="42"/>
                        <a:pt x="76" y="43"/>
                        <a:pt x="74" y="43"/>
                      </a:cubicBezTo>
                      <a:cubicBezTo>
                        <a:pt x="70" y="43"/>
                        <a:pt x="65" y="43"/>
                        <a:pt x="60" y="43"/>
                      </a:cubicBezTo>
                      <a:cubicBezTo>
                        <a:pt x="53" y="42"/>
                        <a:pt x="52" y="44"/>
                        <a:pt x="52" y="50"/>
                      </a:cubicBezTo>
                      <a:cubicBezTo>
                        <a:pt x="51" y="62"/>
                        <a:pt x="51" y="75"/>
                        <a:pt x="49" y="87"/>
                      </a:cubicBezTo>
                      <a:cubicBezTo>
                        <a:pt x="48" y="95"/>
                        <a:pt x="45" y="96"/>
                        <a:pt x="37" y="95"/>
                      </a:cubicBezTo>
                      <a:cubicBezTo>
                        <a:pt x="25" y="92"/>
                        <a:pt x="15" y="82"/>
                        <a:pt x="21" y="68"/>
                      </a:cubicBezTo>
                      <a:cubicBezTo>
                        <a:pt x="21" y="66"/>
                        <a:pt x="21" y="64"/>
                        <a:pt x="22" y="62"/>
                      </a:cubicBezTo>
                      <a:cubicBezTo>
                        <a:pt x="24" y="65"/>
                        <a:pt x="27" y="69"/>
                        <a:pt x="30" y="72"/>
                      </a:cubicBezTo>
                      <a:cubicBezTo>
                        <a:pt x="33" y="76"/>
                        <a:pt x="39" y="75"/>
                        <a:pt x="40" y="70"/>
                      </a:cubicBezTo>
                      <a:cubicBezTo>
                        <a:pt x="41" y="62"/>
                        <a:pt x="42" y="54"/>
                        <a:pt x="43" y="46"/>
                      </a:cubicBezTo>
                      <a:cubicBezTo>
                        <a:pt x="35" y="45"/>
                        <a:pt x="30" y="49"/>
                        <a:pt x="24" y="52"/>
                      </a:cubicBezTo>
                      <a:cubicBezTo>
                        <a:pt x="22" y="52"/>
                        <a:pt x="21" y="54"/>
                        <a:pt x="19" y="54"/>
                      </a:cubicBezTo>
                      <a:cubicBezTo>
                        <a:pt x="14" y="58"/>
                        <a:pt x="11" y="57"/>
                        <a:pt x="6" y="54"/>
                      </a:cubicBezTo>
                      <a:cubicBezTo>
                        <a:pt x="3" y="51"/>
                        <a:pt x="0" y="44"/>
                        <a:pt x="2" y="40"/>
                      </a:cubicBezTo>
                      <a:cubicBezTo>
                        <a:pt x="2" y="39"/>
                        <a:pt x="5" y="37"/>
                        <a:pt x="6" y="37"/>
                      </a:cubicBezTo>
                      <a:cubicBezTo>
                        <a:pt x="14" y="39"/>
                        <a:pt x="20" y="35"/>
                        <a:pt x="28" y="33"/>
                      </a:cubicBezTo>
                      <a:cubicBezTo>
                        <a:pt x="29" y="33"/>
                        <a:pt x="31" y="32"/>
                        <a:pt x="33" y="32"/>
                      </a:cubicBezTo>
                      <a:cubicBezTo>
                        <a:pt x="31" y="27"/>
                        <a:pt x="31" y="24"/>
                        <a:pt x="36" y="22"/>
                      </a:cubicBezTo>
                      <a:cubicBezTo>
                        <a:pt x="39" y="19"/>
                        <a:pt x="42" y="15"/>
                        <a:pt x="46" y="12"/>
                      </a:cubicBezTo>
                      <a:cubicBezTo>
                        <a:pt x="45" y="11"/>
                        <a:pt x="45" y="11"/>
                        <a:pt x="45" y="10"/>
                      </a:cubicBezTo>
                      <a:cubicBezTo>
                        <a:pt x="38" y="13"/>
                        <a:pt x="32" y="15"/>
                        <a:pt x="26" y="17"/>
                      </a:cubicBezTo>
                      <a:cubicBezTo>
                        <a:pt x="22" y="19"/>
                        <a:pt x="18" y="22"/>
                        <a:pt x="15" y="24"/>
                      </a:cubicBezTo>
                      <a:cubicBezTo>
                        <a:pt x="11" y="26"/>
                        <a:pt x="7" y="27"/>
                        <a:pt x="5" y="22"/>
                      </a:cubicBezTo>
                      <a:cubicBezTo>
                        <a:pt x="4" y="20"/>
                        <a:pt x="3" y="19"/>
                        <a:pt x="1" y="17"/>
                      </a:cubicBezTo>
                      <a:cubicBezTo>
                        <a:pt x="13" y="12"/>
                        <a:pt x="25" y="6"/>
                        <a:pt x="36" y="2"/>
                      </a:cubicBezTo>
                      <a:cubicBezTo>
                        <a:pt x="42" y="0"/>
                        <a:pt x="49" y="0"/>
                        <a:pt x="55" y="0"/>
                      </a:cubicBezTo>
                      <a:cubicBezTo>
                        <a:pt x="57" y="0"/>
                        <a:pt x="60" y="4"/>
                        <a:pt x="61" y="6"/>
                      </a:cubicBezTo>
                      <a:cubicBezTo>
                        <a:pt x="62" y="8"/>
                        <a:pt x="61" y="11"/>
                        <a:pt x="59" y="13"/>
                      </a:cubicBezTo>
                      <a:cubicBezTo>
                        <a:pt x="55" y="18"/>
                        <a:pt x="51" y="23"/>
                        <a:pt x="46"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42" name="组合 41">
                <a:extLst>
                  <a:ext uri="{FF2B5EF4-FFF2-40B4-BE49-F238E27FC236}">
                    <a16:creationId xmlns:a16="http://schemas.microsoft.com/office/drawing/2014/main" id="{B92E7EB9-3312-4310-B5FA-50F0FA6CFB99}"/>
                  </a:ext>
                </a:extLst>
              </p:cNvPr>
              <p:cNvGrpSpPr/>
              <p:nvPr/>
            </p:nvGrpSpPr>
            <p:grpSpPr>
              <a:xfrm>
                <a:off x="11192276" y="2400300"/>
                <a:ext cx="322175" cy="373063"/>
                <a:chOff x="3792874" y="3138488"/>
                <a:chExt cx="322175" cy="373063"/>
              </a:xfrm>
              <a:grpFill/>
            </p:grpSpPr>
            <p:sp>
              <p:nvSpPr>
                <p:cNvPr id="43" name="Freeform 15">
                  <a:extLst>
                    <a:ext uri="{FF2B5EF4-FFF2-40B4-BE49-F238E27FC236}">
                      <a16:creationId xmlns:a16="http://schemas.microsoft.com/office/drawing/2014/main" id="{4A24723D-38DD-4916-B1AF-76A903317407}"/>
                    </a:ext>
                  </a:extLst>
                </p:cNvPr>
                <p:cNvSpPr>
                  <a:spLocks/>
                </p:cNvSpPr>
                <p:nvPr/>
              </p:nvSpPr>
              <p:spPr bwMode="auto">
                <a:xfrm>
                  <a:off x="3792874" y="3235325"/>
                  <a:ext cx="112625" cy="246063"/>
                </a:xfrm>
                <a:custGeom>
                  <a:avLst/>
                  <a:gdLst>
                    <a:gd name="T0" fmla="*/ 16 w 39"/>
                    <a:gd name="T1" fmla="*/ 29 h 58"/>
                    <a:gd name="T2" fmla="*/ 27 w 39"/>
                    <a:gd name="T3" fmla="*/ 7 h 58"/>
                    <a:gd name="T4" fmla="*/ 31 w 39"/>
                    <a:gd name="T5" fmla="*/ 1 h 58"/>
                    <a:gd name="T6" fmla="*/ 34 w 39"/>
                    <a:gd name="T7" fmla="*/ 6 h 58"/>
                    <a:gd name="T8" fmla="*/ 35 w 39"/>
                    <a:gd name="T9" fmla="*/ 26 h 58"/>
                    <a:gd name="T10" fmla="*/ 20 w 39"/>
                    <a:gd name="T11" fmla="*/ 52 h 58"/>
                    <a:gd name="T12" fmla="*/ 9 w 39"/>
                    <a:gd name="T13" fmla="*/ 57 h 58"/>
                    <a:gd name="T14" fmla="*/ 1 w 39"/>
                    <a:gd name="T15" fmla="*/ 43 h 58"/>
                    <a:gd name="T16" fmla="*/ 4 w 39"/>
                    <a:gd name="T17" fmla="*/ 6 h 58"/>
                    <a:gd name="T18" fmla="*/ 8 w 39"/>
                    <a:gd name="T19" fmla="*/ 0 h 58"/>
                    <a:gd name="T20" fmla="*/ 15 w 39"/>
                    <a:gd name="T21" fmla="*/ 6 h 58"/>
                    <a:gd name="T22" fmla="*/ 14 w 39"/>
                    <a:gd name="T23" fmla="*/ 20 h 58"/>
                    <a:gd name="T24" fmla="*/ 14 w 39"/>
                    <a:gd name="T25" fmla="*/ 28 h 58"/>
                    <a:gd name="T26" fmla="*/ 16 w 39"/>
                    <a:gd name="T27" fmla="*/ 29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9" h="58">
                      <a:moveTo>
                        <a:pt x="16" y="29"/>
                      </a:moveTo>
                      <a:cubicBezTo>
                        <a:pt x="19" y="21"/>
                        <a:pt x="23" y="14"/>
                        <a:pt x="27" y="7"/>
                      </a:cubicBezTo>
                      <a:cubicBezTo>
                        <a:pt x="28" y="5"/>
                        <a:pt x="29" y="3"/>
                        <a:pt x="31" y="1"/>
                      </a:cubicBezTo>
                      <a:cubicBezTo>
                        <a:pt x="32" y="3"/>
                        <a:pt x="33" y="4"/>
                        <a:pt x="34" y="6"/>
                      </a:cubicBezTo>
                      <a:cubicBezTo>
                        <a:pt x="37" y="12"/>
                        <a:pt x="39" y="19"/>
                        <a:pt x="35" y="26"/>
                      </a:cubicBezTo>
                      <a:cubicBezTo>
                        <a:pt x="30" y="34"/>
                        <a:pt x="25" y="43"/>
                        <a:pt x="20" y="52"/>
                      </a:cubicBezTo>
                      <a:cubicBezTo>
                        <a:pt x="18" y="56"/>
                        <a:pt x="12" y="58"/>
                        <a:pt x="9" y="57"/>
                      </a:cubicBezTo>
                      <a:cubicBezTo>
                        <a:pt x="2" y="54"/>
                        <a:pt x="0" y="50"/>
                        <a:pt x="1" y="43"/>
                      </a:cubicBezTo>
                      <a:cubicBezTo>
                        <a:pt x="2" y="31"/>
                        <a:pt x="3" y="18"/>
                        <a:pt x="4" y="6"/>
                      </a:cubicBezTo>
                      <a:cubicBezTo>
                        <a:pt x="4" y="4"/>
                        <a:pt x="4" y="0"/>
                        <a:pt x="8" y="0"/>
                      </a:cubicBezTo>
                      <a:cubicBezTo>
                        <a:pt x="11" y="0"/>
                        <a:pt x="15" y="1"/>
                        <a:pt x="15" y="6"/>
                      </a:cubicBezTo>
                      <a:cubicBezTo>
                        <a:pt x="15" y="10"/>
                        <a:pt x="14" y="15"/>
                        <a:pt x="14" y="20"/>
                      </a:cubicBezTo>
                      <a:cubicBezTo>
                        <a:pt x="14" y="23"/>
                        <a:pt x="14" y="25"/>
                        <a:pt x="14" y="28"/>
                      </a:cubicBezTo>
                      <a:cubicBezTo>
                        <a:pt x="14" y="28"/>
                        <a:pt x="15" y="28"/>
                        <a:pt x="16"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4" name="Freeform 16">
                  <a:extLst>
                    <a:ext uri="{FF2B5EF4-FFF2-40B4-BE49-F238E27FC236}">
                      <a16:creationId xmlns:a16="http://schemas.microsoft.com/office/drawing/2014/main" id="{FB4C6AFE-87EF-4FB7-829C-F7529116EE44}"/>
                    </a:ext>
                  </a:extLst>
                </p:cNvPr>
                <p:cNvSpPr>
                  <a:spLocks/>
                </p:cNvSpPr>
                <p:nvPr/>
              </p:nvSpPr>
              <p:spPr bwMode="auto">
                <a:xfrm>
                  <a:off x="3980111" y="3138488"/>
                  <a:ext cx="134938" cy="373063"/>
                </a:xfrm>
                <a:custGeom>
                  <a:avLst/>
                  <a:gdLst>
                    <a:gd name="T0" fmla="*/ 9 w 47"/>
                    <a:gd name="T1" fmla="*/ 73 h 88"/>
                    <a:gd name="T2" fmla="*/ 3 w 47"/>
                    <a:gd name="T3" fmla="*/ 67 h 88"/>
                    <a:gd name="T4" fmla="*/ 3 w 47"/>
                    <a:gd name="T5" fmla="*/ 57 h 88"/>
                    <a:gd name="T6" fmla="*/ 20 w 47"/>
                    <a:gd name="T7" fmla="*/ 38 h 88"/>
                    <a:gd name="T8" fmla="*/ 33 w 47"/>
                    <a:gd name="T9" fmla="*/ 20 h 88"/>
                    <a:gd name="T10" fmla="*/ 33 w 47"/>
                    <a:gd name="T11" fmla="*/ 4 h 88"/>
                    <a:gd name="T12" fmla="*/ 32 w 47"/>
                    <a:gd name="T13" fmla="*/ 1 h 88"/>
                    <a:gd name="T14" fmla="*/ 33 w 47"/>
                    <a:gd name="T15" fmla="*/ 0 h 88"/>
                    <a:gd name="T16" fmla="*/ 41 w 47"/>
                    <a:gd name="T17" fmla="*/ 6 h 88"/>
                    <a:gd name="T18" fmla="*/ 43 w 47"/>
                    <a:gd name="T19" fmla="*/ 26 h 88"/>
                    <a:gd name="T20" fmla="*/ 29 w 47"/>
                    <a:gd name="T21" fmla="*/ 48 h 88"/>
                    <a:gd name="T22" fmla="*/ 30 w 47"/>
                    <a:gd name="T23" fmla="*/ 52 h 88"/>
                    <a:gd name="T24" fmla="*/ 40 w 47"/>
                    <a:gd name="T25" fmla="*/ 73 h 88"/>
                    <a:gd name="T26" fmla="*/ 41 w 47"/>
                    <a:gd name="T27" fmla="*/ 84 h 88"/>
                    <a:gd name="T28" fmla="*/ 37 w 47"/>
                    <a:gd name="T29" fmla="*/ 86 h 88"/>
                    <a:gd name="T30" fmla="*/ 31 w 47"/>
                    <a:gd name="T31" fmla="*/ 75 h 88"/>
                    <a:gd name="T32" fmla="*/ 28 w 47"/>
                    <a:gd name="T33" fmla="*/ 60 h 88"/>
                    <a:gd name="T34" fmla="*/ 22 w 47"/>
                    <a:gd name="T35" fmla="*/ 59 h 88"/>
                    <a:gd name="T36" fmla="*/ 9 w 47"/>
                    <a:gd name="T37" fmla="*/ 73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7" h="88">
                      <a:moveTo>
                        <a:pt x="9" y="73"/>
                      </a:moveTo>
                      <a:cubicBezTo>
                        <a:pt x="7" y="71"/>
                        <a:pt x="5" y="69"/>
                        <a:pt x="3" y="67"/>
                      </a:cubicBezTo>
                      <a:cubicBezTo>
                        <a:pt x="1" y="64"/>
                        <a:pt x="0" y="61"/>
                        <a:pt x="3" y="57"/>
                      </a:cubicBezTo>
                      <a:cubicBezTo>
                        <a:pt x="9" y="51"/>
                        <a:pt x="14" y="45"/>
                        <a:pt x="20" y="38"/>
                      </a:cubicBezTo>
                      <a:cubicBezTo>
                        <a:pt x="24" y="32"/>
                        <a:pt x="28" y="26"/>
                        <a:pt x="33" y="20"/>
                      </a:cubicBezTo>
                      <a:cubicBezTo>
                        <a:pt x="36" y="15"/>
                        <a:pt x="36" y="9"/>
                        <a:pt x="33" y="4"/>
                      </a:cubicBezTo>
                      <a:cubicBezTo>
                        <a:pt x="32" y="3"/>
                        <a:pt x="32" y="2"/>
                        <a:pt x="32" y="1"/>
                      </a:cubicBezTo>
                      <a:cubicBezTo>
                        <a:pt x="32" y="1"/>
                        <a:pt x="33" y="0"/>
                        <a:pt x="33" y="0"/>
                      </a:cubicBezTo>
                      <a:cubicBezTo>
                        <a:pt x="36" y="2"/>
                        <a:pt x="39" y="4"/>
                        <a:pt x="41" y="6"/>
                      </a:cubicBezTo>
                      <a:cubicBezTo>
                        <a:pt x="46" y="11"/>
                        <a:pt x="47" y="20"/>
                        <a:pt x="43" y="26"/>
                      </a:cubicBezTo>
                      <a:cubicBezTo>
                        <a:pt x="39" y="33"/>
                        <a:pt x="34" y="40"/>
                        <a:pt x="29" y="48"/>
                      </a:cubicBezTo>
                      <a:cubicBezTo>
                        <a:pt x="29" y="49"/>
                        <a:pt x="29" y="52"/>
                        <a:pt x="30" y="52"/>
                      </a:cubicBezTo>
                      <a:cubicBezTo>
                        <a:pt x="38" y="57"/>
                        <a:pt x="38" y="65"/>
                        <a:pt x="40" y="73"/>
                      </a:cubicBezTo>
                      <a:cubicBezTo>
                        <a:pt x="41" y="76"/>
                        <a:pt x="41" y="80"/>
                        <a:pt x="41" y="84"/>
                      </a:cubicBezTo>
                      <a:cubicBezTo>
                        <a:pt x="41" y="87"/>
                        <a:pt x="39" y="88"/>
                        <a:pt x="37" y="86"/>
                      </a:cubicBezTo>
                      <a:cubicBezTo>
                        <a:pt x="33" y="83"/>
                        <a:pt x="31" y="81"/>
                        <a:pt x="31" y="75"/>
                      </a:cubicBezTo>
                      <a:cubicBezTo>
                        <a:pt x="31" y="70"/>
                        <a:pt x="30" y="65"/>
                        <a:pt x="28" y="60"/>
                      </a:cubicBezTo>
                      <a:cubicBezTo>
                        <a:pt x="27" y="55"/>
                        <a:pt x="25" y="56"/>
                        <a:pt x="22" y="59"/>
                      </a:cubicBezTo>
                      <a:cubicBezTo>
                        <a:pt x="18" y="64"/>
                        <a:pt x="14" y="68"/>
                        <a:pt x="9"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5" name="Freeform 17">
                  <a:extLst>
                    <a:ext uri="{FF2B5EF4-FFF2-40B4-BE49-F238E27FC236}">
                      <a16:creationId xmlns:a16="http://schemas.microsoft.com/office/drawing/2014/main" id="{7BBE01C1-D3BA-489E-BE5E-C63059DA7AF9}"/>
                    </a:ext>
                  </a:extLst>
                </p:cNvPr>
                <p:cNvSpPr>
                  <a:spLocks/>
                </p:cNvSpPr>
                <p:nvPr/>
              </p:nvSpPr>
              <p:spPr bwMode="auto">
                <a:xfrm>
                  <a:off x="3872924" y="3138488"/>
                  <a:ext cx="75438" cy="79375"/>
                </a:xfrm>
                <a:custGeom>
                  <a:avLst/>
                  <a:gdLst>
                    <a:gd name="T0" fmla="*/ 0 w 26"/>
                    <a:gd name="T1" fmla="*/ 0 h 19"/>
                    <a:gd name="T2" fmla="*/ 20 w 26"/>
                    <a:gd name="T3" fmla="*/ 1 h 19"/>
                    <a:gd name="T4" fmla="*/ 23 w 26"/>
                    <a:gd name="T5" fmla="*/ 12 h 19"/>
                    <a:gd name="T6" fmla="*/ 12 w 26"/>
                    <a:gd name="T7" fmla="*/ 18 h 19"/>
                    <a:gd name="T8" fmla="*/ 3 w 26"/>
                    <a:gd name="T9" fmla="*/ 11 h 19"/>
                    <a:gd name="T10" fmla="*/ 0 w 26"/>
                    <a:gd name="T11" fmla="*/ 0 h 19"/>
                  </a:gdLst>
                  <a:ahLst/>
                  <a:cxnLst>
                    <a:cxn ang="0">
                      <a:pos x="T0" y="T1"/>
                    </a:cxn>
                    <a:cxn ang="0">
                      <a:pos x="T2" y="T3"/>
                    </a:cxn>
                    <a:cxn ang="0">
                      <a:pos x="T4" y="T5"/>
                    </a:cxn>
                    <a:cxn ang="0">
                      <a:pos x="T6" y="T7"/>
                    </a:cxn>
                    <a:cxn ang="0">
                      <a:pos x="T8" y="T9"/>
                    </a:cxn>
                    <a:cxn ang="0">
                      <a:pos x="T10" y="T11"/>
                    </a:cxn>
                  </a:cxnLst>
                  <a:rect l="0" t="0" r="r" b="b"/>
                  <a:pathLst>
                    <a:path w="26" h="19">
                      <a:moveTo>
                        <a:pt x="0" y="0"/>
                      </a:moveTo>
                      <a:cubicBezTo>
                        <a:pt x="8" y="1"/>
                        <a:pt x="14" y="1"/>
                        <a:pt x="20" y="1"/>
                      </a:cubicBezTo>
                      <a:cubicBezTo>
                        <a:pt x="24" y="1"/>
                        <a:pt x="26" y="8"/>
                        <a:pt x="23" y="12"/>
                      </a:cubicBezTo>
                      <a:cubicBezTo>
                        <a:pt x="21" y="16"/>
                        <a:pt x="17" y="19"/>
                        <a:pt x="12" y="18"/>
                      </a:cubicBezTo>
                      <a:cubicBezTo>
                        <a:pt x="8" y="18"/>
                        <a:pt x="5" y="15"/>
                        <a:pt x="3" y="11"/>
                      </a:cubicBezTo>
                      <a:cubicBezTo>
                        <a:pt x="2" y="8"/>
                        <a:pt x="1" y="4"/>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grpSp>
          <p:nvGrpSpPr>
            <p:cNvPr id="26" name="组合 25">
              <a:extLst>
                <a:ext uri="{FF2B5EF4-FFF2-40B4-BE49-F238E27FC236}">
                  <a16:creationId xmlns:a16="http://schemas.microsoft.com/office/drawing/2014/main" id="{E582171C-E91E-4DDB-B720-D9EDE8C54B5C}"/>
                </a:ext>
              </a:extLst>
            </p:cNvPr>
            <p:cNvGrpSpPr/>
            <p:nvPr/>
          </p:nvGrpSpPr>
          <p:grpSpPr>
            <a:xfrm>
              <a:off x="598941" y="6399999"/>
              <a:ext cx="1102619" cy="276499"/>
              <a:chOff x="6738929" y="2270918"/>
              <a:chExt cx="2766486" cy="693738"/>
            </a:xfrm>
            <a:grpFill/>
          </p:grpSpPr>
          <p:grpSp>
            <p:nvGrpSpPr>
              <p:cNvPr id="27" name="组合 26">
                <a:extLst>
                  <a:ext uri="{FF2B5EF4-FFF2-40B4-BE49-F238E27FC236}">
                    <a16:creationId xmlns:a16="http://schemas.microsoft.com/office/drawing/2014/main" id="{4EB45816-40C4-4065-9181-C29D2BECD84E}"/>
                  </a:ext>
                </a:extLst>
              </p:cNvPr>
              <p:cNvGrpSpPr/>
              <p:nvPr/>
            </p:nvGrpSpPr>
            <p:grpSpPr>
              <a:xfrm>
                <a:off x="8180494" y="2355056"/>
                <a:ext cx="484188" cy="509588"/>
                <a:chOff x="6113463" y="3541713"/>
                <a:chExt cx="484188" cy="509588"/>
              </a:xfrm>
              <a:grpFill/>
            </p:grpSpPr>
            <p:sp>
              <p:nvSpPr>
                <p:cNvPr id="37" name="Freeform 9">
                  <a:extLst>
                    <a:ext uri="{FF2B5EF4-FFF2-40B4-BE49-F238E27FC236}">
                      <a16:creationId xmlns:a16="http://schemas.microsoft.com/office/drawing/2014/main" id="{70888479-5294-457A-8111-462CE4F104F2}"/>
                    </a:ext>
                  </a:extLst>
                </p:cNvPr>
                <p:cNvSpPr>
                  <a:spLocks noEditPoints="1"/>
                </p:cNvSpPr>
                <p:nvPr/>
              </p:nvSpPr>
              <p:spPr bwMode="auto">
                <a:xfrm>
                  <a:off x="6113463" y="3579813"/>
                  <a:ext cx="252413" cy="428625"/>
                </a:xfrm>
                <a:custGeom>
                  <a:avLst/>
                  <a:gdLst>
                    <a:gd name="T0" fmla="*/ 39 w 59"/>
                    <a:gd name="T1" fmla="*/ 78 h 101"/>
                    <a:gd name="T2" fmla="*/ 17 w 59"/>
                    <a:gd name="T3" fmla="*/ 94 h 101"/>
                    <a:gd name="T4" fmla="*/ 8 w 59"/>
                    <a:gd name="T5" fmla="*/ 94 h 101"/>
                    <a:gd name="T6" fmla="*/ 0 w 59"/>
                    <a:gd name="T7" fmla="*/ 79 h 101"/>
                    <a:gd name="T8" fmla="*/ 17 w 59"/>
                    <a:gd name="T9" fmla="*/ 73 h 101"/>
                    <a:gd name="T10" fmla="*/ 10 w 59"/>
                    <a:gd name="T11" fmla="*/ 68 h 101"/>
                    <a:gd name="T12" fmla="*/ 8 w 59"/>
                    <a:gd name="T13" fmla="*/ 60 h 101"/>
                    <a:gd name="T14" fmla="*/ 18 w 59"/>
                    <a:gd name="T15" fmla="*/ 23 h 101"/>
                    <a:gd name="T16" fmla="*/ 26 w 59"/>
                    <a:gd name="T17" fmla="*/ 17 h 101"/>
                    <a:gd name="T18" fmla="*/ 36 w 59"/>
                    <a:gd name="T19" fmla="*/ 26 h 101"/>
                    <a:gd name="T20" fmla="*/ 36 w 59"/>
                    <a:gd name="T21" fmla="*/ 27 h 101"/>
                    <a:gd name="T22" fmla="*/ 43 w 59"/>
                    <a:gd name="T23" fmla="*/ 40 h 101"/>
                    <a:gd name="T24" fmla="*/ 42 w 59"/>
                    <a:gd name="T25" fmla="*/ 12 h 101"/>
                    <a:gd name="T26" fmla="*/ 21 w 59"/>
                    <a:gd name="T27" fmla="*/ 5 h 101"/>
                    <a:gd name="T28" fmla="*/ 44 w 59"/>
                    <a:gd name="T29" fmla="*/ 1 h 101"/>
                    <a:gd name="T30" fmla="*/ 57 w 59"/>
                    <a:gd name="T31" fmla="*/ 17 h 101"/>
                    <a:gd name="T32" fmla="*/ 56 w 59"/>
                    <a:gd name="T33" fmla="*/ 48 h 101"/>
                    <a:gd name="T34" fmla="*/ 57 w 59"/>
                    <a:gd name="T35" fmla="*/ 55 h 101"/>
                    <a:gd name="T36" fmla="*/ 55 w 59"/>
                    <a:gd name="T37" fmla="*/ 64 h 101"/>
                    <a:gd name="T38" fmla="*/ 54 w 59"/>
                    <a:gd name="T39" fmla="*/ 71 h 101"/>
                    <a:gd name="T40" fmla="*/ 52 w 59"/>
                    <a:gd name="T41" fmla="*/ 95 h 101"/>
                    <a:gd name="T42" fmla="*/ 49 w 59"/>
                    <a:gd name="T43" fmla="*/ 101 h 101"/>
                    <a:gd name="T44" fmla="*/ 43 w 59"/>
                    <a:gd name="T45" fmla="*/ 98 h 101"/>
                    <a:gd name="T46" fmla="*/ 38 w 59"/>
                    <a:gd name="T47" fmla="*/ 86 h 101"/>
                    <a:gd name="T48" fmla="*/ 39 w 59"/>
                    <a:gd name="T49" fmla="*/ 78 h 101"/>
                    <a:gd name="T50" fmla="*/ 42 w 59"/>
                    <a:gd name="T51" fmla="*/ 47 h 101"/>
                    <a:gd name="T52" fmla="*/ 32 w 59"/>
                    <a:gd name="T53" fmla="*/ 44 h 101"/>
                    <a:gd name="T54" fmla="*/ 29 w 59"/>
                    <a:gd name="T55" fmla="*/ 64 h 101"/>
                    <a:gd name="T56" fmla="*/ 42 w 59"/>
                    <a:gd name="T57" fmla="*/ 4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9" h="101">
                      <a:moveTo>
                        <a:pt x="39" y="78"/>
                      </a:moveTo>
                      <a:cubicBezTo>
                        <a:pt x="31" y="84"/>
                        <a:pt x="24" y="89"/>
                        <a:pt x="17" y="94"/>
                      </a:cubicBezTo>
                      <a:cubicBezTo>
                        <a:pt x="14" y="97"/>
                        <a:pt x="11" y="96"/>
                        <a:pt x="8" y="94"/>
                      </a:cubicBezTo>
                      <a:cubicBezTo>
                        <a:pt x="4" y="90"/>
                        <a:pt x="0" y="86"/>
                        <a:pt x="0" y="79"/>
                      </a:cubicBezTo>
                      <a:cubicBezTo>
                        <a:pt x="6" y="82"/>
                        <a:pt x="12" y="80"/>
                        <a:pt x="17" y="73"/>
                      </a:cubicBezTo>
                      <a:cubicBezTo>
                        <a:pt x="15" y="72"/>
                        <a:pt x="13" y="70"/>
                        <a:pt x="10" y="68"/>
                      </a:cubicBezTo>
                      <a:cubicBezTo>
                        <a:pt x="7" y="66"/>
                        <a:pt x="7" y="63"/>
                        <a:pt x="8" y="60"/>
                      </a:cubicBezTo>
                      <a:cubicBezTo>
                        <a:pt x="11" y="48"/>
                        <a:pt x="15" y="36"/>
                        <a:pt x="18" y="23"/>
                      </a:cubicBezTo>
                      <a:cubicBezTo>
                        <a:pt x="19" y="20"/>
                        <a:pt x="20" y="16"/>
                        <a:pt x="26" y="17"/>
                      </a:cubicBezTo>
                      <a:cubicBezTo>
                        <a:pt x="32" y="18"/>
                        <a:pt x="36" y="21"/>
                        <a:pt x="36" y="26"/>
                      </a:cubicBezTo>
                      <a:cubicBezTo>
                        <a:pt x="36" y="26"/>
                        <a:pt x="36" y="27"/>
                        <a:pt x="36" y="27"/>
                      </a:cubicBezTo>
                      <a:cubicBezTo>
                        <a:pt x="35" y="33"/>
                        <a:pt x="38" y="37"/>
                        <a:pt x="43" y="40"/>
                      </a:cubicBezTo>
                      <a:cubicBezTo>
                        <a:pt x="43" y="31"/>
                        <a:pt x="42" y="22"/>
                        <a:pt x="42" y="12"/>
                      </a:cubicBezTo>
                      <a:cubicBezTo>
                        <a:pt x="30" y="16"/>
                        <a:pt x="20" y="12"/>
                        <a:pt x="21" y="5"/>
                      </a:cubicBezTo>
                      <a:cubicBezTo>
                        <a:pt x="29" y="3"/>
                        <a:pt x="36" y="1"/>
                        <a:pt x="44" y="1"/>
                      </a:cubicBezTo>
                      <a:cubicBezTo>
                        <a:pt x="54" y="0"/>
                        <a:pt x="59" y="8"/>
                        <a:pt x="57" y="17"/>
                      </a:cubicBezTo>
                      <a:cubicBezTo>
                        <a:pt x="56" y="27"/>
                        <a:pt x="56" y="38"/>
                        <a:pt x="56" y="48"/>
                      </a:cubicBezTo>
                      <a:cubicBezTo>
                        <a:pt x="56" y="50"/>
                        <a:pt x="57" y="52"/>
                        <a:pt x="57" y="55"/>
                      </a:cubicBezTo>
                      <a:cubicBezTo>
                        <a:pt x="57" y="58"/>
                        <a:pt x="56" y="61"/>
                        <a:pt x="55" y="64"/>
                      </a:cubicBezTo>
                      <a:cubicBezTo>
                        <a:pt x="55" y="66"/>
                        <a:pt x="54" y="68"/>
                        <a:pt x="54" y="71"/>
                      </a:cubicBezTo>
                      <a:cubicBezTo>
                        <a:pt x="53" y="79"/>
                        <a:pt x="53" y="87"/>
                        <a:pt x="52" y="95"/>
                      </a:cubicBezTo>
                      <a:cubicBezTo>
                        <a:pt x="52" y="97"/>
                        <a:pt x="51" y="100"/>
                        <a:pt x="49" y="101"/>
                      </a:cubicBezTo>
                      <a:cubicBezTo>
                        <a:pt x="47" y="101"/>
                        <a:pt x="44" y="100"/>
                        <a:pt x="43" y="98"/>
                      </a:cubicBezTo>
                      <a:cubicBezTo>
                        <a:pt x="39" y="95"/>
                        <a:pt x="36" y="92"/>
                        <a:pt x="38" y="86"/>
                      </a:cubicBezTo>
                      <a:cubicBezTo>
                        <a:pt x="39" y="84"/>
                        <a:pt x="39" y="81"/>
                        <a:pt x="39" y="78"/>
                      </a:cubicBezTo>
                      <a:close/>
                      <a:moveTo>
                        <a:pt x="42" y="47"/>
                      </a:moveTo>
                      <a:cubicBezTo>
                        <a:pt x="39" y="46"/>
                        <a:pt x="36" y="45"/>
                        <a:pt x="32" y="44"/>
                      </a:cubicBezTo>
                      <a:cubicBezTo>
                        <a:pt x="31" y="51"/>
                        <a:pt x="30" y="57"/>
                        <a:pt x="29" y="64"/>
                      </a:cubicBezTo>
                      <a:cubicBezTo>
                        <a:pt x="39" y="61"/>
                        <a:pt x="42" y="57"/>
                        <a:pt x="42" y="4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8" name="Freeform 10">
                  <a:extLst>
                    <a:ext uri="{FF2B5EF4-FFF2-40B4-BE49-F238E27FC236}">
                      <a16:creationId xmlns:a16="http://schemas.microsoft.com/office/drawing/2014/main" id="{3C581795-C09D-460E-9472-8181F266F0EF}"/>
                    </a:ext>
                  </a:extLst>
                </p:cNvPr>
                <p:cNvSpPr>
                  <a:spLocks noEditPoints="1"/>
                </p:cNvSpPr>
                <p:nvPr/>
              </p:nvSpPr>
              <p:spPr bwMode="auto">
                <a:xfrm>
                  <a:off x="6361113" y="3541713"/>
                  <a:ext cx="236538" cy="509588"/>
                </a:xfrm>
                <a:custGeom>
                  <a:avLst/>
                  <a:gdLst>
                    <a:gd name="T0" fmla="*/ 11 w 55"/>
                    <a:gd name="T1" fmla="*/ 89 h 120"/>
                    <a:gd name="T2" fmla="*/ 10 w 55"/>
                    <a:gd name="T3" fmla="*/ 100 h 120"/>
                    <a:gd name="T4" fmla="*/ 6 w 55"/>
                    <a:gd name="T5" fmla="*/ 104 h 120"/>
                    <a:gd name="T6" fmla="*/ 1 w 55"/>
                    <a:gd name="T7" fmla="*/ 99 h 120"/>
                    <a:gd name="T8" fmla="*/ 3 w 55"/>
                    <a:gd name="T9" fmla="*/ 84 h 120"/>
                    <a:gd name="T10" fmla="*/ 14 w 55"/>
                    <a:gd name="T11" fmla="*/ 37 h 120"/>
                    <a:gd name="T12" fmla="*/ 22 w 55"/>
                    <a:gd name="T13" fmla="*/ 11 h 120"/>
                    <a:gd name="T14" fmla="*/ 26 w 55"/>
                    <a:gd name="T15" fmla="*/ 19 h 120"/>
                    <a:gd name="T16" fmla="*/ 20 w 55"/>
                    <a:gd name="T17" fmla="*/ 40 h 120"/>
                    <a:gd name="T18" fmla="*/ 27 w 55"/>
                    <a:gd name="T19" fmla="*/ 35 h 120"/>
                    <a:gd name="T20" fmla="*/ 35 w 55"/>
                    <a:gd name="T21" fmla="*/ 30 h 120"/>
                    <a:gd name="T22" fmla="*/ 33 w 55"/>
                    <a:gd name="T23" fmla="*/ 9 h 120"/>
                    <a:gd name="T24" fmla="*/ 28 w 55"/>
                    <a:gd name="T25" fmla="*/ 8 h 120"/>
                    <a:gd name="T26" fmla="*/ 19 w 55"/>
                    <a:gd name="T27" fmla="*/ 12 h 120"/>
                    <a:gd name="T28" fmla="*/ 12 w 55"/>
                    <a:gd name="T29" fmla="*/ 15 h 120"/>
                    <a:gd name="T30" fmla="*/ 9 w 55"/>
                    <a:gd name="T31" fmla="*/ 11 h 120"/>
                    <a:gd name="T32" fmla="*/ 11 w 55"/>
                    <a:gd name="T33" fmla="*/ 8 h 120"/>
                    <a:gd name="T34" fmla="*/ 31 w 55"/>
                    <a:gd name="T35" fmla="*/ 0 h 120"/>
                    <a:gd name="T36" fmla="*/ 45 w 55"/>
                    <a:gd name="T37" fmla="*/ 15 h 120"/>
                    <a:gd name="T38" fmla="*/ 44 w 55"/>
                    <a:gd name="T39" fmla="*/ 46 h 120"/>
                    <a:gd name="T40" fmla="*/ 48 w 55"/>
                    <a:gd name="T41" fmla="*/ 54 h 120"/>
                    <a:gd name="T42" fmla="*/ 48 w 55"/>
                    <a:gd name="T43" fmla="*/ 71 h 120"/>
                    <a:gd name="T44" fmla="*/ 44 w 55"/>
                    <a:gd name="T45" fmla="*/ 77 h 120"/>
                    <a:gd name="T46" fmla="*/ 44 w 55"/>
                    <a:gd name="T47" fmla="*/ 110 h 120"/>
                    <a:gd name="T48" fmla="*/ 44 w 55"/>
                    <a:gd name="T49" fmla="*/ 114 h 120"/>
                    <a:gd name="T50" fmla="*/ 41 w 55"/>
                    <a:gd name="T51" fmla="*/ 120 h 120"/>
                    <a:gd name="T52" fmla="*/ 32 w 55"/>
                    <a:gd name="T53" fmla="*/ 118 h 120"/>
                    <a:gd name="T54" fmla="*/ 13 w 55"/>
                    <a:gd name="T55" fmla="*/ 91 h 120"/>
                    <a:gd name="T56" fmla="*/ 12 w 55"/>
                    <a:gd name="T57" fmla="*/ 89 h 120"/>
                    <a:gd name="T58" fmla="*/ 11 w 55"/>
                    <a:gd name="T59" fmla="*/ 89 h 120"/>
                    <a:gd name="T60" fmla="*/ 24 w 55"/>
                    <a:gd name="T61" fmla="*/ 76 h 120"/>
                    <a:gd name="T62" fmla="*/ 23 w 55"/>
                    <a:gd name="T63" fmla="*/ 74 h 120"/>
                    <a:gd name="T64" fmla="*/ 27 w 55"/>
                    <a:gd name="T65" fmla="*/ 71 h 120"/>
                    <a:gd name="T66" fmla="*/ 33 w 55"/>
                    <a:gd name="T67" fmla="*/ 67 h 120"/>
                    <a:gd name="T68" fmla="*/ 32 w 55"/>
                    <a:gd name="T69" fmla="*/ 63 h 120"/>
                    <a:gd name="T70" fmla="*/ 22 w 55"/>
                    <a:gd name="T71" fmla="*/ 52 h 120"/>
                    <a:gd name="T72" fmla="*/ 18 w 55"/>
                    <a:gd name="T73" fmla="*/ 89 h 120"/>
                    <a:gd name="T74" fmla="*/ 33 w 55"/>
                    <a:gd name="T75" fmla="*/ 107 h 120"/>
                    <a:gd name="T76" fmla="*/ 35 w 55"/>
                    <a:gd name="T77" fmla="*/ 77 h 120"/>
                    <a:gd name="T78" fmla="*/ 31 w 55"/>
                    <a:gd name="T79" fmla="*/ 75 h 120"/>
                    <a:gd name="T80" fmla="*/ 24 w 55"/>
                    <a:gd name="T81" fmla="*/ 76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5" h="120">
                      <a:moveTo>
                        <a:pt x="11" y="89"/>
                      </a:moveTo>
                      <a:cubicBezTo>
                        <a:pt x="10" y="93"/>
                        <a:pt x="10" y="96"/>
                        <a:pt x="10" y="100"/>
                      </a:cubicBezTo>
                      <a:cubicBezTo>
                        <a:pt x="9" y="102"/>
                        <a:pt x="9" y="104"/>
                        <a:pt x="6" y="104"/>
                      </a:cubicBezTo>
                      <a:cubicBezTo>
                        <a:pt x="3" y="104"/>
                        <a:pt x="0" y="103"/>
                        <a:pt x="1" y="99"/>
                      </a:cubicBezTo>
                      <a:cubicBezTo>
                        <a:pt x="2" y="94"/>
                        <a:pt x="2" y="89"/>
                        <a:pt x="3" y="84"/>
                      </a:cubicBezTo>
                      <a:cubicBezTo>
                        <a:pt x="7" y="68"/>
                        <a:pt x="10" y="53"/>
                        <a:pt x="14" y="37"/>
                      </a:cubicBezTo>
                      <a:cubicBezTo>
                        <a:pt x="16" y="29"/>
                        <a:pt x="19" y="20"/>
                        <a:pt x="22" y="11"/>
                      </a:cubicBezTo>
                      <a:cubicBezTo>
                        <a:pt x="26" y="13"/>
                        <a:pt x="27" y="15"/>
                        <a:pt x="26" y="19"/>
                      </a:cubicBezTo>
                      <a:cubicBezTo>
                        <a:pt x="24" y="25"/>
                        <a:pt x="22" y="32"/>
                        <a:pt x="20" y="40"/>
                      </a:cubicBezTo>
                      <a:cubicBezTo>
                        <a:pt x="23" y="37"/>
                        <a:pt x="25" y="36"/>
                        <a:pt x="27" y="35"/>
                      </a:cubicBezTo>
                      <a:cubicBezTo>
                        <a:pt x="30" y="33"/>
                        <a:pt x="34" y="32"/>
                        <a:pt x="35" y="30"/>
                      </a:cubicBezTo>
                      <a:cubicBezTo>
                        <a:pt x="36" y="23"/>
                        <a:pt x="37" y="16"/>
                        <a:pt x="33" y="9"/>
                      </a:cubicBezTo>
                      <a:cubicBezTo>
                        <a:pt x="33" y="8"/>
                        <a:pt x="30" y="7"/>
                        <a:pt x="28" y="8"/>
                      </a:cubicBezTo>
                      <a:cubicBezTo>
                        <a:pt x="25" y="9"/>
                        <a:pt x="22" y="11"/>
                        <a:pt x="19" y="12"/>
                      </a:cubicBezTo>
                      <a:cubicBezTo>
                        <a:pt x="17" y="13"/>
                        <a:pt x="15" y="15"/>
                        <a:pt x="12" y="15"/>
                      </a:cubicBezTo>
                      <a:cubicBezTo>
                        <a:pt x="11" y="15"/>
                        <a:pt x="9" y="13"/>
                        <a:pt x="9" y="11"/>
                      </a:cubicBezTo>
                      <a:cubicBezTo>
                        <a:pt x="8" y="11"/>
                        <a:pt x="10" y="9"/>
                        <a:pt x="11" y="8"/>
                      </a:cubicBezTo>
                      <a:cubicBezTo>
                        <a:pt x="17" y="4"/>
                        <a:pt x="23" y="0"/>
                        <a:pt x="31" y="0"/>
                      </a:cubicBezTo>
                      <a:cubicBezTo>
                        <a:pt x="41" y="1"/>
                        <a:pt x="46" y="5"/>
                        <a:pt x="45" y="15"/>
                      </a:cubicBezTo>
                      <a:cubicBezTo>
                        <a:pt x="45" y="25"/>
                        <a:pt x="45" y="36"/>
                        <a:pt x="44" y="46"/>
                      </a:cubicBezTo>
                      <a:cubicBezTo>
                        <a:pt x="44" y="50"/>
                        <a:pt x="45" y="52"/>
                        <a:pt x="48" y="54"/>
                      </a:cubicBezTo>
                      <a:cubicBezTo>
                        <a:pt x="55" y="60"/>
                        <a:pt x="55" y="66"/>
                        <a:pt x="48" y="71"/>
                      </a:cubicBezTo>
                      <a:cubicBezTo>
                        <a:pt x="45" y="72"/>
                        <a:pt x="44" y="74"/>
                        <a:pt x="44" y="77"/>
                      </a:cubicBezTo>
                      <a:cubicBezTo>
                        <a:pt x="45" y="88"/>
                        <a:pt x="44" y="99"/>
                        <a:pt x="44" y="110"/>
                      </a:cubicBezTo>
                      <a:cubicBezTo>
                        <a:pt x="44" y="112"/>
                        <a:pt x="45" y="113"/>
                        <a:pt x="44" y="114"/>
                      </a:cubicBezTo>
                      <a:cubicBezTo>
                        <a:pt x="43" y="116"/>
                        <a:pt x="42" y="120"/>
                        <a:pt x="41" y="120"/>
                      </a:cubicBezTo>
                      <a:cubicBezTo>
                        <a:pt x="38" y="120"/>
                        <a:pt x="34" y="120"/>
                        <a:pt x="32" y="118"/>
                      </a:cubicBezTo>
                      <a:cubicBezTo>
                        <a:pt x="25" y="109"/>
                        <a:pt x="19" y="100"/>
                        <a:pt x="13" y="91"/>
                      </a:cubicBezTo>
                      <a:cubicBezTo>
                        <a:pt x="12" y="90"/>
                        <a:pt x="12" y="90"/>
                        <a:pt x="12" y="89"/>
                      </a:cubicBezTo>
                      <a:cubicBezTo>
                        <a:pt x="11" y="89"/>
                        <a:pt x="11" y="89"/>
                        <a:pt x="11" y="89"/>
                      </a:cubicBezTo>
                      <a:close/>
                      <a:moveTo>
                        <a:pt x="24" y="76"/>
                      </a:moveTo>
                      <a:cubicBezTo>
                        <a:pt x="23" y="75"/>
                        <a:pt x="23" y="75"/>
                        <a:pt x="23" y="74"/>
                      </a:cubicBezTo>
                      <a:cubicBezTo>
                        <a:pt x="24" y="73"/>
                        <a:pt x="26" y="72"/>
                        <a:pt x="27" y="71"/>
                      </a:cubicBezTo>
                      <a:cubicBezTo>
                        <a:pt x="29" y="70"/>
                        <a:pt x="31" y="69"/>
                        <a:pt x="33" y="67"/>
                      </a:cubicBezTo>
                      <a:cubicBezTo>
                        <a:pt x="35" y="66"/>
                        <a:pt x="35" y="63"/>
                        <a:pt x="32" y="63"/>
                      </a:cubicBezTo>
                      <a:cubicBezTo>
                        <a:pt x="27" y="61"/>
                        <a:pt x="24" y="58"/>
                        <a:pt x="22" y="52"/>
                      </a:cubicBezTo>
                      <a:cubicBezTo>
                        <a:pt x="17" y="65"/>
                        <a:pt x="13" y="77"/>
                        <a:pt x="18" y="89"/>
                      </a:cubicBezTo>
                      <a:cubicBezTo>
                        <a:pt x="21" y="97"/>
                        <a:pt x="27" y="101"/>
                        <a:pt x="33" y="107"/>
                      </a:cubicBezTo>
                      <a:cubicBezTo>
                        <a:pt x="34" y="97"/>
                        <a:pt x="34" y="87"/>
                        <a:pt x="35" y="77"/>
                      </a:cubicBezTo>
                      <a:cubicBezTo>
                        <a:pt x="35" y="77"/>
                        <a:pt x="32" y="75"/>
                        <a:pt x="31" y="75"/>
                      </a:cubicBezTo>
                      <a:cubicBezTo>
                        <a:pt x="29" y="75"/>
                        <a:pt x="26" y="76"/>
                        <a:pt x="24" y="7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28" name="组合 27">
                <a:extLst>
                  <a:ext uri="{FF2B5EF4-FFF2-40B4-BE49-F238E27FC236}">
                    <a16:creationId xmlns:a16="http://schemas.microsoft.com/office/drawing/2014/main" id="{C43281D5-D15F-4210-8FEF-5D0B83A54FD6}"/>
                  </a:ext>
                </a:extLst>
              </p:cNvPr>
              <p:cNvGrpSpPr/>
              <p:nvPr/>
            </p:nvGrpSpPr>
            <p:grpSpPr>
              <a:xfrm>
                <a:off x="6738929" y="2270918"/>
                <a:ext cx="549275" cy="693738"/>
                <a:chOff x="6108700" y="2066926"/>
                <a:chExt cx="549275" cy="693738"/>
              </a:xfrm>
              <a:grpFill/>
            </p:grpSpPr>
            <p:sp>
              <p:nvSpPr>
                <p:cNvPr id="35" name="Freeform 13">
                  <a:extLst>
                    <a:ext uri="{FF2B5EF4-FFF2-40B4-BE49-F238E27FC236}">
                      <a16:creationId xmlns:a16="http://schemas.microsoft.com/office/drawing/2014/main" id="{0965091B-D712-42AC-844D-24578409DB9A}"/>
                    </a:ext>
                  </a:extLst>
                </p:cNvPr>
                <p:cNvSpPr>
                  <a:spLocks noEditPoints="1"/>
                </p:cNvSpPr>
                <p:nvPr/>
              </p:nvSpPr>
              <p:spPr bwMode="auto">
                <a:xfrm>
                  <a:off x="6108700" y="2066926"/>
                  <a:ext cx="549275" cy="655638"/>
                </a:xfrm>
                <a:custGeom>
                  <a:avLst/>
                  <a:gdLst>
                    <a:gd name="T0" fmla="*/ 54 w 128"/>
                    <a:gd name="T1" fmla="*/ 76 h 154"/>
                    <a:gd name="T2" fmla="*/ 66 w 128"/>
                    <a:gd name="T3" fmla="*/ 53 h 154"/>
                    <a:gd name="T4" fmla="*/ 49 w 128"/>
                    <a:gd name="T5" fmla="*/ 47 h 154"/>
                    <a:gd name="T6" fmla="*/ 64 w 128"/>
                    <a:gd name="T7" fmla="*/ 44 h 154"/>
                    <a:gd name="T8" fmla="*/ 83 w 128"/>
                    <a:gd name="T9" fmla="*/ 6 h 154"/>
                    <a:gd name="T10" fmla="*/ 91 w 128"/>
                    <a:gd name="T11" fmla="*/ 11 h 154"/>
                    <a:gd name="T12" fmla="*/ 96 w 128"/>
                    <a:gd name="T13" fmla="*/ 36 h 154"/>
                    <a:gd name="T14" fmla="*/ 106 w 128"/>
                    <a:gd name="T15" fmla="*/ 41 h 154"/>
                    <a:gd name="T16" fmla="*/ 82 w 128"/>
                    <a:gd name="T17" fmla="*/ 50 h 154"/>
                    <a:gd name="T18" fmla="*/ 71 w 128"/>
                    <a:gd name="T19" fmla="*/ 65 h 154"/>
                    <a:gd name="T20" fmla="*/ 110 w 128"/>
                    <a:gd name="T21" fmla="*/ 74 h 154"/>
                    <a:gd name="T22" fmla="*/ 101 w 128"/>
                    <a:gd name="T23" fmla="*/ 87 h 154"/>
                    <a:gd name="T24" fmla="*/ 111 w 128"/>
                    <a:gd name="T25" fmla="*/ 98 h 154"/>
                    <a:gd name="T26" fmla="*/ 92 w 128"/>
                    <a:gd name="T27" fmla="*/ 104 h 154"/>
                    <a:gd name="T28" fmla="*/ 86 w 128"/>
                    <a:gd name="T29" fmla="*/ 116 h 154"/>
                    <a:gd name="T30" fmla="*/ 124 w 128"/>
                    <a:gd name="T31" fmla="*/ 112 h 154"/>
                    <a:gd name="T32" fmla="*/ 120 w 128"/>
                    <a:gd name="T33" fmla="*/ 122 h 154"/>
                    <a:gd name="T34" fmla="*/ 111 w 128"/>
                    <a:gd name="T35" fmla="*/ 144 h 154"/>
                    <a:gd name="T36" fmla="*/ 105 w 128"/>
                    <a:gd name="T37" fmla="*/ 153 h 154"/>
                    <a:gd name="T38" fmla="*/ 55 w 128"/>
                    <a:gd name="T39" fmla="*/ 129 h 154"/>
                    <a:gd name="T40" fmla="*/ 53 w 128"/>
                    <a:gd name="T41" fmla="*/ 121 h 154"/>
                    <a:gd name="T42" fmla="*/ 61 w 128"/>
                    <a:gd name="T43" fmla="*/ 125 h 154"/>
                    <a:gd name="T44" fmla="*/ 94 w 128"/>
                    <a:gd name="T45" fmla="*/ 140 h 154"/>
                    <a:gd name="T46" fmla="*/ 85 w 128"/>
                    <a:gd name="T47" fmla="*/ 127 h 154"/>
                    <a:gd name="T48" fmla="*/ 71 w 128"/>
                    <a:gd name="T49" fmla="*/ 108 h 154"/>
                    <a:gd name="T50" fmla="*/ 52 w 128"/>
                    <a:gd name="T51" fmla="*/ 113 h 154"/>
                    <a:gd name="T52" fmla="*/ 38 w 128"/>
                    <a:gd name="T53" fmla="*/ 97 h 154"/>
                    <a:gd name="T54" fmla="*/ 51 w 128"/>
                    <a:gd name="T55" fmla="*/ 97 h 154"/>
                    <a:gd name="T56" fmla="*/ 34 w 128"/>
                    <a:gd name="T57" fmla="*/ 93 h 154"/>
                    <a:gd name="T58" fmla="*/ 35 w 128"/>
                    <a:gd name="T59" fmla="*/ 105 h 154"/>
                    <a:gd name="T60" fmla="*/ 26 w 128"/>
                    <a:gd name="T61" fmla="*/ 154 h 154"/>
                    <a:gd name="T62" fmla="*/ 20 w 128"/>
                    <a:gd name="T63" fmla="*/ 118 h 154"/>
                    <a:gd name="T64" fmla="*/ 0 w 128"/>
                    <a:gd name="T65" fmla="*/ 103 h 154"/>
                    <a:gd name="T66" fmla="*/ 19 w 128"/>
                    <a:gd name="T67" fmla="*/ 72 h 154"/>
                    <a:gd name="T68" fmla="*/ 25 w 128"/>
                    <a:gd name="T69" fmla="*/ 51 h 154"/>
                    <a:gd name="T70" fmla="*/ 39 w 128"/>
                    <a:gd name="T71" fmla="*/ 14 h 154"/>
                    <a:gd name="T72" fmla="*/ 51 w 128"/>
                    <a:gd name="T73" fmla="*/ 24 h 154"/>
                    <a:gd name="T74" fmla="*/ 39 w 128"/>
                    <a:gd name="T75" fmla="*/ 44 h 154"/>
                    <a:gd name="T76" fmla="*/ 48 w 128"/>
                    <a:gd name="T77" fmla="*/ 73 h 154"/>
                    <a:gd name="T78" fmla="*/ 81 w 128"/>
                    <a:gd name="T79" fmla="*/ 90 h 154"/>
                    <a:gd name="T80" fmla="*/ 92 w 128"/>
                    <a:gd name="T81" fmla="*/ 71 h 154"/>
                    <a:gd name="T82" fmla="*/ 81 w 128"/>
                    <a:gd name="T83" fmla="*/ 80 h 154"/>
                    <a:gd name="T84" fmla="*/ 76 w 128"/>
                    <a:gd name="T85" fmla="*/ 73 h 154"/>
                    <a:gd name="T86" fmla="*/ 67 w 128"/>
                    <a:gd name="T87" fmla="*/ 79 h 154"/>
                    <a:gd name="T88" fmla="*/ 76 w 128"/>
                    <a:gd name="T89" fmla="*/ 73 h 154"/>
                    <a:gd name="T90" fmla="*/ 56 w 128"/>
                    <a:gd name="T91" fmla="*/ 88 h 154"/>
                    <a:gd name="T92" fmla="*/ 63 w 128"/>
                    <a:gd name="T93" fmla="*/ 81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28" h="154">
                      <a:moveTo>
                        <a:pt x="48" y="73"/>
                      </a:moveTo>
                      <a:cubicBezTo>
                        <a:pt x="50" y="74"/>
                        <a:pt x="52" y="75"/>
                        <a:pt x="54" y="76"/>
                      </a:cubicBezTo>
                      <a:cubicBezTo>
                        <a:pt x="57" y="74"/>
                        <a:pt x="60" y="72"/>
                        <a:pt x="63" y="70"/>
                      </a:cubicBezTo>
                      <a:cubicBezTo>
                        <a:pt x="58" y="63"/>
                        <a:pt x="65" y="59"/>
                        <a:pt x="66" y="53"/>
                      </a:cubicBezTo>
                      <a:cubicBezTo>
                        <a:pt x="63" y="53"/>
                        <a:pt x="59" y="53"/>
                        <a:pt x="56" y="52"/>
                      </a:cubicBezTo>
                      <a:cubicBezTo>
                        <a:pt x="54" y="51"/>
                        <a:pt x="51" y="49"/>
                        <a:pt x="49" y="47"/>
                      </a:cubicBezTo>
                      <a:cubicBezTo>
                        <a:pt x="49" y="46"/>
                        <a:pt x="50" y="46"/>
                        <a:pt x="50" y="46"/>
                      </a:cubicBezTo>
                      <a:cubicBezTo>
                        <a:pt x="55" y="45"/>
                        <a:pt x="59" y="45"/>
                        <a:pt x="64" y="44"/>
                      </a:cubicBezTo>
                      <a:cubicBezTo>
                        <a:pt x="68" y="44"/>
                        <a:pt x="70" y="42"/>
                        <a:pt x="71" y="38"/>
                      </a:cubicBezTo>
                      <a:cubicBezTo>
                        <a:pt x="75" y="27"/>
                        <a:pt x="79" y="16"/>
                        <a:pt x="83" y="6"/>
                      </a:cubicBezTo>
                      <a:cubicBezTo>
                        <a:pt x="84" y="3"/>
                        <a:pt x="84" y="0"/>
                        <a:pt x="88" y="2"/>
                      </a:cubicBezTo>
                      <a:cubicBezTo>
                        <a:pt x="92" y="4"/>
                        <a:pt x="94" y="9"/>
                        <a:pt x="91" y="11"/>
                      </a:cubicBezTo>
                      <a:cubicBezTo>
                        <a:pt x="83" y="19"/>
                        <a:pt x="83" y="30"/>
                        <a:pt x="80" y="41"/>
                      </a:cubicBezTo>
                      <a:cubicBezTo>
                        <a:pt x="85" y="39"/>
                        <a:pt x="91" y="37"/>
                        <a:pt x="96" y="36"/>
                      </a:cubicBezTo>
                      <a:cubicBezTo>
                        <a:pt x="98" y="35"/>
                        <a:pt x="101" y="35"/>
                        <a:pt x="102" y="36"/>
                      </a:cubicBezTo>
                      <a:cubicBezTo>
                        <a:pt x="104" y="37"/>
                        <a:pt x="106" y="39"/>
                        <a:pt x="106" y="41"/>
                      </a:cubicBezTo>
                      <a:cubicBezTo>
                        <a:pt x="106" y="42"/>
                        <a:pt x="105" y="44"/>
                        <a:pt x="103" y="44"/>
                      </a:cubicBezTo>
                      <a:cubicBezTo>
                        <a:pt x="96" y="46"/>
                        <a:pt x="89" y="48"/>
                        <a:pt x="82" y="50"/>
                      </a:cubicBezTo>
                      <a:cubicBezTo>
                        <a:pt x="78" y="50"/>
                        <a:pt x="77" y="51"/>
                        <a:pt x="76" y="54"/>
                      </a:cubicBezTo>
                      <a:cubicBezTo>
                        <a:pt x="74" y="58"/>
                        <a:pt x="73" y="61"/>
                        <a:pt x="71" y="65"/>
                      </a:cubicBezTo>
                      <a:cubicBezTo>
                        <a:pt x="82" y="63"/>
                        <a:pt x="92" y="62"/>
                        <a:pt x="102" y="66"/>
                      </a:cubicBezTo>
                      <a:cubicBezTo>
                        <a:pt x="106" y="67"/>
                        <a:pt x="110" y="69"/>
                        <a:pt x="110" y="74"/>
                      </a:cubicBezTo>
                      <a:cubicBezTo>
                        <a:pt x="111" y="79"/>
                        <a:pt x="109" y="83"/>
                        <a:pt x="104" y="85"/>
                      </a:cubicBezTo>
                      <a:cubicBezTo>
                        <a:pt x="103" y="85"/>
                        <a:pt x="102" y="86"/>
                        <a:pt x="101" y="87"/>
                      </a:cubicBezTo>
                      <a:cubicBezTo>
                        <a:pt x="103" y="88"/>
                        <a:pt x="105" y="88"/>
                        <a:pt x="106" y="89"/>
                      </a:cubicBezTo>
                      <a:cubicBezTo>
                        <a:pt x="110" y="91"/>
                        <a:pt x="112" y="94"/>
                        <a:pt x="111" y="98"/>
                      </a:cubicBezTo>
                      <a:cubicBezTo>
                        <a:pt x="110" y="102"/>
                        <a:pt x="107" y="103"/>
                        <a:pt x="104" y="103"/>
                      </a:cubicBezTo>
                      <a:cubicBezTo>
                        <a:pt x="100" y="103"/>
                        <a:pt x="96" y="104"/>
                        <a:pt x="92" y="104"/>
                      </a:cubicBezTo>
                      <a:cubicBezTo>
                        <a:pt x="86" y="105"/>
                        <a:pt x="81" y="111"/>
                        <a:pt x="82" y="117"/>
                      </a:cubicBezTo>
                      <a:cubicBezTo>
                        <a:pt x="83" y="117"/>
                        <a:pt x="85" y="117"/>
                        <a:pt x="86" y="116"/>
                      </a:cubicBezTo>
                      <a:cubicBezTo>
                        <a:pt x="95" y="111"/>
                        <a:pt x="104" y="109"/>
                        <a:pt x="114" y="109"/>
                      </a:cubicBezTo>
                      <a:cubicBezTo>
                        <a:pt x="118" y="110"/>
                        <a:pt x="121" y="111"/>
                        <a:pt x="124" y="112"/>
                      </a:cubicBezTo>
                      <a:cubicBezTo>
                        <a:pt x="128" y="114"/>
                        <a:pt x="128" y="117"/>
                        <a:pt x="126" y="120"/>
                      </a:cubicBezTo>
                      <a:cubicBezTo>
                        <a:pt x="125" y="123"/>
                        <a:pt x="122" y="123"/>
                        <a:pt x="120" y="122"/>
                      </a:cubicBezTo>
                      <a:cubicBezTo>
                        <a:pt x="111" y="118"/>
                        <a:pt x="104" y="120"/>
                        <a:pt x="97" y="123"/>
                      </a:cubicBezTo>
                      <a:cubicBezTo>
                        <a:pt x="101" y="130"/>
                        <a:pt x="106" y="137"/>
                        <a:pt x="111" y="144"/>
                      </a:cubicBezTo>
                      <a:cubicBezTo>
                        <a:pt x="112" y="146"/>
                        <a:pt x="112" y="150"/>
                        <a:pt x="111" y="152"/>
                      </a:cubicBezTo>
                      <a:cubicBezTo>
                        <a:pt x="111" y="153"/>
                        <a:pt x="107" y="153"/>
                        <a:pt x="105" y="153"/>
                      </a:cubicBezTo>
                      <a:cubicBezTo>
                        <a:pt x="91" y="150"/>
                        <a:pt x="77" y="146"/>
                        <a:pt x="66" y="138"/>
                      </a:cubicBezTo>
                      <a:cubicBezTo>
                        <a:pt x="62" y="135"/>
                        <a:pt x="59" y="132"/>
                        <a:pt x="55" y="129"/>
                      </a:cubicBezTo>
                      <a:cubicBezTo>
                        <a:pt x="54" y="128"/>
                        <a:pt x="53" y="127"/>
                        <a:pt x="53" y="126"/>
                      </a:cubicBezTo>
                      <a:cubicBezTo>
                        <a:pt x="53" y="124"/>
                        <a:pt x="53" y="122"/>
                        <a:pt x="53" y="121"/>
                      </a:cubicBezTo>
                      <a:cubicBezTo>
                        <a:pt x="55" y="121"/>
                        <a:pt x="57" y="121"/>
                        <a:pt x="58" y="121"/>
                      </a:cubicBezTo>
                      <a:cubicBezTo>
                        <a:pt x="59" y="122"/>
                        <a:pt x="60" y="123"/>
                        <a:pt x="61" y="125"/>
                      </a:cubicBezTo>
                      <a:cubicBezTo>
                        <a:pt x="70" y="134"/>
                        <a:pt x="80" y="139"/>
                        <a:pt x="92" y="140"/>
                      </a:cubicBezTo>
                      <a:cubicBezTo>
                        <a:pt x="93" y="140"/>
                        <a:pt x="93" y="140"/>
                        <a:pt x="94" y="140"/>
                      </a:cubicBezTo>
                      <a:cubicBezTo>
                        <a:pt x="92" y="136"/>
                        <a:pt x="90" y="132"/>
                        <a:pt x="88" y="128"/>
                      </a:cubicBezTo>
                      <a:cubicBezTo>
                        <a:pt x="88" y="128"/>
                        <a:pt x="86" y="127"/>
                        <a:pt x="85" y="127"/>
                      </a:cubicBezTo>
                      <a:cubicBezTo>
                        <a:pt x="71" y="126"/>
                        <a:pt x="70" y="124"/>
                        <a:pt x="71" y="111"/>
                      </a:cubicBezTo>
                      <a:cubicBezTo>
                        <a:pt x="71" y="110"/>
                        <a:pt x="71" y="109"/>
                        <a:pt x="71" y="108"/>
                      </a:cubicBezTo>
                      <a:cubicBezTo>
                        <a:pt x="68" y="109"/>
                        <a:pt x="65" y="109"/>
                        <a:pt x="62" y="110"/>
                      </a:cubicBezTo>
                      <a:cubicBezTo>
                        <a:pt x="59" y="111"/>
                        <a:pt x="55" y="112"/>
                        <a:pt x="52" y="113"/>
                      </a:cubicBezTo>
                      <a:cubicBezTo>
                        <a:pt x="48" y="114"/>
                        <a:pt x="44" y="115"/>
                        <a:pt x="41" y="111"/>
                      </a:cubicBezTo>
                      <a:cubicBezTo>
                        <a:pt x="37" y="107"/>
                        <a:pt x="37" y="102"/>
                        <a:pt x="38" y="97"/>
                      </a:cubicBezTo>
                      <a:cubicBezTo>
                        <a:pt x="38" y="96"/>
                        <a:pt x="40" y="96"/>
                        <a:pt x="42" y="96"/>
                      </a:cubicBezTo>
                      <a:cubicBezTo>
                        <a:pt x="45" y="96"/>
                        <a:pt x="48" y="96"/>
                        <a:pt x="51" y="97"/>
                      </a:cubicBezTo>
                      <a:cubicBezTo>
                        <a:pt x="48" y="90"/>
                        <a:pt x="46" y="84"/>
                        <a:pt x="43" y="78"/>
                      </a:cubicBezTo>
                      <a:cubicBezTo>
                        <a:pt x="40" y="83"/>
                        <a:pt x="37" y="88"/>
                        <a:pt x="34" y="93"/>
                      </a:cubicBezTo>
                      <a:cubicBezTo>
                        <a:pt x="33" y="94"/>
                        <a:pt x="33" y="96"/>
                        <a:pt x="34" y="98"/>
                      </a:cubicBezTo>
                      <a:cubicBezTo>
                        <a:pt x="34" y="100"/>
                        <a:pt x="35" y="103"/>
                        <a:pt x="35" y="105"/>
                      </a:cubicBezTo>
                      <a:cubicBezTo>
                        <a:pt x="32" y="121"/>
                        <a:pt x="29" y="136"/>
                        <a:pt x="27" y="151"/>
                      </a:cubicBezTo>
                      <a:cubicBezTo>
                        <a:pt x="26" y="152"/>
                        <a:pt x="26" y="153"/>
                        <a:pt x="26" y="154"/>
                      </a:cubicBezTo>
                      <a:cubicBezTo>
                        <a:pt x="17" y="153"/>
                        <a:pt x="14" y="149"/>
                        <a:pt x="15" y="141"/>
                      </a:cubicBezTo>
                      <a:cubicBezTo>
                        <a:pt x="17" y="134"/>
                        <a:pt x="18" y="126"/>
                        <a:pt x="20" y="118"/>
                      </a:cubicBezTo>
                      <a:cubicBezTo>
                        <a:pt x="15" y="123"/>
                        <a:pt x="12" y="122"/>
                        <a:pt x="7" y="118"/>
                      </a:cubicBezTo>
                      <a:cubicBezTo>
                        <a:pt x="3" y="114"/>
                        <a:pt x="0" y="109"/>
                        <a:pt x="0" y="103"/>
                      </a:cubicBezTo>
                      <a:cubicBezTo>
                        <a:pt x="0" y="102"/>
                        <a:pt x="1" y="101"/>
                        <a:pt x="1" y="100"/>
                      </a:cubicBezTo>
                      <a:cubicBezTo>
                        <a:pt x="7" y="91"/>
                        <a:pt x="14" y="82"/>
                        <a:pt x="19" y="72"/>
                      </a:cubicBezTo>
                      <a:cubicBezTo>
                        <a:pt x="22" y="67"/>
                        <a:pt x="24" y="61"/>
                        <a:pt x="26" y="55"/>
                      </a:cubicBezTo>
                      <a:cubicBezTo>
                        <a:pt x="27" y="54"/>
                        <a:pt x="25" y="53"/>
                        <a:pt x="25" y="51"/>
                      </a:cubicBezTo>
                      <a:cubicBezTo>
                        <a:pt x="18" y="43"/>
                        <a:pt x="18" y="39"/>
                        <a:pt x="23" y="30"/>
                      </a:cubicBezTo>
                      <a:cubicBezTo>
                        <a:pt x="27" y="23"/>
                        <a:pt x="32" y="17"/>
                        <a:pt x="39" y="14"/>
                      </a:cubicBezTo>
                      <a:cubicBezTo>
                        <a:pt x="45" y="11"/>
                        <a:pt x="50" y="12"/>
                        <a:pt x="53" y="16"/>
                      </a:cubicBezTo>
                      <a:cubicBezTo>
                        <a:pt x="56" y="20"/>
                        <a:pt x="56" y="22"/>
                        <a:pt x="51" y="24"/>
                      </a:cubicBezTo>
                      <a:cubicBezTo>
                        <a:pt x="44" y="26"/>
                        <a:pt x="41" y="31"/>
                        <a:pt x="37" y="36"/>
                      </a:cubicBezTo>
                      <a:cubicBezTo>
                        <a:pt x="36" y="39"/>
                        <a:pt x="36" y="42"/>
                        <a:pt x="39" y="44"/>
                      </a:cubicBezTo>
                      <a:cubicBezTo>
                        <a:pt x="41" y="45"/>
                        <a:pt x="42" y="47"/>
                        <a:pt x="43" y="48"/>
                      </a:cubicBezTo>
                      <a:cubicBezTo>
                        <a:pt x="52" y="58"/>
                        <a:pt x="54" y="62"/>
                        <a:pt x="48" y="73"/>
                      </a:cubicBezTo>
                      <a:close/>
                      <a:moveTo>
                        <a:pt x="79" y="89"/>
                      </a:moveTo>
                      <a:cubicBezTo>
                        <a:pt x="80" y="89"/>
                        <a:pt x="80" y="90"/>
                        <a:pt x="81" y="90"/>
                      </a:cubicBezTo>
                      <a:cubicBezTo>
                        <a:pt x="85" y="86"/>
                        <a:pt x="90" y="81"/>
                        <a:pt x="95" y="76"/>
                      </a:cubicBezTo>
                      <a:cubicBezTo>
                        <a:pt x="97" y="73"/>
                        <a:pt x="95" y="71"/>
                        <a:pt x="92" y="71"/>
                      </a:cubicBezTo>
                      <a:cubicBezTo>
                        <a:pt x="88" y="71"/>
                        <a:pt x="85" y="71"/>
                        <a:pt x="81" y="71"/>
                      </a:cubicBezTo>
                      <a:cubicBezTo>
                        <a:pt x="81" y="75"/>
                        <a:pt x="81" y="77"/>
                        <a:pt x="81" y="80"/>
                      </a:cubicBezTo>
                      <a:cubicBezTo>
                        <a:pt x="81" y="83"/>
                        <a:pt x="80" y="86"/>
                        <a:pt x="79" y="89"/>
                      </a:cubicBezTo>
                      <a:close/>
                      <a:moveTo>
                        <a:pt x="76" y="73"/>
                      </a:moveTo>
                      <a:cubicBezTo>
                        <a:pt x="73" y="74"/>
                        <a:pt x="71" y="75"/>
                        <a:pt x="69" y="77"/>
                      </a:cubicBezTo>
                      <a:cubicBezTo>
                        <a:pt x="68" y="77"/>
                        <a:pt x="67" y="78"/>
                        <a:pt x="67" y="79"/>
                      </a:cubicBezTo>
                      <a:cubicBezTo>
                        <a:pt x="67" y="84"/>
                        <a:pt x="68" y="88"/>
                        <a:pt x="68" y="92"/>
                      </a:cubicBezTo>
                      <a:cubicBezTo>
                        <a:pt x="74" y="91"/>
                        <a:pt x="77" y="83"/>
                        <a:pt x="76" y="73"/>
                      </a:cubicBezTo>
                      <a:close/>
                      <a:moveTo>
                        <a:pt x="63" y="81"/>
                      </a:moveTo>
                      <a:cubicBezTo>
                        <a:pt x="55" y="84"/>
                        <a:pt x="54" y="85"/>
                        <a:pt x="56" y="88"/>
                      </a:cubicBezTo>
                      <a:cubicBezTo>
                        <a:pt x="58" y="94"/>
                        <a:pt x="60" y="95"/>
                        <a:pt x="65" y="93"/>
                      </a:cubicBezTo>
                      <a:cubicBezTo>
                        <a:pt x="64" y="89"/>
                        <a:pt x="63" y="85"/>
                        <a:pt x="63" y="8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6" name="Freeform 14">
                  <a:extLst>
                    <a:ext uri="{FF2B5EF4-FFF2-40B4-BE49-F238E27FC236}">
                      <a16:creationId xmlns:a16="http://schemas.microsoft.com/office/drawing/2014/main" id="{EDF1A89C-87D3-4066-B020-1AF4B9A41344}"/>
                    </a:ext>
                  </a:extLst>
                </p:cNvPr>
                <p:cNvSpPr>
                  <a:spLocks/>
                </p:cNvSpPr>
                <p:nvPr/>
              </p:nvSpPr>
              <p:spPr bwMode="auto">
                <a:xfrm>
                  <a:off x="6259513" y="2578101"/>
                  <a:ext cx="68263" cy="182563"/>
                </a:xfrm>
                <a:custGeom>
                  <a:avLst/>
                  <a:gdLst>
                    <a:gd name="T0" fmla="*/ 9 w 16"/>
                    <a:gd name="T1" fmla="*/ 0 h 43"/>
                    <a:gd name="T2" fmla="*/ 15 w 16"/>
                    <a:gd name="T3" fmla="*/ 11 h 43"/>
                    <a:gd name="T4" fmla="*/ 9 w 16"/>
                    <a:gd name="T5" fmla="*/ 43 h 43"/>
                    <a:gd name="T6" fmla="*/ 2 w 16"/>
                    <a:gd name="T7" fmla="*/ 39 h 43"/>
                    <a:gd name="T8" fmla="*/ 0 w 16"/>
                    <a:gd name="T9" fmla="*/ 35 h 43"/>
                    <a:gd name="T10" fmla="*/ 9 w 16"/>
                    <a:gd name="T11" fmla="*/ 0 h 43"/>
                  </a:gdLst>
                  <a:ahLst/>
                  <a:cxnLst>
                    <a:cxn ang="0">
                      <a:pos x="T0" y="T1"/>
                    </a:cxn>
                    <a:cxn ang="0">
                      <a:pos x="T2" y="T3"/>
                    </a:cxn>
                    <a:cxn ang="0">
                      <a:pos x="T4" y="T5"/>
                    </a:cxn>
                    <a:cxn ang="0">
                      <a:pos x="T6" y="T7"/>
                    </a:cxn>
                    <a:cxn ang="0">
                      <a:pos x="T8" y="T9"/>
                    </a:cxn>
                    <a:cxn ang="0">
                      <a:pos x="T10" y="T11"/>
                    </a:cxn>
                  </a:cxnLst>
                  <a:rect l="0" t="0" r="r" b="b"/>
                  <a:pathLst>
                    <a:path w="16" h="43">
                      <a:moveTo>
                        <a:pt x="9" y="0"/>
                      </a:moveTo>
                      <a:cubicBezTo>
                        <a:pt x="15" y="3"/>
                        <a:pt x="16" y="6"/>
                        <a:pt x="15" y="11"/>
                      </a:cubicBezTo>
                      <a:cubicBezTo>
                        <a:pt x="12" y="21"/>
                        <a:pt x="11" y="32"/>
                        <a:pt x="9" y="43"/>
                      </a:cubicBezTo>
                      <a:cubicBezTo>
                        <a:pt x="6" y="41"/>
                        <a:pt x="4" y="40"/>
                        <a:pt x="2" y="39"/>
                      </a:cubicBezTo>
                      <a:cubicBezTo>
                        <a:pt x="1" y="38"/>
                        <a:pt x="0" y="37"/>
                        <a:pt x="0" y="35"/>
                      </a:cubicBezTo>
                      <a:cubicBezTo>
                        <a:pt x="3" y="24"/>
                        <a:pt x="6" y="12"/>
                        <a:pt x="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29" name="组合 28">
                <a:extLst>
                  <a:ext uri="{FF2B5EF4-FFF2-40B4-BE49-F238E27FC236}">
                    <a16:creationId xmlns:a16="http://schemas.microsoft.com/office/drawing/2014/main" id="{CD1C2EA2-DECB-4C4E-997D-8417E76BE944}"/>
                  </a:ext>
                </a:extLst>
              </p:cNvPr>
              <p:cNvGrpSpPr/>
              <p:nvPr/>
            </p:nvGrpSpPr>
            <p:grpSpPr>
              <a:xfrm>
                <a:off x="7532962" y="2451100"/>
                <a:ext cx="368300" cy="317500"/>
                <a:chOff x="6186488" y="2930526"/>
                <a:chExt cx="368300" cy="317500"/>
              </a:xfrm>
              <a:grpFill/>
            </p:grpSpPr>
            <p:sp>
              <p:nvSpPr>
                <p:cNvPr id="32" name="Freeform 18">
                  <a:extLst>
                    <a:ext uri="{FF2B5EF4-FFF2-40B4-BE49-F238E27FC236}">
                      <a16:creationId xmlns:a16="http://schemas.microsoft.com/office/drawing/2014/main" id="{58E0037C-7932-4788-ADA9-47256329EEB7}"/>
                    </a:ext>
                  </a:extLst>
                </p:cNvPr>
                <p:cNvSpPr>
                  <a:spLocks/>
                </p:cNvSpPr>
                <p:nvPr/>
              </p:nvSpPr>
              <p:spPr bwMode="auto">
                <a:xfrm>
                  <a:off x="6310313" y="2930526"/>
                  <a:ext cx="244475" cy="317500"/>
                </a:xfrm>
                <a:custGeom>
                  <a:avLst/>
                  <a:gdLst>
                    <a:gd name="T0" fmla="*/ 49 w 57"/>
                    <a:gd name="T1" fmla="*/ 74 h 75"/>
                    <a:gd name="T2" fmla="*/ 40 w 57"/>
                    <a:gd name="T3" fmla="*/ 67 h 75"/>
                    <a:gd name="T4" fmla="*/ 33 w 57"/>
                    <a:gd name="T5" fmla="*/ 48 h 75"/>
                    <a:gd name="T6" fmla="*/ 27 w 57"/>
                    <a:gd name="T7" fmla="*/ 46 h 75"/>
                    <a:gd name="T8" fmla="*/ 11 w 57"/>
                    <a:gd name="T9" fmla="*/ 60 h 75"/>
                    <a:gd name="T10" fmla="*/ 5 w 57"/>
                    <a:gd name="T11" fmla="*/ 60 h 75"/>
                    <a:gd name="T12" fmla="*/ 6 w 57"/>
                    <a:gd name="T13" fmla="*/ 46 h 75"/>
                    <a:gd name="T14" fmla="*/ 27 w 57"/>
                    <a:gd name="T15" fmla="*/ 26 h 75"/>
                    <a:gd name="T16" fmla="*/ 40 w 57"/>
                    <a:gd name="T17" fmla="*/ 10 h 75"/>
                    <a:gd name="T18" fmla="*/ 41 w 57"/>
                    <a:gd name="T19" fmla="*/ 6 h 75"/>
                    <a:gd name="T20" fmla="*/ 45 w 57"/>
                    <a:gd name="T21" fmla="*/ 0 h 75"/>
                    <a:gd name="T22" fmla="*/ 53 w 57"/>
                    <a:gd name="T23" fmla="*/ 3 h 75"/>
                    <a:gd name="T24" fmla="*/ 53 w 57"/>
                    <a:gd name="T25" fmla="*/ 20 h 75"/>
                    <a:gd name="T26" fmla="*/ 37 w 57"/>
                    <a:gd name="T27" fmla="*/ 38 h 75"/>
                    <a:gd name="T28" fmla="*/ 49 w 57"/>
                    <a:gd name="T29" fmla="*/ 74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7" h="75">
                      <a:moveTo>
                        <a:pt x="49" y="74"/>
                      </a:moveTo>
                      <a:cubicBezTo>
                        <a:pt x="43" y="75"/>
                        <a:pt x="41" y="72"/>
                        <a:pt x="40" y="67"/>
                      </a:cubicBezTo>
                      <a:cubicBezTo>
                        <a:pt x="38" y="61"/>
                        <a:pt x="35" y="54"/>
                        <a:pt x="33" y="48"/>
                      </a:cubicBezTo>
                      <a:cubicBezTo>
                        <a:pt x="32" y="45"/>
                        <a:pt x="30" y="44"/>
                        <a:pt x="27" y="46"/>
                      </a:cubicBezTo>
                      <a:cubicBezTo>
                        <a:pt x="22" y="51"/>
                        <a:pt x="16" y="55"/>
                        <a:pt x="11" y="60"/>
                      </a:cubicBezTo>
                      <a:cubicBezTo>
                        <a:pt x="8" y="63"/>
                        <a:pt x="7" y="62"/>
                        <a:pt x="5" y="60"/>
                      </a:cubicBezTo>
                      <a:cubicBezTo>
                        <a:pt x="0" y="54"/>
                        <a:pt x="0" y="51"/>
                        <a:pt x="6" y="46"/>
                      </a:cubicBezTo>
                      <a:cubicBezTo>
                        <a:pt x="13" y="39"/>
                        <a:pt x="20" y="33"/>
                        <a:pt x="27" y="26"/>
                      </a:cubicBezTo>
                      <a:cubicBezTo>
                        <a:pt x="32" y="21"/>
                        <a:pt x="36" y="15"/>
                        <a:pt x="40" y="10"/>
                      </a:cubicBezTo>
                      <a:cubicBezTo>
                        <a:pt x="40" y="9"/>
                        <a:pt x="41" y="7"/>
                        <a:pt x="41" y="6"/>
                      </a:cubicBezTo>
                      <a:cubicBezTo>
                        <a:pt x="40" y="3"/>
                        <a:pt x="42" y="0"/>
                        <a:pt x="45" y="0"/>
                      </a:cubicBezTo>
                      <a:cubicBezTo>
                        <a:pt x="48" y="0"/>
                        <a:pt x="51" y="1"/>
                        <a:pt x="53" y="3"/>
                      </a:cubicBezTo>
                      <a:cubicBezTo>
                        <a:pt x="57" y="6"/>
                        <a:pt x="57" y="16"/>
                        <a:pt x="53" y="20"/>
                      </a:cubicBezTo>
                      <a:cubicBezTo>
                        <a:pt x="48" y="26"/>
                        <a:pt x="42" y="32"/>
                        <a:pt x="37" y="38"/>
                      </a:cubicBezTo>
                      <a:cubicBezTo>
                        <a:pt x="44" y="49"/>
                        <a:pt x="49" y="61"/>
                        <a:pt x="49" y="7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3" name="Freeform 19">
                  <a:extLst>
                    <a:ext uri="{FF2B5EF4-FFF2-40B4-BE49-F238E27FC236}">
                      <a16:creationId xmlns:a16="http://schemas.microsoft.com/office/drawing/2014/main" id="{B78F413E-1D51-491F-A6EC-02810949F837}"/>
                    </a:ext>
                  </a:extLst>
                </p:cNvPr>
                <p:cNvSpPr>
                  <a:spLocks/>
                </p:cNvSpPr>
                <p:nvPr/>
              </p:nvSpPr>
              <p:spPr bwMode="auto">
                <a:xfrm>
                  <a:off x="6186488" y="3009901"/>
                  <a:ext cx="123825" cy="234950"/>
                </a:xfrm>
                <a:custGeom>
                  <a:avLst/>
                  <a:gdLst>
                    <a:gd name="T0" fmla="*/ 12 w 29"/>
                    <a:gd name="T1" fmla="*/ 30 h 55"/>
                    <a:gd name="T2" fmla="*/ 20 w 29"/>
                    <a:gd name="T3" fmla="*/ 7 h 55"/>
                    <a:gd name="T4" fmla="*/ 25 w 29"/>
                    <a:gd name="T5" fmla="*/ 1 h 55"/>
                    <a:gd name="T6" fmla="*/ 26 w 29"/>
                    <a:gd name="T7" fmla="*/ 9 h 55"/>
                    <a:gd name="T8" fmla="*/ 16 w 29"/>
                    <a:gd name="T9" fmla="*/ 39 h 55"/>
                    <a:gd name="T10" fmla="*/ 13 w 29"/>
                    <a:gd name="T11" fmla="*/ 52 h 55"/>
                    <a:gd name="T12" fmla="*/ 7 w 29"/>
                    <a:gd name="T13" fmla="*/ 54 h 55"/>
                    <a:gd name="T14" fmla="*/ 2 w 29"/>
                    <a:gd name="T15" fmla="*/ 41 h 55"/>
                    <a:gd name="T16" fmla="*/ 3 w 29"/>
                    <a:gd name="T17" fmla="*/ 32 h 55"/>
                    <a:gd name="T18" fmla="*/ 2 w 29"/>
                    <a:gd name="T19" fmla="*/ 6 h 55"/>
                    <a:gd name="T20" fmla="*/ 6 w 29"/>
                    <a:gd name="T21" fmla="*/ 5 h 55"/>
                    <a:gd name="T22" fmla="*/ 10 w 29"/>
                    <a:gd name="T23" fmla="*/ 14 h 55"/>
                    <a:gd name="T24" fmla="*/ 11 w 29"/>
                    <a:gd name="T25" fmla="*/ 30 h 55"/>
                    <a:gd name="T26" fmla="*/ 12 w 29"/>
                    <a:gd name="T27" fmla="*/ 3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55">
                      <a:moveTo>
                        <a:pt x="12" y="30"/>
                      </a:moveTo>
                      <a:cubicBezTo>
                        <a:pt x="15" y="23"/>
                        <a:pt x="17" y="15"/>
                        <a:pt x="20" y="7"/>
                      </a:cubicBezTo>
                      <a:cubicBezTo>
                        <a:pt x="21" y="5"/>
                        <a:pt x="21" y="0"/>
                        <a:pt x="25" y="1"/>
                      </a:cubicBezTo>
                      <a:cubicBezTo>
                        <a:pt x="29" y="2"/>
                        <a:pt x="27" y="6"/>
                        <a:pt x="26" y="9"/>
                      </a:cubicBezTo>
                      <a:cubicBezTo>
                        <a:pt x="23" y="19"/>
                        <a:pt x="19" y="29"/>
                        <a:pt x="16" y="39"/>
                      </a:cubicBezTo>
                      <a:cubicBezTo>
                        <a:pt x="15" y="43"/>
                        <a:pt x="14" y="48"/>
                        <a:pt x="13" y="52"/>
                      </a:cubicBezTo>
                      <a:cubicBezTo>
                        <a:pt x="12" y="55"/>
                        <a:pt x="10" y="55"/>
                        <a:pt x="7" y="54"/>
                      </a:cubicBezTo>
                      <a:cubicBezTo>
                        <a:pt x="1" y="50"/>
                        <a:pt x="0" y="49"/>
                        <a:pt x="2" y="41"/>
                      </a:cubicBezTo>
                      <a:cubicBezTo>
                        <a:pt x="3" y="38"/>
                        <a:pt x="3" y="35"/>
                        <a:pt x="3" y="32"/>
                      </a:cubicBezTo>
                      <a:cubicBezTo>
                        <a:pt x="3" y="23"/>
                        <a:pt x="2" y="15"/>
                        <a:pt x="2" y="6"/>
                      </a:cubicBezTo>
                      <a:cubicBezTo>
                        <a:pt x="2" y="3"/>
                        <a:pt x="5" y="3"/>
                        <a:pt x="6" y="5"/>
                      </a:cubicBezTo>
                      <a:cubicBezTo>
                        <a:pt x="8" y="7"/>
                        <a:pt x="10" y="11"/>
                        <a:pt x="10" y="14"/>
                      </a:cubicBezTo>
                      <a:cubicBezTo>
                        <a:pt x="11" y="19"/>
                        <a:pt x="11" y="25"/>
                        <a:pt x="11" y="30"/>
                      </a:cubicBezTo>
                      <a:cubicBezTo>
                        <a:pt x="11" y="30"/>
                        <a:pt x="12" y="30"/>
                        <a:pt x="12"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4" name="Freeform 20">
                  <a:extLst>
                    <a:ext uri="{FF2B5EF4-FFF2-40B4-BE49-F238E27FC236}">
                      <a16:creationId xmlns:a16="http://schemas.microsoft.com/office/drawing/2014/main" id="{28D425C4-CE02-4413-BBE1-2E9FA0CC0E90}"/>
                    </a:ext>
                  </a:extLst>
                </p:cNvPr>
                <p:cNvSpPr>
                  <a:spLocks/>
                </p:cNvSpPr>
                <p:nvPr/>
              </p:nvSpPr>
              <p:spPr bwMode="auto">
                <a:xfrm>
                  <a:off x="6259513" y="2933701"/>
                  <a:ext cx="114300" cy="73025"/>
                </a:xfrm>
                <a:custGeom>
                  <a:avLst/>
                  <a:gdLst>
                    <a:gd name="T0" fmla="*/ 27 w 27"/>
                    <a:gd name="T1" fmla="*/ 1 h 17"/>
                    <a:gd name="T2" fmla="*/ 16 w 27"/>
                    <a:gd name="T3" fmla="*/ 14 h 17"/>
                    <a:gd name="T4" fmla="*/ 5 w 27"/>
                    <a:gd name="T5" fmla="*/ 13 h 17"/>
                    <a:gd name="T6" fmla="*/ 0 w 27"/>
                    <a:gd name="T7" fmla="*/ 4 h 17"/>
                    <a:gd name="T8" fmla="*/ 9 w 27"/>
                    <a:gd name="T9" fmla="*/ 2 h 17"/>
                    <a:gd name="T10" fmla="*/ 27 w 27"/>
                    <a:gd name="T11" fmla="*/ 0 h 17"/>
                    <a:gd name="T12" fmla="*/ 27 w 27"/>
                    <a:gd name="T13" fmla="*/ 1 h 17"/>
                  </a:gdLst>
                  <a:ahLst/>
                  <a:cxnLst>
                    <a:cxn ang="0">
                      <a:pos x="T0" y="T1"/>
                    </a:cxn>
                    <a:cxn ang="0">
                      <a:pos x="T2" y="T3"/>
                    </a:cxn>
                    <a:cxn ang="0">
                      <a:pos x="T4" y="T5"/>
                    </a:cxn>
                    <a:cxn ang="0">
                      <a:pos x="T6" y="T7"/>
                    </a:cxn>
                    <a:cxn ang="0">
                      <a:pos x="T8" y="T9"/>
                    </a:cxn>
                    <a:cxn ang="0">
                      <a:pos x="T10" y="T11"/>
                    </a:cxn>
                    <a:cxn ang="0">
                      <a:pos x="T12" y="T13"/>
                    </a:cxn>
                  </a:cxnLst>
                  <a:rect l="0" t="0" r="r" b="b"/>
                  <a:pathLst>
                    <a:path w="27" h="17">
                      <a:moveTo>
                        <a:pt x="27" y="1"/>
                      </a:moveTo>
                      <a:cubicBezTo>
                        <a:pt x="24" y="6"/>
                        <a:pt x="20" y="10"/>
                        <a:pt x="16" y="14"/>
                      </a:cubicBezTo>
                      <a:cubicBezTo>
                        <a:pt x="14" y="17"/>
                        <a:pt x="8" y="16"/>
                        <a:pt x="5" y="13"/>
                      </a:cubicBezTo>
                      <a:cubicBezTo>
                        <a:pt x="3" y="10"/>
                        <a:pt x="1" y="7"/>
                        <a:pt x="0" y="4"/>
                      </a:cubicBezTo>
                      <a:cubicBezTo>
                        <a:pt x="3" y="3"/>
                        <a:pt x="6" y="2"/>
                        <a:pt x="9" y="2"/>
                      </a:cubicBezTo>
                      <a:cubicBezTo>
                        <a:pt x="15" y="1"/>
                        <a:pt x="21" y="1"/>
                        <a:pt x="27" y="0"/>
                      </a:cubicBezTo>
                      <a:cubicBezTo>
                        <a:pt x="27" y="1"/>
                        <a:pt x="27" y="1"/>
                        <a:pt x="2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sp>
            <p:nvSpPr>
              <p:cNvPr id="30" name="Freeform 11">
                <a:extLst>
                  <a:ext uri="{FF2B5EF4-FFF2-40B4-BE49-F238E27FC236}">
                    <a16:creationId xmlns:a16="http://schemas.microsoft.com/office/drawing/2014/main" id="{9E7CBDC3-9BA0-4307-8967-3267E5966ED9}"/>
                  </a:ext>
                </a:extLst>
              </p:cNvPr>
              <p:cNvSpPr>
                <a:spLocks noEditPoints="1"/>
              </p:cNvSpPr>
              <p:nvPr/>
            </p:nvSpPr>
            <p:spPr bwMode="auto">
              <a:xfrm>
                <a:off x="9065451" y="2270918"/>
                <a:ext cx="439964" cy="615950"/>
              </a:xfrm>
              <a:custGeom>
                <a:avLst/>
                <a:gdLst>
                  <a:gd name="T0" fmla="*/ 29 w 72"/>
                  <a:gd name="T1" fmla="*/ 49 h 102"/>
                  <a:gd name="T2" fmla="*/ 15 w 72"/>
                  <a:gd name="T3" fmla="*/ 43 h 102"/>
                  <a:gd name="T4" fmla="*/ 10 w 72"/>
                  <a:gd name="T5" fmla="*/ 21 h 102"/>
                  <a:gd name="T6" fmla="*/ 13 w 72"/>
                  <a:gd name="T7" fmla="*/ 15 h 102"/>
                  <a:gd name="T8" fmla="*/ 19 w 72"/>
                  <a:gd name="T9" fmla="*/ 18 h 102"/>
                  <a:gd name="T10" fmla="*/ 20 w 72"/>
                  <a:gd name="T11" fmla="*/ 26 h 102"/>
                  <a:gd name="T12" fmla="*/ 35 w 72"/>
                  <a:gd name="T13" fmla="*/ 22 h 102"/>
                  <a:gd name="T14" fmla="*/ 40 w 72"/>
                  <a:gd name="T15" fmla="*/ 16 h 102"/>
                  <a:gd name="T16" fmla="*/ 43 w 72"/>
                  <a:gd name="T17" fmla="*/ 14 h 102"/>
                  <a:gd name="T18" fmla="*/ 44 w 72"/>
                  <a:gd name="T19" fmla="*/ 19 h 102"/>
                  <a:gd name="T20" fmla="*/ 43 w 72"/>
                  <a:gd name="T21" fmla="*/ 28 h 102"/>
                  <a:gd name="T22" fmla="*/ 36 w 72"/>
                  <a:gd name="T23" fmla="*/ 40 h 102"/>
                  <a:gd name="T24" fmla="*/ 37 w 72"/>
                  <a:gd name="T25" fmla="*/ 42 h 102"/>
                  <a:gd name="T26" fmla="*/ 44 w 72"/>
                  <a:gd name="T27" fmla="*/ 38 h 102"/>
                  <a:gd name="T28" fmla="*/ 56 w 72"/>
                  <a:gd name="T29" fmla="*/ 20 h 102"/>
                  <a:gd name="T30" fmla="*/ 49 w 72"/>
                  <a:gd name="T31" fmla="*/ 9 h 102"/>
                  <a:gd name="T32" fmla="*/ 28 w 72"/>
                  <a:gd name="T33" fmla="*/ 14 h 102"/>
                  <a:gd name="T34" fmla="*/ 20 w 72"/>
                  <a:gd name="T35" fmla="*/ 13 h 102"/>
                  <a:gd name="T36" fmla="*/ 22 w 72"/>
                  <a:gd name="T37" fmla="*/ 6 h 102"/>
                  <a:gd name="T38" fmla="*/ 50 w 72"/>
                  <a:gd name="T39" fmla="*/ 1 h 102"/>
                  <a:gd name="T40" fmla="*/ 68 w 72"/>
                  <a:gd name="T41" fmla="*/ 12 h 102"/>
                  <a:gd name="T42" fmla="*/ 67 w 72"/>
                  <a:gd name="T43" fmla="*/ 24 h 102"/>
                  <a:gd name="T44" fmla="*/ 49 w 72"/>
                  <a:gd name="T45" fmla="*/ 48 h 102"/>
                  <a:gd name="T46" fmla="*/ 42 w 72"/>
                  <a:gd name="T47" fmla="*/ 49 h 102"/>
                  <a:gd name="T48" fmla="*/ 37 w 72"/>
                  <a:gd name="T49" fmla="*/ 47 h 102"/>
                  <a:gd name="T50" fmla="*/ 35 w 72"/>
                  <a:gd name="T51" fmla="*/ 52 h 102"/>
                  <a:gd name="T52" fmla="*/ 41 w 72"/>
                  <a:gd name="T53" fmla="*/ 58 h 102"/>
                  <a:gd name="T54" fmla="*/ 48 w 72"/>
                  <a:gd name="T55" fmla="*/ 57 h 102"/>
                  <a:gd name="T56" fmla="*/ 53 w 72"/>
                  <a:gd name="T57" fmla="*/ 59 h 102"/>
                  <a:gd name="T58" fmla="*/ 53 w 72"/>
                  <a:gd name="T59" fmla="*/ 66 h 102"/>
                  <a:gd name="T60" fmla="*/ 48 w 72"/>
                  <a:gd name="T61" fmla="*/ 70 h 102"/>
                  <a:gd name="T62" fmla="*/ 37 w 72"/>
                  <a:gd name="T63" fmla="*/ 81 h 102"/>
                  <a:gd name="T64" fmla="*/ 45 w 72"/>
                  <a:gd name="T65" fmla="*/ 81 h 102"/>
                  <a:gd name="T66" fmla="*/ 57 w 72"/>
                  <a:gd name="T67" fmla="*/ 89 h 102"/>
                  <a:gd name="T68" fmla="*/ 51 w 72"/>
                  <a:gd name="T69" fmla="*/ 98 h 102"/>
                  <a:gd name="T70" fmla="*/ 26 w 72"/>
                  <a:gd name="T71" fmla="*/ 101 h 102"/>
                  <a:gd name="T72" fmla="*/ 17 w 72"/>
                  <a:gd name="T73" fmla="*/ 96 h 102"/>
                  <a:gd name="T74" fmla="*/ 15 w 72"/>
                  <a:gd name="T75" fmla="*/ 94 h 102"/>
                  <a:gd name="T76" fmla="*/ 19 w 72"/>
                  <a:gd name="T77" fmla="*/ 77 h 102"/>
                  <a:gd name="T78" fmla="*/ 27 w 72"/>
                  <a:gd name="T79" fmla="*/ 70 h 102"/>
                  <a:gd name="T80" fmla="*/ 27 w 72"/>
                  <a:gd name="T81" fmla="*/ 69 h 102"/>
                  <a:gd name="T82" fmla="*/ 21 w 72"/>
                  <a:gd name="T83" fmla="*/ 71 h 102"/>
                  <a:gd name="T84" fmla="*/ 9 w 72"/>
                  <a:gd name="T85" fmla="*/ 76 h 102"/>
                  <a:gd name="T86" fmla="*/ 3 w 72"/>
                  <a:gd name="T87" fmla="*/ 75 h 102"/>
                  <a:gd name="T88" fmla="*/ 4 w 72"/>
                  <a:gd name="T89" fmla="*/ 69 h 102"/>
                  <a:gd name="T90" fmla="*/ 26 w 72"/>
                  <a:gd name="T91" fmla="*/ 60 h 102"/>
                  <a:gd name="T92" fmla="*/ 28 w 72"/>
                  <a:gd name="T93" fmla="*/ 57 h 102"/>
                  <a:gd name="T94" fmla="*/ 29 w 72"/>
                  <a:gd name="T95" fmla="*/ 49 h 102"/>
                  <a:gd name="T96" fmla="*/ 34 w 72"/>
                  <a:gd name="T97" fmla="*/ 29 h 102"/>
                  <a:gd name="T98" fmla="*/ 33 w 72"/>
                  <a:gd name="T99" fmla="*/ 28 h 102"/>
                  <a:gd name="T100" fmla="*/ 26 w 72"/>
                  <a:gd name="T101" fmla="*/ 32 h 102"/>
                  <a:gd name="T102" fmla="*/ 23 w 72"/>
                  <a:gd name="T103" fmla="*/ 36 h 102"/>
                  <a:gd name="T104" fmla="*/ 26 w 72"/>
                  <a:gd name="T105" fmla="*/ 42 h 102"/>
                  <a:gd name="T106" fmla="*/ 31 w 72"/>
                  <a:gd name="T107" fmla="*/ 40 h 102"/>
                  <a:gd name="T108" fmla="*/ 34 w 72"/>
                  <a:gd name="T109" fmla="*/ 29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2" h="102">
                    <a:moveTo>
                      <a:pt x="29" y="49"/>
                    </a:moveTo>
                    <a:cubicBezTo>
                      <a:pt x="19" y="52"/>
                      <a:pt x="18" y="52"/>
                      <a:pt x="15" y="43"/>
                    </a:cubicBezTo>
                    <a:cubicBezTo>
                      <a:pt x="13" y="36"/>
                      <a:pt x="11" y="28"/>
                      <a:pt x="10" y="21"/>
                    </a:cubicBezTo>
                    <a:cubicBezTo>
                      <a:pt x="9" y="19"/>
                      <a:pt x="11" y="16"/>
                      <a:pt x="13" y="15"/>
                    </a:cubicBezTo>
                    <a:cubicBezTo>
                      <a:pt x="16" y="13"/>
                      <a:pt x="18" y="16"/>
                      <a:pt x="19" y="18"/>
                    </a:cubicBezTo>
                    <a:cubicBezTo>
                      <a:pt x="19" y="21"/>
                      <a:pt x="20" y="23"/>
                      <a:pt x="20" y="26"/>
                    </a:cubicBezTo>
                    <a:cubicBezTo>
                      <a:pt x="26" y="25"/>
                      <a:pt x="31" y="24"/>
                      <a:pt x="35" y="22"/>
                    </a:cubicBezTo>
                    <a:cubicBezTo>
                      <a:pt x="37" y="21"/>
                      <a:pt x="38" y="18"/>
                      <a:pt x="40" y="16"/>
                    </a:cubicBezTo>
                    <a:cubicBezTo>
                      <a:pt x="41" y="15"/>
                      <a:pt x="42" y="14"/>
                      <a:pt x="43" y="14"/>
                    </a:cubicBezTo>
                    <a:cubicBezTo>
                      <a:pt x="44" y="15"/>
                      <a:pt x="44" y="17"/>
                      <a:pt x="44" y="19"/>
                    </a:cubicBezTo>
                    <a:cubicBezTo>
                      <a:pt x="44" y="22"/>
                      <a:pt x="43" y="25"/>
                      <a:pt x="43" y="28"/>
                    </a:cubicBezTo>
                    <a:cubicBezTo>
                      <a:pt x="37" y="29"/>
                      <a:pt x="39" y="36"/>
                      <a:pt x="36" y="40"/>
                    </a:cubicBezTo>
                    <a:cubicBezTo>
                      <a:pt x="36" y="41"/>
                      <a:pt x="37" y="41"/>
                      <a:pt x="37" y="42"/>
                    </a:cubicBezTo>
                    <a:cubicBezTo>
                      <a:pt x="39" y="41"/>
                      <a:pt x="42" y="40"/>
                      <a:pt x="44" y="38"/>
                    </a:cubicBezTo>
                    <a:cubicBezTo>
                      <a:pt x="48" y="32"/>
                      <a:pt x="52" y="26"/>
                      <a:pt x="56" y="20"/>
                    </a:cubicBezTo>
                    <a:cubicBezTo>
                      <a:pt x="59" y="15"/>
                      <a:pt x="56" y="9"/>
                      <a:pt x="49" y="9"/>
                    </a:cubicBezTo>
                    <a:cubicBezTo>
                      <a:pt x="42" y="8"/>
                      <a:pt x="34" y="10"/>
                      <a:pt x="28" y="14"/>
                    </a:cubicBezTo>
                    <a:cubicBezTo>
                      <a:pt x="25" y="16"/>
                      <a:pt x="22" y="15"/>
                      <a:pt x="20" y="13"/>
                    </a:cubicBezTo>
                    <a:cubicBezTo>
                      <a:pt x="17" y="9"/>
                      <a:pt x="17" y="7"/>
                      <a:pt x="22" y="6"/>
                    </a:cubicBezTo>
                    <a:cubicBezTo>
                      <a:pt x="31" y="3"/>
                      <a:pt x="40" y="0"/>
                      <a:pt x="50" y="1"/>
                    </a:cubicBezTo>
                    <a:cubicBezTo>
                      <a:pt x="58" y="1"/>
                      <a:pt x="63" y="7"/>
                      <a:pt x="68" y="12"/>
                    </a:cubicBezTo>
                    <a:cubicBezTo>
                      <a:pt x="72" y="15"/>
                      <a:pt x="70" y="20"/>
                      <a:pt x="67" y="24"/>
                    </a:cubicBezTo>
                    <a:cubicBezTo>
                      <a:pt x="61" y="32"/>
                      <a:pt x="55" y="40"/>
                      <a:pt x="49" y="48"/>
                    </a:cubicBezTo>
                    <a:cubicBezTo>
                      <a:pt x="47" y="51"/>
                      <a:pt x="45" y="52"/>
                      <a:pt x="42" y="49"/>
                    </a:cubicBezTo>
                    <a:cubicBezTo>
                      <a:pt x="41" y="48"/>
                      <a:pt x="38" y="47"/>
                      <a:pt x="37" y="47"/>
                    </a:cubicBezTo>
                    <a:cubicBezTo>
                      <a:pt x="36" y="48"/>
                      <a:pt x="35" y="50"/>
                      <a:pt x="35" y="52"/>
                    </a:cubicBezTo>
                    <a:cubicBezTo>
                      <a:pt x="34" y="59"/>
                      <a:pt x="34" y="59"/>
                      <a:pt x="41" y="58"/>
                    </a:cubicBezTo>
                    <a:cubicBezTo>
                      <a:pt x="43" y="57"/>
                      <a:pt x="46" y="56"/>
                      <a:pt x="48" y="57"/>
                    </a:cubicBezTo>
                    <a:cubicBezTo>
                      <a:pt x="50" y="57"/>
                      <a:pt x="53" y="58"/>
                      <a:pt x="53" y="59"/>
                    </a:cubicBezTo>
                    <a:cubicBezTo>
                      <a:pt x="54" y="61"/>
                      <a:pt x="54" y="64"/>
                      <a:pt x="53" y="66"/>
                    </a:cubicBezTo>
                    <a:cubicBezTo>
                      <a:pt x="52" y="68"/>
                      <a:pt x="50" y="69"/>
                      <a:pt x="48" y="70"/>
                    </a:cubicBezTo>
                    <a:cubicBezTo>
                      <a:pt x="44" y="73"/>
                      <a:pt x="39" y="75"/>
                      <a:pt x="37" y="81"/>
                    </a:cubicBezTo>
                    <a:cubicBezTo>
                      <a:pt x="40" y="81"/>
                      <a:pt x="43" y="81"/>
                      <a:pt x="45" y="81"/>
                    </a:cubicBezTo>
                    <a:cubicBezTo>
                      <a:pt x="51" y="81"/>
                      <a:pt x="56" y="84"/>
                      <a:pt x="57" y="89"/>
                    </a:cubicBezTo>
                    <a:cubicBezTo>
                      <a:pt x="58" y="93"/>
                      <a:pt x="55" y="97"/>
                      <a:pt x="51" y="98"/>
                    </a:cubicBezTo>
                    <a:cubicBezTo>
                      <a:pt x="43" y="99"/>
                      <a:pt x="35" y="100"/>
                      <a:pt x="26" y="101"/>
                    </a:cubicBezTo>
                    <a:cubicBezTo>
                      <a:pt x="22" y="102"/>
                      <a:pt x="19" y="100"/>
                      <a:pt x="17" y="96"/>
                    </a:cubicBezTo>
                    <a:cubicBezTo>
                      <a:pt x="16" y="96"/>
                      <a:pt x="16" y="95"/>
                      <a:pt x="15" y="94"/>
                    </a:cubicBezTo>
                    <a:cubicBezTo>
                      <a:pt x="11" y="84"/>
                      <a:pt x="11" y="84"/>
                      <a:pt x="19" y="77"/>
                    </a:cubicBezTo>
                    <a:cubicBezTo>
                      <a:pt x="22" y="75"/>
                      <a:pt x="24" y="72"/>
                      <a:pt x="27" y="70"/>
                    </a:cubicBezTo>
                    <a:cubicBezTo>
                      <a:pt x="27" y="70"/>
                      <a:pt x="27" y="69"/>
                      <a:pt x="27" y="69"/>
                    </a:cubicBezTo>
                    <a:cubicBezTo>
                      <a:pt x="25" y="69"/>
                      <a:pt x="23" y="70"/>
                      <a:pt x="21" y="71"/>
                    </a:cubicBezTo>
                    <a:cubicBezTo>
                      <a:pt x="17" y="72"/>
                      <a:pt x="13" y="74"/>
                      <a:pt x="9" y="76"/>
                    </a:cubicBezTo>
                    <a:cubicBezTo>
                      <a:pt x="7" y="76"/>
                      <a:pt x="5" y="76"/>
                      <a:pt x="3" y="75"/>
                    </a:cubicBezTo>
                    <a:cubicBezTo>
                      <a:pt x="0" y="72"/>
                      <a:pt x="0" y="71"/>
                      <a:pt x="4" y="69"/>
                    </a:cubicBezTo>
                    <a:cubicBezTo>
                      <a:pt x="12" y="66"/>
                      <a:pt x="19" y="63"/>
                      <a:pt x="26" y="60"/>
                    </a:cubicBezTo>
                    <a:cubicBezTo>
                      <a:pt x="27" y="60"/>
                      <a:pt x="28" y="58"/>
                      <a:pt x="28" y="57"/>
                    </a:cubicBezTo>
                    <a:cubicBezTo>
                      <a:pt x="29" y="55"/>
                      <a:pt x="29" y="52"/>
                      <a:pt x="29" y="49"/>
                    </a:cubicBezTo>
                    <a:close/>
                    <a:moveTo>
                      <a:pt x="34" y="29"/>
                    </a:moveTo>
                    <a:cubicBezTo>
                      <a:pt x="34" y="29"/>
                      <a:pt x="34" y="29"/>
                      <a:pt x="33" y="28"/>
                    </a:cubicBezTo>
                    <a:cubicBezTo>
                      <a:pt x="31" y="29"/>
                      <a:pt x="28" y="30"/>
                      <a:pt x="26" y="32"/>
                    </a:cubicBezTo>
                    <a:cubicBezTo>
                      <a:pt x="24" y="32"/>
                      <a:pt x="22" y="34"/>
                      <a:pt x="23" y="36"/>
                    </a:cubicBezTo>
                    <a:cubicBezTo>
                      <a:pt x="23" y="38"/>
                      <a:pt x="25" y="40"/>
                      <a:pt x="26" y="42"/>
                    </a:cubicBezTo>
                    <a:cubicBezTo>
                      <a:pt x="27" y="42"/>
                      <a:pt x="30" y="41"/>
                      <a:pt x="31" y="40"/>
                    </a:cubicBezTo>
                    <a:cubicBezTo>
                      <a:pt x="32" y="37"/>
                      <a:pt x="33" y="33"/>
                      <a:pt x="34" y="29"/>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1" name="Freeform 12">
                <a:extLst>
                  <a:ext uri="{FF2B5EF4-FFF2-40B4-BE49-F238E27FC236}">
                    <a16:creationId xmlns:a16="http://schemas.microsoft.com/office/drawing/2014/main" id="{D88D9717-3185-4A77-8E18-2A8659D441F7}"/>
                  </a:ext>
                </a:extLst>
              </p:cNvPr>
              <p:cNvSpPr>
                <a:spLocks/>
              </p:cNvSpPr>
              <p:nvPr/>
            </p:nvSpPr>
            <p:spPr bwMode="auto">
              <a:xfrm>
                <a:off x="8878184" y="2293480"/>
                <a:ext cx="236904" cy="593388"/>
              </a:xfrm>
              <a:custGeom>
                <a:avLst/>
                <a:gdLst>
                  <a:gd name="T0" fmla="*/ 30 w 39"/>
                  <a:gd name="T1" fmla="*/ 44 h 98"/>
                  <a:gd name="T2" fmla="*/ 36 w 39"/>
                  <a:gd name="T3" fmla="*/ 34 h 98"/>
                  <a:gd name="T4" fmla="*/ 37 w 39"/>
                  <a:gd name="T5" fmla="*/ 51 h 98"/>
                  <a:gd name="T6" fmla="*/ 25 w 39"/>
                  <a:gd name="T7" fmla="*/ 82 h 98"/>
                  <a:gd name="T8" fmla="*/ 21 w 39"/>
                  <a:gd name="T9" fmla="*/ 98 h 98"/>
                  <a:gd name="T10" fmla="*/ 13 w 39"/>
                  <a:gd name="T11" fmla="*/ 96 h 98"/>
                  <a:gd name="T12" fmla="*/ 5 w 39"/>
                  <a:gd name="T13" fmla="*/ 83 h 98"/>
                  <a:gd name="T14" fmla="*/ 11 w 39"/>
                  <a:gd name="T15" fmla="*/ 62 h 98"/>
                  <a:gd name="T16" fmla="*/ 9 w 39"/>
                  <a:gd name="T17" fmla="*/ 43 h 98"/>
                  <a:gd name="T18" fmla="*/ 12 w 39"/>
                  <a:gd name="T19" fmla="*/ 38 h 98"/>
                  <a:gd name="T20" fmla="*/ 18 w 39"/>
                  <a:gd name="T21" fmla="*/ 33 h 98"/>
                  <a:gd name="T22" fmla="*/ 23 w 39"/>
                  <a:gd name="T23" fmla="*/ 12 h 98"/>
                  <a:gd name="T24" fmla="*/ 11 w 39"/>
                  <a:gd name="T25" fmla="*/ 16 h 98"/>
                  <a:gd name="T26" fmla="*/ 2 w 39"/>
                  <a:gd name="T27" fmla="*/ 16 h 98"/>
                  <a:gd name="T28" fmla="*/ 0 w 39"/>
                  <a:gd name="T29" fmla="*/ 12 h 98"/>
                  <a:gd name="T30" fmla="*/ 3 w 39"/>
                  <a:gd name="T31" fmla="*/ 10 h 98"/>
                  <a:gd name="T32" fmla="*/ 16 w 39"/>
                  <a:gd name="T33" fmla="*/ 7 h 98"/>
                  <a:gd name="T34" fmla="*/ 26 w 39"/>
                  <a:gd name="T35" fmla="*/ 2 h 98"/>
                  <a:gd name="T36" fmla="*/ 32 w 39"/>
                  <a:gd name="T37" fmla="*/ 1 h 98"/>
                  <a:gd name="T38" fmla="*/ 35 w 39"/>
                  <a:gd name="T39" fmla="*/ 9 h 98"/>
                  <a:gd name="T40" fmla="*/ 34 w 39"/>
                  <a:gd name="T41" fmla="*/ 11 h 98"/>
                  <a:gd name="T42" fmla="*/ 27 w 39"/>
                  <a:gd name="T43" fmla="*/ 38 h 98"/>
                  <a:gd name="T44" fmla="*/ 28 w 39"/>
                  <a:gd name="T45" fmla="*/ 44 h 98"/>
                  <a:gd name="T46" fmla="*/ 30 w 39"/>
                  <a:gd name="T47" fmla="*/ 44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9" h="98">
                    <a:moveTo>
                      <a:pt x="30" y="44"/>
                    </a:moveTo>
                    <a:cubicBezTo>
                      <a:pt x="32" y="41"/>
                      <a:pt x="34" y="38"/>
                      <a:pt x="36" y="34"/>
                    </a:cubicBezTo>
                    <a:cubicBezTo>
                      <a:pt x="37" y="40"/>
                      <a:pt x="39" y="45"/>
                      <a:pt x="37" y="51"/>
                    </a:cubicBezTo>
                    <a:cubicBezTo>
                      <a:pt x="33" y="61"/>
                      <a:pt x="29" y="72"/>
                      <a:pt x="25" y="82"/>
                    </a:cubicBezTo>
                    <a:cubicBezTo>
                      <a:pt x="23" y="87"/>
                      <a:pt x="23" y="92"/>
                      <a:pt x="21" y="98"/>
                    </a:cubicBezTo>
                    <a:cubicBezTo>
                      <a:pt x="18" y="97"/>
                      <a:pt x="15" y="97"/>
                      <a:pt x="13" y="96"/>
                    </a:cubicBezTo>
                    <a:cubicBezTo>
                      <a:pt x="7" y="94"/>
                      <a:pt x="3" y="89"/>
                      <a:pt x="5" y="83"/>
                    </a:cubicBezTo>
                    <a:cubicBezTo>
                      <a:pt x="7" y="76"/>
                      <a:pt x="9" y="69"/>
                      <a:pt x="11" y="62"/>
                    </a:cubicBezTo>
                    <a:cubicBezTo>
                      <a:pt x="13" y="56"/>
                      <a:pt x="14" y="49"/>
                      <a:pt x="9" y="43"/>
                    </a:cubicBezTo>
                    <a:cubicBezTo>
                      <a:pt x="7" y="39"/>
                      <a:pt x="9" y="38"/>
                      <a:pt x="12" y="38"/>
                    </a:cubicBezTo>
                    <a:cubicBezTo>
                      <a:pt x="17" y="39"/>
                      <a:pt x="17" y="37"/>
                      <a:pt x="18" y="33"/>
                    </a:cubicBezTo>
                    <a:cubicBezTo>
                      <a:pt x="19" y="26"/>
                      <a:pt x="21" y="20"/>
                      <a:pt x="23" y="12"/>
                    </a:cubicBezTo>
                    <a:cubicBezTo>
                      <a:pt x="19" y="13"/>
                      <a:pt x="15" y="15"/>
                      <a:pt x="11" y="16"/>
                    </a:cubicBezTo>
                    <a:cubicBezTo>
                      <a:pt x="8" y="17"/>
                      <a:pt x="5" y="16"/>
                      <a:pt x="2" y="16"/>
                    </a:cubicBezTo>
                    <a:cubicBezTo>
                      <a:pt x="1" y="15"/>
                      <a:pt x="0" y="13"/>
                      <a:pt x="0" y="12"/>
                    </a:cubicBezTo>
                    <a:cubicBezTo>
                      <a:pt x="1" y="11"/>
                      <a:pt x="2" y="10"/>
                      <a:pt x="3" y="10"/>
                    </a:cubicBezTo>
                    <a:cubicBezTo>
                      <a:pt x="7" y="8"/>
                      <a:pt x="12" y="8"/>
                      <a:pt x="16" y="7"/>
                    </a:cubicBezTo>
                    <a:cubicBezTo>
                      <a:pt x="19" y="5"/>
                      <a:pt x="22" y="3"/>
                      <a:pt x="26" y="2"/>
                    </a:cubicBezTo>
                    <a:cubicBezTo>
                      <a:pt x="28" y="1"/>
                      <a:pt x="32" y="0"/>
                      <a:pt x="32" y="1"/>
                    </a:cubicBezTo>
                    <a:cubicBezTo>
                      <a:pt x="34" y="3"/>
                      <a:pt x="35" y="6"/>
                      <a:pt x="35" y="9"/>
                    </a:cubicBezTo>
                    <a:cubicBezTo>
                      <a:pt x="36" y="9"/>
                      <a:pt x="35" y="10"/>
                      <a:pt x="34" y="11"/>
                    </a:cubicBezTo>
                    <a:cubicBezTo>
                      <a:pt x="27" y="19"/>
                      <a:pt x="28" y="29"/>
                      <a:pt x="27" y="38"/>
                    </a:cubicBezTo>
                    <a:cubicBezTo>
                      <a:pt x="27" y="40"/>
                      <a:pt x="28" y="42"/>
                      <a:pt x="28" y="44"/>
                    </a:cubicBezTo>
                    <a:cubicBezTo>
                      <a:pt x="29" y="44"/>
                      <a:pt x="29" y="44"/>
                      <a:pt x="30" y="44"/>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grpSp>
      </p:grpSp>
    </p:spTree>
    <p:extLst>
      <p:ext uri="{BB962C8B-B14F-4D97-AF65-F5344CB8AC3E}">
        <p14:creationId xmlns:p14="http://schemas.microsoft.com/office/powerpoint/2010/main" val="1074167183"/>
      </p:ext>
    </p:extLst>
  </p:cSld>
  <p:clrMapOvr>
    <a:masterClrMapping/>
  </p:clrMapOvr>
  <p:transition spd="med">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封面样式2-首页2">
    <p:spTree>
      <p:nvGrpSpPr>
        <p:cNvPr id="1" name=""/>
        <p:cNvGrpSpPr/>
        <p:nvPr/>
      </p:nvGrpSpPr>
      <p:grpSpPr>
        <a:xfrm>
          <a:off x="0" y="0"/>
          <a:ext cx="0" cy="0"/>
          <a:chOff x="0" y="0"/>
          <a:chExt cx="0" cy="0"/>
        </a:xfrm>
      </p:grpSpPr>
      <p:sp>
        <p:nvSpPr>
          <p:cNvPr id="35" name="PA-矩形 7">
            <a:extLst>
              <a:ext uri="{FF2B5EF4-FFF2-40B4-BE49-F238E27FC236}">
                <a16:creationId xmlns:a16="http://schemas.microsoft.com/office/drawing/2014/main" id="{F617AE56-2DFD-4B3C-9381-5F4B6AA7F4D0}"/>
              </a:ext>
            </a:extLst>
          </p:cNvPr>
          <p:cNvSpPr/>
          <p:nvPr userDrawn="1">
            <p:custDataLst>
              <p:tags r:id="rId1"/>
            </p:custDataLst>
          </p:nvPr>
        </p:nvSpPr>
        <p:spPr>
          <a:xfrm>
            <a:off x="11373037" y="1"/>
            <a:ext cx="818963"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3" name="PA-矩形 7">
            <a:extLst>
              <a:ext uri="{FF2B5EF4-FFF2-40B4-BE49-F238E27FC236}">
                <a16:creationId xmlns:a16="http://schemas.microsoft.com/office/drawing/2014/main" id="{F617AE56-2DFD-4B3C-9381-5F4B6AA7F4D0}"/>
              </a:ext>
            </a:extLst>
          </p:cNvPr>
          <p:cNvSpPr/>
          <p:nvPr userDrawn="1">
            <p:custDataLst>
              <p:tags r:id="rId2"/>
            </p:custDataLst>
          </p:nvPr>
        </p:nvSpPr>
        <p:spPr>
          <a:xfrm>
            <a:off x="0" y="0"/>
            <a:ext cx="11379387"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11" name="直接连接符 10"/>
          <p:cNvCxnSpPr/>
          <p:nvPr userDrawn="1"/>
        </p:nvCxnSpPr>
        <p:spPr>
          <a:xfrm>
            <a:off x="11373037" y="0"/>
            <a:ext cx="0" cy="68580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37" name="图片 36"/>
          <p:cNvPicPr>
            <a:picLocks noChangeAspect="1"/>
          </p:cNvPicPr>
          <p:nvPr userDrawn="1"/>
        </p:nvPicPr>
        <p:blipFill>
          <a:blip r:embed="rId4">
            <a:extLst>
              <a:ext uri="{28A0092B-C50C-407E-A947-70E740481C1C}">
                <a14:useLocalDpi xmlns:a14="http://schemas.microsoft.com/office/drawing/2010/main"/>
              </a:ext>
            </a:extLst>
          </a:blip>
          <a:stretch>
            <a:fillRect/>
          </a:stretch>
        </p:blipFill>
        <p:spPr>
          <a:xfrm>
            <a:off x="-2610651" y="161103"/>
            <a:ext cx="6791691" cy="6535792"/>
          </a:xfrm>
          <a:prstGeom prst="rect">
            <a:avLst/>
          </a:prstGeom>
        </p:spPr>
      </p:pic>
      <p:sp>
        <p:nvSpPr>
          <p:cNvPr id="3" name="矩形 2">
            <a:extLst>
              <a:ext uri="{FF2B5EF4-FFF2-40B4-BE49-F238E27FC236}">
                <a16:creationId xmlns:a16="http://schemas.microsoft.com/office/drawing/2014/main" id="{B9BCF8FA-A10E-4A84-94FB-9EE190AFE929}"/>
              </a:ext>
            </a:extLst>
          </p:cNvPr>
          <p:cNvSpPr/>
          <p:nvPr userDrawn="1"/>
        </p:nvSpPr>
        <p:spPr>
          <a:xfrm>
            <a:off x="0" y="1504950"/>
            <a:ext cx="12192000" cy="3848100"/>
          </a:xfrm>
          <a:prstGeom prst="rect">
            <a:avLst/>
          </a:prstGeom>
          <a:solidFill>
            <a:schemeClr val="bg1"/>
          </a:solidFill>
          <a:ln>
            <a:noFill/>
          </a:ln>
          <a:effectLst>
            <a:outerShdw blurRad="101600" sx="101000" sy="101000" algn="ctr"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endParaRPr lang="zh-CN" altLang="en-US" dirty="0">
              <a:cs typeface="+mn-ea"/>
              <a:sym typeface="+mn-lt"/>
            </a:endParaRPr>
          </a:p>
        </p:txBody>
      </p:sp>
      <p:sp>
        <p:nvSpPr>
          <p:cNvPr id="31" name="任意多边形: 形状 30">
            <a:extLst>
              <a:ext uri="{FF2B5EF4-FFF2-40B4-BE49-F238E27FC236}">
                <a16:creationId xmlns:a16="http://schemas.microsoft.com/office/drawing/2014/main" id="{C46A2DAE-C2C5-44C0-8C41-6B17019A21CC}"/>
              </a:ext>
            </a:extLst>
          </p:cNvPr>
          <p:cNvSpPr/>
          <p:nvPr userDrawn="1"/>
        </p:nvSpPr>
        <p:spPr>
          <a:xfrm flipV="1">
            <a:off x="5143364" y="3786901"/>
            <a:ext cx="6236023" cy="193259"/>
          </a:xfrm>
          <a:custGeom>
            <a:avLst/>
            <a:gdLst>
              <a:gd name="connsiteX0" fmla="*/ 0 w 6415214"/>
              <a:gd name="connsiteY0" fmla="*/ 171407 h 171407"/>
              <a:gd name="connsiteX1" fmla="*/ 6415214 w 6415214"/>
              <a:gd name="connsiteY1" fmla="*/ 171407 h 171407"/>
              <a:gd name="connsiteX2" fmla="*/ 6415214 w 6415214"/>
              <a:gd name="connsiteY2" fmla="*/ 100390 h 171407"/>
              <a:gd name="connsiteX3" fmla="*/ 511261 w 6415214"/>
              <a:gd name="connsiteY3" fmla="*/ 100390 h 171407"/>
              <a:gd name="connsiteX4" fmla="*/ 229919 w 6415214"/>
              <a:gd name="connsiteY4" fmla="*/ 0 h 171407"/>
              <a:gd name="connsiteX5" fmla="*/ 229919 w 6415214"/>
              <a:gd name="connsiteY5" fmla="*/ 100390 h 171407"/>
              <a:gd name="connsiteX6" fmla="*/ 0 w 6415214"/>
              <a:gd name="connsiteY6" fmla="*/ 100390 h 171407"/>
              <a:gd name="connsiteX0" fmla="*/ 0 w 6415214"/>
              <a:gd name="connsiteY0" fmla="*/ 171407 h 262847"/>
              <a:gd name="connsiteX1" fmla="*/ 6415214 w 6415214"/>
              <a:gd name="connsiteY1" fmla="*/ 171407 h 262847"/>
              <a:gd name="connsiteX2" fmla="*/ 6415214 w 6415214"/>
              <a:gd name="connsiteY2" fmla="*/ 100390 h 262847"/>
              <a:gd name="connsiteX3" fmla="*/ 511261 w 6415214"/>
              <a:gd name="connsiteY3" fmla="*/ 100390 h 262847"/>
              <a:gd name="connsiteX4" fmla="*/ 229919 w 6415214"/>
              <a:gd name="connsiteY4" fmla="*/ 0 h 262847"/>
              <a:gd name="connsiteX5" fmla="*/ 229919 w 6415214"/>
              <a:gd name="connsiteY5" fmla="*/ 100390 h 262847"/>
              <a:gd name="connsiteX6" fmla="*/ 0 w 6415214"/>
              <a:gd name="connsiteY6" fmla="*/ 100390 h 262847"/>
              <a:gd name="connsiteX7" fmla="*/ 91440 w 6415214"/>
              <a:gd name="connsiteY7" fmla="*/ 262847 h 262847"/>
              <a:gd name="connsiteX0" fmla="*/ 0 w 6415214"/>
              <a:gd name="connsiteY0" fmla="*/ 171407 h 171407"/>
              <a:gd name="connsiteX1" fmla="*/ 6415214 w 6415214"/>
              <a:gd name="connsiteY1" fmla="*/ 171407 h 171407"/>
              <a:gd name="connsiteX2" fmla="*/ 6415214 w 6415214"/>
              <a:gd name="connsiteY2" fmla="*/ 100390 h 171407"/>
              <a:gd name="connsiteX3" fmla="*/ 511261 w 6415214"/>
              <a:gd name="connsiteY3" fmla="*/ 100390 h 171407"/>
              <a:gd name="connsiteX4" fmla="*/ 229919 w 6415214"/>
              <a:gd name="connsiteY4" fmla="*/ 0 h 171407"/>
              <a:gd name="connsiteX5" fmla="*/ 229919 w 6415214"/>
              <a:gd name="connsiteY5" fmla="*/ 100390 h 171407"/>
              <a:gd name="connsiteX6" fmla="*/ 0 w 6415214"/>
              <a:gd name="connsiteY6" fmla="*/ 100390 h 171407"/>
              <a:gd name="connsiteX0" fmla="*/ 0 w 6415214"/>
              <a:gd name="connsiteY0" fmla="*/ 171407 h 171407"/>
              <a:gd name="connsiteX1" fmla="*/ 6415214 w 6415214"/>
              <a:gd name="connsiteY1" fmla="*/ 100390 h 171407"/>
              <a:gd name="connsiteX2" fmla="*/ 511261 w 6415214"/>
              <a:gd name="connsiteY2" fmla="*/ 100390 h 171407"/>
              <a:gd name="connsiteX3" fmla="*/ 229919 w 6415214"/>
              <a:gd name="connsiteY3" fmla="*/ 0 h 171407"/>
              <a:gd name="connsiteX4" fmla="*/ 229919 w 6415214"/>
              <a:gd name="connsiteY4" fmla="*/ 100390 h 171407"/>
              <a:gd name="connsiteX5" fmla="*/ 0 w 6415214"/>
              <a:gd name="connsiteY5" fmla="*/ 100390 h 171407"/>
              <a:gd name="connsiteX0" fmla="*/ 6415214 w 6415214"/>
              <a:gd name="connsiteY0" fmla="*/ 100390 h 100390"/>
              <a:gd name="connsiteX1" fmla="*/ 511261 w 6415214"/>
              <a:gd name="connsiteY1" fmla="*/ 100390 h 100390"/>
              <a:gd name="connsiteX2" fmla="*/ 229919 w 6415214"/>
              <a:gd name="connsiteY2" fmla="*/ 0 h 100390"/>
              <a:gd name="connsiteX3" fmla="*/ 229919 w 6415214"/>
              <a:gd name="connsiteY3" fmla="*/ 100390 h 100390"/>
              <a:gd name="connsiteX4" fmla="*/ 0 w 6415214"/>
              <a:gd name="connsiteY4" fmla="*/ 100390 h 100390"/>
              <a:gd name="connsiteX0" fmla="*/ 6415214 w 6415214"/>
              <a:gd name="connsiteY0" fmla="*/ 195640 h 195640"/>
              <a:gd name="connsiteX1" fmla="*/ 511261 w 6415214"/>
              <a:gd name="connsiteY1" fmla="*/ 195640 h 195640"/>
              <a:gd name="connsiteX2" fmla="*/ 227538 w 6415214"/>
              <a:gd name="connsiteY2" fmla="*/ 0 h 195640"/>
              <a:gd name="connsiteX3" fmla="*/ 229919 w 6415214"/>
              <a:gd name="connsiteY3" fmla="*/ 195640 h 195640"/>
              <a:gd name="connsiteX4" fmla="*/ 0 w 6415214"/>
              <a:gd name="connsiteY4" fmla="*/ 195640 h 195640"/>
              <a:gd name="connsiteX0" fmla="*/ 6415214 w 6415214"/>
              <a:gd name="connsiteY0" fmla="*/ 193259 h 193259"/>
              <a:gd name="connsiteX1" fmla="*/ 511261 w 6415214"/>
              <a:gd name="connsiteY1" fmla="*/ 193259 h 193259"/>
              <a:gd name="connsiteX2" fmla="*/ 232301 w 6415214"/>
              <a:gd name="connsiteY2" fmla="*/ 0 h 193259"/>
              <a:gd name="connsiteX3" fmla="*/ 229919 w 6415214"/>
              <a:gd name="connsiteY3" fmla="*/ 193259 h 193259"/>
              <a:gd name="connsiteX4" fmla="*/ 0 w 6415214"/>
              <a:gd name="connsiteY4" fmla="*/ 193259 h 1932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15214" h="193259">
                <a:moveTo>
                  <a:pt x="6415214" y="193259"/>
                </a:moveTo>
                <a:lnTo>
                  <a:pt x="511261" y="193259"/>
                </a:lnTo>
                <a:lnTo>
                  <a:pt x="232301" y="0"/>
                </a:lnTo>
                <a:cubicBezTo>
                  <a:pt x="233095" y="65213"/>
                  <a:pt x="229125" y="128046"/>
                  <a:pt x="229919" y="193259"/>
                </a:cubicBezTo>
                <a:lnTo>
                  <a:pt x="0" y="193259"/>
                </a:lnTo>
              </a:path>
            </a:pathLst>
          </a:cu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lang="zh-CN" altLang="en-US">
              <a:cs typeface="+mn-ea"/>
              <a:sym typeface="+mn-lt"/>
            </a:endParaRPr>
          </a:p>
        </p:txBody>
      </p:sp>
      <p:sp>
        <p:nvSpPr>
          <p:cNvPr id="48" name="标题 47">
            <a:extLst>
              <a:ext uri="{FF2B5EF4-FFF2-40B4-BE49-F238E27FC236}">
                <a16:creationId xmlns:a16="http://schemas.microsoft.com/office/drawing/2014/main" id="{253B7C5E-3F08-4EBF-9056-30949C85AEF8}"/>
              </a:ext>
            </a:extLst>
          </p:cNvPr>
          <p:cNvSpPr>
            <a:spLocks noGrp="1"/>
          </p:cNvSpPr>
          <p:nvPr>
            <p:ph type="title" hasCustomPrompt="1"/>
          </p:nvPr>
        </p:nvSpPr>
        <p:spPr>
          <a:xfrm>
            <a:off x="5113420" y="2558484"/>
            <a:ext cx="6236023" cy="1200329"/>
          </a:xfrm>
          <a:prstGeom prst="rect">
            <a:avLst/>
          </a:prstGeom>
          <a:noFill/>
        </p:spPr>
        <p:txBody>
          <a:bodyPr wrap="square" lIns="0" rtlCol="0">
            <a:spAutoFit/>
          </a:bodyPr>
          <a:lstStyle>
            <a:lvl1pPr>
              <a:lnSpc>
                <a:spcPct val="100000"/>
              </a:lnSpc>
              <a:defRPr lang="zh-CN" altLang="en-US" sz="3600" b="1" spc="100" dirty="0">
                <a:latin typeface="+mn-ea"/>
                <a:ea typeface="+mn-ea"/>
                <a:cs typeface="+mn-ea"/>
              </a:defRPr>
            </a:lvl1pPr>
          </a:lstStyle>
          <a:p>
            <a:pPr marL="0" lvl="0"/>
            <a:r>
              <a:rPr lang="zh-CN" altLang="en-US" dirty="0"/>
              <a:t>请在此输入标题</a:t>
            </a:r>
            <a:br>
              <a:rPr lang="zh-CN" altLang="en-US" dirty="0"/>
            </a:br>
            <a:r>
              <a:rPr lang="zh-CN" altLang="en-US" dirty="0"/>
              <a:t>尽量回车保证标题为两行</a:t>
            </a:r>
          </a:p>
        </p:txBody>
      </p:sp>
      <p:sp>
        <p:nvSpPr>
          <p:cNvPr id="60" name="文本占位符 87">
            <a:extLst>
              <a:ext uri="{FF2B5EF4-FFF2-40B4-BE49-F238E27FC236}">
                <a16:creationId xmlns:a16="http://schemas.microsoft.com/office/drawing/2014/main" id="{00D06366-D345-4DCE-A938-EC3BB78363D4}"/>
              </a:ext>
            </a:extLst>
          </p:cNvPr>
          <p:cNvSpPr>
            <a:spLocks noGrp="1"/>
          </p:cNvSpPr>
          <p:nvPr>
            <p:ph type="body" sz="quarter" idx="13" hasCustomPrompt="1"/>
          </p:nvPr>
        </p:nvSpPr>
        <p:spPr>
          <a:xfrm>
            <a:off x="5137014" y="2329801"/>
            <a:ext cx="5154585" cy="258532"/>
          </a:xfrm>
          <a:prstGeom prst="rect">
            <a:avLst/>
          </a:prstGeom>
          <a:noFill/>
        </p:spPr>
        <p:txBody>
          <a:bodyPr wrap="square" lIns="0" rtlCol="0">
            <a:spAutoFit/>
          </a:bodyPr>
          <a:lstStyle>
            <a:lvl1pPr marL="0" indent="0">
              <a:buNone/>
              <a:defRPr lang="zh-CN" altLang="en-US" sz="1200" spc="100" dirty="0">
                <a:solidFill>
                  <a:schemeClr val="tx1">
                    <a:lumMod val="65000"/>
                    <a:lumOff val="35000"/>
                  </a:schemeClr>
                </a:solidFill>
                <a:latin typeface="微软雅黑 Light" panose="020B0502040204020203" pitchFamily="34" charset="-122"/>
                <a:ea typeface="微软雅黑 Light" panose="020B0502040204020203" pitchFamily="34" charset="-122"/>
                <a:cs typeface="+mn-ea"/>
                <a:sym typeface="Wingdings 3" panose="05040102010807070707" pitchFamily="18" charset="2"/>
              </a:defRPr>
            </a:lvl1pPr>
          </a:lstStyle>
          <a:p>
            <a:pPr marL="228600" lvl="0" indent="-228600"/>
            <a:r>
              <a:rPr lang="zh-CN" altLang="en-US" dirty="0"/>
              <a:t>请在此输入你的副标题</a:t>
            </a:r>
          </a:p>
        </p:txBody>
      </p:sp>
      <p:sp>
        <p:nvSpPr>
          <p:cNvPr id="38" name="文本占位符 53">
            <a:extLst>
              <a:ext uri="{FF2B5EF4-FFF2-40B4-BE49-F238E27FC236}">
                <a16:creationId xmlns:a16="http://schemas.microsoft.com/office/drawing/2014/main" id="{6465F7BF-7316-4A2A-9ECF-AB9E637FFCF4}"/>
              </a:ext>
            </a:extLst>
          </p:cNvPr>
          <p:cNvSpPr>
            <a:spLocks noGrp="1"/>
          </p:cNvSpPr>
          <p:nvPr>
            <p:ph type="body" sz="quarter" idx="16" hasCustomPrompt="1"/>
          </p:nvPr>
        </p:nvSpPr>
        <p:spPr>
          <a:xfrm>
            <a:off x="5143364" y="4198880"/>
            <a:ext cx="4065361" cy="344710"/>
          </a:xfrm>
          <a:prstGeom prst="rect">
            <a:avLst/>
          </a:prstGeom>
          <a:noFill/>
        </p:spPr>
        <p:txBody>
          <a:bodyPr wrap="square" lIns="0" rtlCol="0" anchor="ctr" anchorCtr="0">
            <a:spAutoFit/>
          </a:bodyPr>
          <a:lstStyle>
            <a:lvl1pPr marL="0" indent="0">
              <a:lnSpc>
                <a:spcPct val="130000"/>
              </a:lnSpc>
              <a:buNone/>
              <a:defRPr lang="zh-CN" altLang="en-US" sz="1400" spc="100" smtClean="0">
                <a:solidFill>
                  <a:schemeClr val="tx1">
                    <a:lumMod val="85000"/>
                    <a:lumOff val="15000"/>
                  </a:schemeClr>
                </a:solidFill>
                <a:cs typeface="+mn-ea"/>
              </a:defRPr>
            </a:lvl1pPr>
            <a:lvl2pPr>
              <a:defRPr lang="zh-CN" altLang="en-US" sz="1800" smtClean="0"/>
            </a:lvl2pPr>
            <a:lvl3pPr>
              <a:defRPr lang="zh-CN" altLang="en-US" sz="1800" smtClean="0"/>
            </a:lvl3pPr>
            <a:lvl4pPr>
              <a:defRPr lang="zh-CN" altLang="en-US" smtClean="0"/>
            </a:lvl4pPr>
            <a:lvl5pPr>
              <a:defRPr lang="zh-CN" altLang="en-US"/>
            </a:lvl5pPr>
          </a:lstStyle>
          <a:p>
            <a:pPr marL="0" lvl="0">
              <a:lnSpc>
                <a:spcPct val="130000"/>
              </a:lnSpc>
            </a:pPr>
            <a:r>
              <a:rPr lang="zh-CN" altLang="en-US" dirty="0"/>
              <a:t>指导教师： </a:t>
            </a:r>
            <a:r>
              <a:rPr lang="en-US" altLang="zh-CN" dirty="0"/>
              <a:t>XXX	</a:t>
            </a:r>
            <a:r>
              <a:rPr lang="zh-CN" altLang="en-US" dirty="0"/>
              <a:t>答辩学生： 芃苇</a:t>
            </a:r>
          </a:p>
        </p:txBody>
      </p:sp>
      <p:pic>
        <p:nvPicPr>
          <p:cNvPr id="8" name="图片 7"/>
          <p:cNvPicPr>
            <a:picLocks noChangeAspect="1"/>
          </p:cNvPicPr>
          <p:nvPr userDrawn="1"/>
        </p:nvPicPr>
        <p:blipFill>
          <a:blip r:embed="rId5" cstate="print">
            <a:extLst>
              <a:ext uri="{28A0092B-C50C-407E-A947-70E740481C1C}">
                <a14:useLocalDpi xmlns:a14="http://schemas.microsoft.com/office/drawing/2010/main"/>
              </a:ext>
            </a:extLst>
          </a:blip>
          <a:stretch>
            <a:fillRect/>
          </a:stretch>
        </p:blipFill>
        <p:spPr>
          <a:xfrm>
            <a:off x="1111261" y="2359437"/>
            <a:ext cx="2855386" cy="2169616"/>
          </a:xfrm>
          <a:prstGeom prst="rect">
            <a:avLst/>
          </a:prstGeom>
        </p:spPr>
      </p:pic>
    </p:spTree>
    <p:extLst>
      <p:ext uri="{BB962C8B-B14F-4D97-AF65-F5344CB8AC3E}">
        <p14:creationId xmlns:p14="http://schemas.microsoft.com/office/powerpoint/2010/main" val="1983797885"/>
      </p:ext>
    </p:extLst>
  </p:cSld>
  <p:clrMapOvr>
    <a:masterClrMapping/>
  </p:clrMapOvr>
  <p:transition spd="med">
    <p:fade/>
  </p:transition>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封面样式2-首页3">
    <p:spTree>
      <p:nvGrpSpPr>
        <p:cNvPr id="1" name=""/>
        <p:cNvGrpSpPr/>
        <p:nvPr/>
      </p:nvGrpSpPr>
      <p:grpSpPr>
        <a:xfrm>
          <a:off x="0" y="0"/>
          <a:ext cx="0" cy="0"/>
          <a:chOff x="0" y="0"/>
          <a:chExt cx="0" cy="0"/>
        </a:xfrm>
      </p:grpSpPr>
      <p:sp>
        <p:nvSpPr>
          <p:cNvPr id="33" name="PA-矩形 7">
            <a:extLst>
              <a:ext uri="{FF2B5EF4-FFF2-40B4-BE49-F238E27FC236}">
                <a16:creationId xmlns:a16="http://schemas.microsoft.com/office/drawing/2014/main" id="{F617AE56-2DFD-4B3C-9381-5F4B6AA7F4D0}"/>
              </a:ext>
            </a:extLst>
          </p:cNvPr>
          <p:cNvSpPr/>
          <p:nvPr userDrawn="1">
            <p:custDataLst>
              <p:tags r:id="rId1"/>
            </p:custDataLst>
          </p:nvPr>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9" name="任意多边形: 形状 118">
            <a:extLst>
              <a:ext uri="{FF2B5EF4-FFF2-40B4-BE49-F238E27FC236}">
                <a16:creationId xmlns:a16="http://schemas.microsoft.com/office/drawing/2014/main" id="{2598B5BD-9CE3-4414-BCF1-860652297EE0}"/>
              </a:ext>
            </a:extLst>
          </p:cNvPr>
          <p:cNvSpPr/>
          <p:nvPr userDrawn="1"/>
        </p:nvSpPr>
        <p:spPr>
          <a:xfrm rot="1916941">
            <a:off x="-628945" y="-604401"/>
            <a:ext cx="12918999" cy="10347422"/>
          </a:xfrm>
          <a:custGeom>
            <a:avLst/>
            <a:gdLst>
              <a:gd name="connsiteX0" fmla="*/ 3910821 w 12918999"/>
              <a:gd name="connsiteY0" fmla="*/ 3392979 h 10347422"/>
              <a:gd name="connsiteX1" fmla="*/ 10262073 w 12918999"/>
              <a:gd name="connsiteY1" fmla="*/ 135295 h 10347422"/>
              <a:gd name="connsiteX2" fmla="*/ 10593809 w 12918999"/>
              <a:gd name="connsiteY2" fmla="*/ 0 h 10347422"/>
              <a:gd name="connsiteX3" fmla="*/ 12918999 w 12918999"/>
              <a:gd name="connsiteY3" fmla="*/ 3728462 h 10347422"/>
              <a:gd name="connsiteX4" fmla="*/ 11966464 w 12918999"/>
              <a:gd name="connsiteY4" fmla="*/ 4224159 h 10347422"/>
              <a:gd name="connsiteX5" fmla="*/ 3050273 w 12918999"/>
              <a:gd name="connsiteY5" fmla="*/ 10050202 h 10347422"/>
              <a:gd name="connsiteX6" fmla="*/ 2678241 w 12918999"/>
              <a:gd name="connsiteY6" fmla="*/ 10347422 h 10347422"/>
              <a:gd name="connsiteX7" fmla="*/ 0 w 12918999"/>
              <a:gd name="connsiteY7" fmla="*/ 6052840 h 10347422"/>
              <a:gd name="connsiteX8" fmla="*/ 4301 w 12918999"/>
              <a:gd name="connsiteY8" fmla="*/ 6049545 h 10347422"/>
              <a:gd name="connsiteX9" fmla="*/ 3049697 w 12918999"/>
              <a:gd name="connsiteY9" fmla="*/ 3931365 h 10347422"/>
              <a:gd name="connsiteX10" fmla="*/ 3910821 w 12918999"/>
              <a:gd name="connsiteY10" fmla="*/ 3392979 h 10347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918999" h="10347422">
                <a:moveTo>
                  <a:pt x="3910821" y="3392979"/>
                </a:moveTo>
                <a:cubicBezTo>
                  <a:pt x="5934272" y="2157348"/>
                  <a:pt x="8056184" y="1066634"/>
                  <a:pt x="10262073" y="135295"/>
                </a:cubicBezTo>
                <a:lnTo>
                  <a:pt x="10593809" y="0"/>
                </a:lnTo>
                <a:lnTo>
                  <a:pt x="12918999" y="3728462"/>
                </a:lnTo>
                <a:lnTo>
                  <a:pt x="11966464" y="4224159"/>
                </a:lnTo>
                <a:cubicBezTo>
                  <a:pt x="8816355" y="5904658"/>
                  <a:pt x="5833798" y="7857148"/>
                  <a:pt x="3050273" y="10050202"/>
                </a:cubicBezTo>
                <a:lnTo>
                  <a:pt x="2678241" y="10347422"/>
                </a:lnTo>
                <a:lnTo>
                  <a:pt x="0" y="6052840"/>
                </a:lnTo>
                <a:lnTo>
                  <a:pt x="4301" y="6049545"/>
                </a:lnTo>
                <a:cubicBezTo>
                  <a:pt x="990558" y="5305797"/>
                  <a:pt x="2006380" y="4599047"/>
                  <a:pt x="3049697" y="3931365"/>
                </a:cubicBezTo>
                <a:cubicBezTo>
                  <a:pt x="3334701" y="3748973"/>
                  <a:pt x="3621756" y="3569497"/>
                  <a:pt x="3910821" y="3392979"/>
                </a:cubicBezTo>
                <a:close/>
              </a:path>
            </a:pathLst>
          </a:custGeom>
          <a:gradFill>
            <a:gsLst>
              <a:gs pos="0">
                <a:schemeClr val="bg1">
                  <a:alpha val="0"/>
                </a:schemeClr>
              </a:gs>
              <a:gs pos="100000">
                <a:schemeClr val="accent2">
                  <a:alpha val="1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106" name="任意多边形: 形状 105">
            <a:extLst>
              <a:ext uri="{FF2B5EF4-FFF2-40B4-BE49-F238E27FC236}">
                <a16:creationId xmlns:a16="http://schemas.microsoft.com/office/drawing/2014/main" id="{71EDBCA9-8B80-4A76-9586-83EE76079DF6}"/>
              </a:ext>
            </a:extLst>
          </p:cNvPr>
          <p:cNvSpPr/>
          <p:nvPr userDrawn="1"/>
        </p:nvSpPr>
        <p:spPr>
          <a:xfrm rot="2885786">
            <a:off x="1087929" y="-2969595"/>
            <a:ext cx="10843749" cy="12155155"/>
          </a:xfrm>
          <a:custGeom>
            <a:avLst/>
            <a:gdLst>
              <a:gd name="connsiteX0" fmla="*/ 6051751 w 10843749"/>
              <a:gd name="connsiteY0" fmla="*/ 1433305 h 12155155"/>
              <a:gd name="connsiteX1" fmla="*/ 6837805 w 10843749"/>
              <a:gd name="connsiteY1" fmla="*/ 587393 h 12155155"/>
              <a:gd name="connsiteX2" fmla="*/ 7410328 w 10843749"/>
              <a:gd name="connsiteY2" fmla="*/ 0 h 12155155"/>
              <a:gd name="connsiteX3" fmla="*/ 10843749 w 10843749"/>
              <a:gd name="connsiteY3" fmla="*/ 3081016 h 12155155"/>
              <a:gd name="connsiteX4" fmla="*/ 2700969 w 10843749"/>
              <a:gd name="connsiteY4" fmla="*/ 12155155 h 12155155"/>
              <a:gd name="connsiteX5" fmla="*/ 0 w 10843749"/>
              <a:gd name="connsiteY5" fmla="*/ 9731411 h 12155155"/>
              <a:gd name="connsiteX6" fmla="*/ 261077 w 10843749"/>
              <a:gd name="connsiteY6" fmla="*/ 9278934 h 12155155"/>
              <a:gd name="connsiteX7" fmla="*/ 6051751 w 10843749"/>
              <a:gd name="connsiteY7" fmla="*/ 1433305 h 12155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843749" h="12155155">
                <a:moveTo>
                  <a:pt x="6051751" y="1433305"/>
                </a:moveTo>
                <a:cubicBezTo>
                  <a:pt x="6310424" y="1148193"/>
                  <a:pt x="6572461" y="866201"/>
                  <a:pt x="6837805" y="587393"/>
                </a:cubicBezTo>
                <a:lnTo>
                  <a:pt x="7410328" y="0"/>
                </a:lnTo>
                <a:lnTo>
                  <a:pt x="10843749" y="3081016"/>
                </a:lnTo>
                <a:lnTo>
                  <a:pt x="2700969" y="12155155"/>
                </a:lnTo>
                <a:lnTo>
                  <a:pt x="0" y="9731411"/>
                </a:lnTo>
                <a:lnTo>
                  <a:pt x="261077" y="9278934"/>
                </a:lnTo>
                <a:cubicBezTo>
                  <a:pt x="1926385" y="6466781"/>
                  <a:pt x="3869211" y="3838947"/>
                  <a:pt x="6051751" y="1433305"/>
                </a:cubicBezTo>
                <a:close/>
              </a:path>
            </a:pathLst>
          </a:custGeom>
          <a:gradFill>
            <a:gsLst>
              <a:gs pos="0">
                <a:schemeClr val="bg1">
                  <a:alpha val="0"/>
                </a:schemeClr>
              </a:gs>
              <a:gs pos="100000">
                <a:schemeClr val="accent2">
                  <a:alpha val="11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18" name="任意多边形: 形状 117">
            <a:extLst>
              <a:ext uri="{FF2B5EF4-FFF2-40B4-BE49-F238E27FC236}">
                <a16:creationId xmlns:a16="http://schemas.microsoft.com/office/drawing/2014/main" id="{D3BDC8EB-D763-47E3-A6AE-FBF19E39A979}"/>
              </a:ext>
            </a:extLst>
          </p:cNvPr>
          <p:cNvSpPr/>
          <p:nvPr userDrawn="1"/>
        </p:nvSpPr>
        <p:spPr>
          <a:xfrm rot="1846855">
            <a:off x="-307281" y="-539696"/>
            <a:ext cx="12650822" cy="11532482"/>
          </a:xfrm>
          <a:custGeom>
            <a:avLst/>
            <a:gdLst>
              <a:gd name="connsiteX0" fmla="*/ 7956679 w 12650822"/>
              <a:gd name="connsiteY0" fmla="*/ 1195248 h 11532482"/>
              <a:gd name="connsiteX1" fmla="*/ 9978822 w 12650822"/>
              <a:gd name="connsiteY1" fmla="*/ 62012 h 11532482"/>
              <a:gd name="connsiteX2" fmla="*/ 10098991 w 12650822"/>
              <a:gd name="connsiteY2" fmla="*/ 0 h 11532482"/>
              <a:gd name="connsiteX3" fmla="*/ 12650822 w 12650822"/>
              <a:gd name="connsiteY3" fmla="*/ 4283979 h 11532482"/>
              <a:gd name="connsiteX4" fmla="*/ 12245569 w 12650822"/>
              <a:gd name="connsiteY4" fmla="*/ 4531370 h 11532482"/>
              <a:gd name="connsiteX5" fmla="*/ 3166697 w 12650822"/>
              <a:gd name="connsiteY5" fmla="*/ 11321300 h 11532482"/>
              <a:gd name="connsiteX6" fmla="*/ 2933905 w 12650822"/>
              <a:gd name="connsiteY6" fmla="*/ 11532482 h 11532482"/>
              <a:gd name="connsiteX7" fmla="*/ 1718627 w 12650822"/>
              <a:gd name="connsiteY7" fmla="*/ 9865697 h 11532482"/>
              <a:gd name="connsiteX8" fmla="*/ 0 w 12650822"/>
              <a:gd name="connsiteY8" fmla="*/ 6980488 h 11532482"/>
              <a:gd name="connsiteX9" fmla="*/ 22022 w 12650822"/>
              <a:gd name="connsiteY9" fmla="*/ 6960742 h 11532482"/>
              <a:gd name="connsiteX10" fmla="*/ 4718407 w 12650822"/>
              <a:gd name="connsiteY10" fmla="*/ 3273000 h 11532482"/>
              <a:gd name="connsiteX11" fmla="*/ 7956679 w 12650822"/>
              <a:gd name="connsiteY11" fmla="*/ 1195248 h 11532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650822" h="11532482">
                <a:moveTo>
                  <a:pt x="7956679" y="1195248"/>
                </a:moveTo>
                <a:cubicBezTo>
                  <a:pt x="8621077" y="803084"/>
                  <a:pt x="9295272" y="425195"/>
                  <a:pt x="9978822" y="62012"/>
                </a:cubicBezTo>
                <a:lnTo>
                  <a:pt x="10098991" y="0"/>
                </a:lnTo>
                <a:lnTo>
                  <a:pt x="12650822" y="4283979"/>
                </a:lnTo>
                <a:lnTo>
                  <a:pt x="12245569" y="4531370"/>
                </a:lnTo>
                <a:cubicBezTo>
                  <a:pt x="9012618" y="6531229"/>
                  <a:pt x="5974903" y="8805712"/>
                  <a:pt x="3166697" y="11321300"/>
                </a:cubicBezTo>
                <a:lnTo>
                  <a:pt x="2933905" y="11532482"/>
                </a:lnTo>
                <a:lnTo>
                  <a:pt x="1718627" y="9865697"/>
                </a:lnTo>
                <a:lnTo>
                  <a:pt x="0" y="6980488"/>
                </a:lnTo>
                <a:lnTo>
                  <a:pt x="22022" y="6960742"/>
                </a:lnTo>
                <a:cubicBezTo>
                  <a:pt x="1511041" y="5644986"/>
                  <a:pt x="3079104" y="4413194"/>
                  <a:pt x="4718407" y="3273000"/>
                </a:cubicBezTo>
                <a:cubicBezTo>
                  <a:pt x="5769244" y="2542106"/>
                  <a:pt x="6849352" y="1848853"/>
                  <a:pt x="7956679" y="1195248"/>
                </a:cubicBezTo>
                <a:close/>
              </a:path>
            </a:pathLst>
          </a:custGeom>
          <a:gradFill>
            <a:gsLst>
              <a:gs pos="0">
                <a:schemeClr val="bg1">
                  <a:alpha val="3000"/>
                </a:schemeClr>
              </a:gs>
              <a:gs pos="100000">
                <a:schemeClr val="accent2">
                  <a:alpha val="18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49" name="任意多边形: 形状 83">
            <a:extLst>
              <a:ext uri="{FF2B5EF4-FFF2-40B4-BE49-F238E27FC236}">
                <a16:creationId xmlns:a16="http://schemas.microsoft.com/office/drawing/2014/main" id="{BF5A8484-2D5B-4F59-A3A8-5B9369A9154A}"/>
              </a:ext>
            </a:extLst>
          </p:cNvPr>
          <p:cNvSpPr/>
          <p:nvPr userDrawn="1"/>
        </p:nvSpPr>
        <p:spPr>
          <a:xfrm>
            <a:off x="-1" y="2998308"/>
            <a:ext cx="12191999" cy="3656014"/>
          </a:xfrm>
          <a:custGeom>
            <a:avLst/>
            <a:gdLst>
              <a:gd name="connsiteX0" fmla="*/ 6096002 w 12191999"/>
              <a:gd name="connsiteY0" fmla="*/ 0 h 3656014"/>
              <a:gd name="connsiteX1" fmla="*/ 11517301 w 12191999"/>
              <a:gd name="connsiteY1" fmla="*/ 568339 h 3656014"/>
              <a:gd name="connsiteX2" fmla="*/ 12191999 w 12191999"/>
              <a:gd name="connsiteY2" fmla="*/ 741496 h 3656014"/>
              <a:gd name="connsiteX3" fmla="*/ 12191999 w 12191999"/>
              <a:gd name="connsiteY3" fmla="*/ 3656014 h 3656014"/>
              <a:gd name="connsiteX4" fmla="*/ 0 w 12191999"/>
              <a:gd name="connsiteY4" fmla="*/ 3656014 h 3656014"/>
              <a:gd name="connsiteX5" fmla="*/ 0 w 12191999"/>
              <a:gd name="connsiteY5" fmla="*/ 741497 h 3656014"/>
              <a:gd name="connsiteX6" fmla="*/ 674702 w 12191999"/>
              <a:gd name="connsiteY6" fmla="*/ 568339 h 3656014"/>
              <a:gd name="connsiteX7" fmla="*/ 6096002 w 12191999"/>
              <a:gd name="connsiteY7" fmla="*/ 0 h 36560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1999" h="3656014">
                <a:moveTo>
                  <a:pt x="6096002" y="0"/>
                </a:moveTo>
                <a:cubicBezTo>
                  <a:pt x="8104174" y="0"/>
                  <a:pt x="9969760" y="209519"/>
                  <a:pt x="11517301" y="568339"/>
                </a:cubicBezTo>
                <a:lnTo>
                  <a:pt x="12191999" y="741496"/>
                </a:lnTo>
                <a:lnTo>
                  <a:pt x="12191999" y="3656014"/>
                </a:lnTo>
                <a:lnTo>
                  <a:pt x="0" y="3656014"/>
                </a:lnTo>
                <a:lnTo>
                  <a:pt x="0" y="741497"/>
                </a:lnTo>
                <a:lnTo>
                  <a:pt x="674702" y="568339"/>
                </a:lnTo>
                <a:cubicBezTo>
                  <a:pt x="2222243" y="209519"/>
                  <a:pt x="4087830" y="0"/>
                  <a:pt x="6096002" y="0"/>
                </a:cubicBezTo>
                <a:close/>
              </a:path>
            </a:pathLst>
          </a:custGeom>
          <a:solidFill>
            <a:schemeClr val="bg1"/>
          </a:solidFill>
          <a:ln>
            <a:noFill/>
          </a:ln>
          <a:effectLst>
            <a:outerShdw blurRad="381000" sx="102000" sy="102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lnSpc>
                <a:spcPct val="130000"/>
              </a:lnSpc>
            </a:pPr>
            <a:endParaRPr lang="zh-CN" altLang="en-US">
              <a:cs typeface="+mn-ea"/>
            </a:endParaRPr>
          </a:p>
        </p:txBody>
      </p:sp>
      <p:sp>
        <p:nvSpPr>
          <p:cNvPr id="50" name="任意多边形: 形状 83">
            <a:extLst>
              <a:ext uri="{FF2B5EF4-FFF2-40B4-BE49-F238E27FC236}">
                <a16:creationId xmlns:a16="http://schemas.microsoft.com/office/drawing/2014/main" id="{BF5A8484-2D5B-4F59-A3A8-5B9369A9154A}"/>
              </a:ext>
            </a:extLst>
          </p:cNvPr>
          <p:cNvSpPr/>
          <p:nvPr userDrawn="1"/>
        </p:nvSpPr>
        <p:spPr>
          <a:xfrm>
            <a:off x="-2" y="3019587"/>
            <a:ext cx="12191999" cy="3656014"/>
          </a:xfrm>
          <a:custGeom>
            <a:avLst/>
            <a:gdLst>
              <a:gd name="connsiteX0" fmla="*/ 6096002 w 12191999"/>
              <a:gd name="connsiteY0" fmla="*/ 0 h 3656014"/>
              <a:gd name="connsiteX1" fmla="*/ 11517301 w 12191999"/>
              <a:gd name="connsiteY1" fmla="*/ 568339 h 3656014"/>
              <a:gd name="connsiteX2" fmla="*/ 12191999 w 12191999"/>
              <a:gd name="connsiteY2" fmla="*/ 741496 h 3656014"/>
              <a:gd name="connsiteX3" fmla="*/ 12191999 w 12191999"/>
              <a:gd name="connsiteY3" fmla="*/ 3656014 h 3656014"/>
              <a:gd name="connsiteX4" fmla="*/ 0 w 12191999"/>
              <a:gd name="connsiteY4" fmla="*/ 3656014 h 3656014"/>
              <a:gd name="connsiteX5" fmla="*/ 0 w 12191999"/>
              <a:gd name="connsiteY5" fmla="*/ 741497 h 3656014"/>
              <a:gd name="connsiteX6" fmla="*/ 674702 w 12191999"/>
              <a:gd name="connsiteY6" fmla="*/ 568339 h 3656014"/>
              <a:gd name="connsiteX7" fmla="*/ 6096002 w 12191999"/>
              <a:gd name="connsiteY7" fmla="*/ 0 h 36560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1999" h="3656014">
                <a:moveTo>
                  <a:pt x="6096002" y="0"/>
                </a:moveTo>
                <a:cubicBezTo>
                  <a:pt x="8104174" y="0"/>
                  <a:pt x="9969760" y="209519"/>
                  <a:pt x="11517301" y="568339"/>
                </a:cubicBezTo>
                <a:lnTo>
                  <a:pt x="12191999" y="741496"/>
                </a:lnTo>
                <a:lnTo>
                  <a:pt x="12191999" y="3656014"/>
                </a:lnTo>
                <a:lnTo>
                  <a:pt x="0" y="3656014"/>
                </a:lnTo>
                <a:lnTo>
                  <a:pt x="0" y="741497"/>
                </a:lnTo>
                <a:lnTo>
                  <a:pt x="674702" y="568339"/>
                </a:lnTo>
                <a:cubicBezTo>
                  <a:pt x="2222243" y="209519"/>
                  <a:pt x="4087830" y="0"/>
                  <a:pt x="6096002" y="0"/>
                </a:cubicBezTo>
                <a:close/>
              </a:path>
            </a:pathLst>
          </a:custGeom>
          <a:solidFill>
            <a:schemeClr val="accent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lnSpc>
                <a:spcPct val="130000"/>
              </a:lnSpc>
            </a:pPr>
            <a:endParaRPr lang="zh-CN" altLang="en-US">
              <a:cs typeface="+mn-ea"/>
            </a:endParaRPr>
          </a:p>
        </p:txBody>
      </p:sp>
      <p:sp>
        <p:nvSpPr>
          <p:cNvPr id="102" name="任意多边形: 形状 101">
            <a:extLst>
              <a:ext uri="{FF2B5EF4-FFF2-40B4-BE49-F238E27FC236}">
                <a16:creationId xmlns:a16="http://schemas.microsoft.com/office/drawing/2014/main" id="{0EDC3667-87B7-4232-9F74-2F0E9CE7574F}"/>
              </a:ext>
            </a:extLst>
          </p:cNvPr>
          <p:cNvSpPr/>
          <p:nvPr userDrawn="1"/>
        </p:nvSpPr>
        <p:spPr>
          <a:xfrm rot="2676034">
            <a:off x="-1681418" y="5021332"/>
            <a:ext cx="3362838" cy="3410056"/>
          </a:xfrm>
          <a:custGeom>
            <a:avLst/>
            <a:gdLst>
              <a:gd name="connsiteX0" fmla="*/ 0 w 3362838"/>
              <a:gd name="connsiteY0" fmla="*/ 0 h 3410056"/>
              <a:gd name="connsiteX1" fmla="*/ 3362838 w 3362838"/>
              <a:gd name="connsiteY1" fmla="*/ 3410056 h 3410056"/>
              <a:gd name="connsiteX2" fmla="*/ 3362837 w 3362838"/>
              <a:gd name="connsiteY2" fmla="*/ 3410056 h 3410056"/>
              <a:gd name="connsiteX3" fmla="*/ 0 w 3362838"/>
              <a:gd name="connsiteY3" fmla="*/ 1 h 3410056"/>
            </a:gdLst>
            <a:ahLst/>
            <a:cxnLst>
              <a:cxn ang="0">
                <a:pos x="connsiteX0" y="connsiteY0"/>
              </a:cxn>
              <a:cxn ang="0">
                <a:pos x="connsiteX1" y="connsiteY1"/>
              </a:cxn>
              <a:cxn ang="0">
                <a:pos x="connsiteX2" y="connsiteY2"/>
              </a:cxn>
              <a:cxn ang="0">
                <a:pos x="connsiteX3" y="connsiteY3"/>
              </a:cxn>
            </a:cxnLst>
            <a:rect l="l" t="t" r="r" b="b"/>
            <a:pathLst>
              <a:path w="3362838" h="3410056">
                <a:moveTo>
                  <a:pt x="0" y="0"/>
                </a:moveTo>
                <a:lnTo>
                  <a:pt x="3362838" y="3410056"/>
                </a:lnTo>
                <a:lnTo>
                  <a:pt x="3362837" y="3410056"/>
                </a:lnTo>
                <a:lnTo>
                  <a:pt x="0" y="1"/>
                </a:lnTo>
                <a:close/>
              </a:path>
            </a:pathLst>
          </a:custGeom>
          <a:gradFill>
            <a:gsLst>
              <a:gs pos="0">
                <a:schemeClr val="bg1">
                  <a:alpha val="0"/>
                </a:schemeClr>
              </a:gs>
              <a:gs pos="100000">
                <a:schemeClr val="accent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84" name="任意多边形: 形状 83">
            <a:extLst>
              <a:ext uri="{FF2B5EF4-FFF2-40B4-BE49-F238E27FC236}">
                <a16:creationId xmlns:a16="http://schemas.microsoft.com/office/drawing/2014/main" id="{BF5A8484-2D5B-4F59-A3A8-5B9369A9154A}"/>
              </a:ext>
            </a:extLst>
          </p:cNvPr>
          <p:cNvSpPr/>
          <p:nvPr userDrawn="1"/>
        </p:nvSpPr>
        <p:spPr>
          <a:xfrm>
            <a:off x="0" y="3201986"/>
            <a:ext cx="12191999" cy="3656014"/>
          </a:xfrm>
          <a:custGeom>
            <a:avLst/>
            <a:gdLst>
              <a:gd name="connsiteX0" fmla="*/ 6096002 w 12191999"/>
              <a:gd name="connsiteY0" fmla="*/ 0 h 3656014"/>
              <a:gd name="connsiteX1" fmla="*/ 11517301 w 12191999"/>
              <a:gd name="connsiteY1" fmla="*/ 568339 h 3656014"/>
              <a:gd name="connsiteX2" fmla="*/ 12191999 w 12191999"/>
              <a:gd name="connsiteY2" fmla="*/ 741496 h 3656014"/>
              <a:gd name="connsiteX3" fmla="*/ 12191999 w 12191999"/>
              <a:gd name="connsiteY3" fmla="*/ 3656014 h 3656014"/>
              <a:gd name="connsiteX4" fmla="*/ 0 w 12191999"/>
              <a:gd name="connsiteY4" fmla="*/ 3656014 h 3656014"/>
              <a:gd name="connsiteX5" fmla="*/ 0 w 12191999"/>
              <a:gd name="connsiteY5" fmla="*/ 741497 h 3656014"/>
              <a:gd name="connsiteX6" fmla="*/ 674702 w 12191999"/>
              <a:gd name="connsiteY6" fmla="*/ 568339 h 3656014"/>
              <a:gd name="connsiteX7" fmla="*/ 6096002 w 12191999"/>
              <a:gd name="connsiteY7" fmla="*/ 0 h 36560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1999" h="3656014">
                <a:moveTo>
                  <a:pt x="6096002" y="0"/>
                </a:moveTo>
                <a:cubicBezTo>
                  <a:pt x="8104174" y="0"/>
                  <a:pt x="9969760" y="209519"/>
                  <a:pt x="11517301" y="568339"/>
                </a:cubicBezTo>
                <a:lnTo>
                  <a:pt x="12191999" y="741496"/>
                </a:lnTo>
                <a:lnTo>
                  <a:pt x="12191999" y="3656014"/>
                </a:lnTo>
                <a:lnTo>
                  <a:pt x="0" y="3656014"/>
                </a:lnTo>
                <a:lnTo>
                  <a:pt x="0" y="741497"/>
                </a:lnTo>
                <a:lnTo>
                  <a:pt x="674702" y="568339"/>
                </a:lnTo>
                <a:cubicBezTo>
                  <a:pt x="2222243" y="209519"/>
                  <a:pt x="4087830" y="0"/>
                  <a:pt x="6096002" y="0"/>
                </a:cubicBezTo>
                <a:close/>
              </a:path>
            </a:pathLst>
          </a:custGeom>
          <a:solidFill>
            <a:schemeClr val="bg1"/>
          </a:solidFill>
          <a:ln>
            <a:noFill/>
          </a:ln>
          <a:effectLst>
            <a:outerShdw blurRad="381000" sx="102000" sy="102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lnSpc>
                <a:spcPct val="130000"/>
              </a:lnSpc>
            </a:pPr>
            <a:endParaRPr lang="zh-CN" altLang="en-US">
              <a:cs typeface="+mn-ea"/>
            </a:endParaRPr>
          </a:p>
        </p:txBody>
      </p:sp>
      <p:sp>
        <p:nvSpPr>
          <p:cNvPr id="48" name="标题 47">
            <a:extLst>
              <a:ext uri="{FF2B5EF4-FFF2-40B4-BE49-F238E27FC236}">
                <a16:creationId xmlns:a16="http://schemas.microsoft.com/office/drawing/2014/main" id="{253B7C5E-3F08-4EBF-9056-30949C85AEF8}"/>
              </a:ext>
            </a:extLst>
          </p:cNvPr>
          <p:cNvSpPr>
            <a:spLocks noGrp="1"/>
          </p:cNvSpPr>
          <p:nvPr userDrawn="1">
            <p:ph type="title" hasCustomPrompt="1"/>
          </p:nvPr>
        </p:nvSpPr>
        <p:spPr>
          <a:xfrm>
            <a:off x="515939" y="3758091"/>
            <a:ext cx="11160124" cy="1323439"/>
          </a:xfrm>
          <a:prstGeom prst="rect">
            <a:avLst/>
          </a:prstGeom>
          <a:noFill/>
        </p:spPr>
        <p:txBody>
          <a:bodyPr wrap="square" lIns="0" rtlCol="0">
            <a:spAutoFit/>
          </a:bodyPr>
          <a:lstStyle>
            <a:lvl1pPr algn="ctr">
              <a:lnSpc>
                <a:spcPct val="100000"/>
              </a:lnSpc>
              <a:defRPr lang="zh-CN" altLang="en-US" sz="4000" b="1" spc="100" dirty="0">
                <a:solidFill>
                  <a:schemeClr val="tx1"/>
                </a:solidFill>
                <a:latin typeface="+mn-ea"/>
                <a:ea typeface="+mn-ea"/>
                <a:cs typeface="+mn-ea"/>
              </a:defRPr>
            </a:lvl1pPr>
          </a:lstStyle>
          <a:p>
            <a:pPr marL="0" lvl="0"/>
            <a:r>
              <a:rPr lang="zh-CN" altLang="en-US" dirty="0"/>
              <a:t>北京理工大学</a:t>
            </a:r>
            <a:br>
              <a:rPr lang="zh-CN" altLang="en-US" dirty="0"/>
            </a:br>
            <a:r>
              <a:rPr lang="zh-CN" altLang="en-US" dirty="0"/>
              <a:t>毕业设计论文答辩模板</a:t>
            </a:r>
          </a:p>
        </p:txBody>
      </p:sp>
      <p:sp>
        <p:nvSpPr>
          <p:cNvPr id="38" name="文本占位符 53">
            <a:extLst>
              <a:ext uri="{FF2B5EF4-FFF2-40B4-BE49-F238E27FC236}">
                <a16:creationId xmlns:a16="http://schemas.microsoft.com/office/drawing/2014/main" id="{6465F7BF-7316-4A2A-9ECF-AB9E637FFCF4}"/>
              </a:ext>
            </a:extLst>
          </p:cNvPr>
          <p:cNvSpPr>
            <a:spLocks noGrp="1"/>
          </p:cNvSpPr>
          <p:nvPr userDrawn="1">
            <p:ph type="body" sz="quarter" idx="16" hasCustomPrompt="1"/>
          </p:nvPr>
        </p:nvSpPr>
        <p:spPr>
          <a:xfrm>
            <a:off x="4063320" y="5540739"/>
            <a:ext cx="4065361" cy="344710"/>
          </a:xfrm>
          <a:prstGeom prst="rect">
            <a:avLst/>
          </a:prstGeom>
          <a:noFill/>
        </p:spPr>
        <p:txBody>
          <a:bodyPr wrap="square" lIns="0" rtlCol="0" anchor="ctr" anchorCtr="0">
            <a:spAutoFit/>
          </a:bodyPr>
          <a:lstStyle>
            <a:lvl1pPr marL="0" indent="0" algn="ctr">
              <a:lnSpc>
                <a:spcPct val="130000"/>
              </a:lnSpc>
              <a:buNone/>
              <a:defRPr lang="zh-CN" altLang="en-US" sz="1400" spc="100" smtClean="0">
                <a:solidFill>
                  <a:schemeClr val="tx1">
                    <a:lumMod val="85000"/>
                    <a:lumOff val="15000"/>
                  </a:schemeClr>
                </a:solidFill>
                <a:cs typeface="+mn-ea"/>
              </a:defRPr>
            </a:lvl1pPr>
            <a:lvl2pPr>
              <a:defRPr lang="zh-CN" altLang="en-US" sz="1800" smtClean="0"/>
            </a:lvl2pPr>
            <a:lvl3pPr>
              <a:defRPr lang="zh-CN" altLang="en-US" sz="1800" smtClean="0"/>
            </a:lvl3pPr>
            <a:lvl4pPr>
              <a:defRPr lang="zh-CN" altLang="en-US" smtClean="0"/>
            </a:lvl4pPr>
            <a:lvl5pPr>
              <a:defRPr lang="zh-CN" altLang="en-US"/>
            </a:lvl5pPr>
          </a:lstStyle>
          <a:p>
            <a:pPr marL="0" lvl="0">
              <a:lnSpc>
                <a:spcPct val="130000"/>
              </a:lnSpc>
            </a:pPr>
            <a:r>
              <a:rPr lang="zh-CN" altLang="en-US" dirty="0"/>
              <a:t>指导教师： </a:t>
            </a:r>
            <a:r>
              <a:rPr lang="en-US" altLang="zh-CN" dirty="0"/>
              <a:t>XXX	</a:t>
            </a:r>
            <a:r>
              <a:rPr lang="zh-CN" altLang="en-US" dirty="0"/>
              <a:t>答辩学生： 芃苇</a:t>
            </a:r>
          </a:p>
        </p:txBody>
      </p:sp>
      <p:cxnSp>
        <p:nvCxnSpPr>
          <p:cNvPr id="18" name="直接连接符 17">
            <a:extLst>
              <a:ext uri="{FF2B5EF4-FFF2-40B4-BE49-F238E27FC236}">
                <a16:creationId xmlns:a16="http://schemas.microsoft.com/office/drawing/2014/main" id="{598AF966-7C79-45DC-9C70-AB081DBECE7D}"/>
              </a:ext>
            </a:extLst>
          </p:cNvPr>
          <p:cNvCxnSpPr>
            <a:cxnSpLocks/>
          </p:cNvCxnSpPr>
          <p:nvPr userDrawn="1"/>
        </p:nvCxnSpPr>
        <p:spPr>
          <a:xfrm>
            <a:off x="2108522" y="5295418"/>
            <a:ext cx="7974957"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2" name="图片 1"/>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3866200" y="944838"/>
            <a:ext cx="4510874" cy="1262604"/>
          </a:xfrm>
          <a:prstGeom prst="rect">
            <a:avLst/>
          </a:prstGeom>
        </p:spPr>
      </p:pic>
      <p:sp>
        <p:nvSpPr>
          <p:cNvPr id="51" name="文本框 50"/>
          <p:cNvSpPr txBox="1"/>
          <p:nvPr userDrawn="1"/>
        </p:nvSpPr>
        <p:spPr>
          <a:xfrm>
            <a:off x="150844" y="6088688"/>
            <a:ext cx="2156520" cy="617431"/>
          </a:xfrm>
          <a:prstGeom prst="rect">
            <a:avLst/>
          </a:prstGeom>
          <a:noFill/>
          <a:ln>
            <a:noFill/>
          </a:ln>
        </p:spPr>
        <p:txBody>
          <a:bodyPr wrap="square" lIns="180000" tIns="180000" rIns="180000" bIns="180000" rtlCol="0">
            <a:spAutoFit/>
          </a:bodyPr>
          <a:lstStyle/>
          <a:p>
            <a:pPr marL="0" marR="0" lvl="0" indent="0" algn="l" defTabSz="914400" rtl="0" eaLnBrk="0" fontAlgn="base" latinLnBrk="0" hangingPunct="0">
              <a:lnSpc>
                <a:spcPct val="130000"/>
              </a:lnSpc>
              <a:spcBef>
                <a:spcPct val="0"/>
              </a:spcBef>
              <a:spcAft>
                <a:spcPct val="0"/>
              </a:spcAft>
              <a:buClrTx/>
              <a:buSzTx/>
              <a:buFontTx/>
              <a:buNone/>
              <a:tabLst/>
              <a:defRPr/>
            </a:pPr>
            <a:r>
              <a:rPr lang="en-US" altLang="zh-CN" sz="1400" b="1" i="0" spc="100" dirty="0">
                <a:solidFill>
                  <a:schemeClr val="accent3"/>
                </a:solidFill>
                <a:latin typeface="+mn-ea"/>
                <a:ea typeface="+mn-ea"/>
              </a:rPr>
              <a:t>BIT</a:t>
            </a:r>
            <a:r>
              <a:rPr lang="en-US" altLang="zh-CN" sz="1400" b="0" i="0" spc="100" baseline="0" dirty="0">
                <a:solidFill>
                  <a:schemeClr val="accent3"/>
                </a:solidFill>
                <a:latin typeface="+mn-ea"/>
              </a:rPr>
              <a:t> </a:t>
            </a:r>
            <a:r>
              <a:rPr lang="en-US" altLang="zh-CN" sz="1400" b="1" i="0" spc="100" baseline="0" dirty="0">
                <a:solidFill>
                  <a:schemeClr val="accent3"/>
                </a:solidFill>
                <a:latin typeface="+mn-ea"/>
              </a:rPr>
              <a:t>|</a:t>
            </a:r>
            <a:r>
              <a:rPr lang="en-US" altLang="zh-CN" sz="1400" b="0" i="0" spc="100" baseline="0" dirty="0">
                <a:solidFill>
                  <a:schemeClr val="accent3"/>
                </a:solidFill>
                <a:latin typeface="+mn-ea"/>
              </a:rPr>
              <a:t> </a:t>
            </a:r>
            <a:r>
              <a:rPr lang="en-US" altLang="zh-CN" sz="1400" b="1" i="0" spc="100" baseline="0" dirty="0">
                <a:solidFill>
                  <a:schemeClr val="accent3"/>
                </a:solidFill>
                <a:latin typeface="+mn-ea"/>
              </a:rPr>
              <a:t>SINCE 1940</a:t>
            </a:r>
            <a:endParaRPr lang="zh-CN" altLang="en-US" sz="1400" b="1" i="0" spc="100" dirty="0">
              <a:solidFill>
                <a:schemeClr val="accent3"/>
              </a:solidFill>
              <a:latin typeface="微软雅黑 Light" panose="020B0502040204020203" pitchFamily="34" charset="-122"/>
              <a:ea typeface="微软雅黑 Light" panose="020B0502040204020203" pitchFamily="34" charset="-122"/>
            </a:endParaRPr>
          </a:p>
        </p:txBody>
      </p:sp>
      <p:grpSp>
        <p:nvGrpSpPr>
          <p:cNvPr id="52" name="组合 51"/>
          <p:cNvGrpSpPr/>
          <p:nvPr userDrawn="1"/>
        </p:nvGrpSpPr>
        <p:grpSpPr>
          <a:xfrm>
            <a:off x="10083479" y="6315185"/>
            <a:ext cx="1765866" cy="192031"/>
            <a:chOff x="598941" y="6399999"/>
            <a:chExt cx="2542613" cy="276499"/>
          </a:xfrm>
          <a:solidFill>
            <a:schemeClr val="bg1">
              <a:lumMod val="65000"/>
            </a:schemeClr>
          </a:solidFill>
        </p:grpSpPr>
        <p:grpSp>
          <p:nvGrpSpPr>
            <p:cNvPr id="53" name="组合 52">
              <a:extLst>
                <a:ext uri="{FF2B5EF4-FFF2-40B4-BE49-F238E27FC236}">
                  <a16:creationId xmlns:a16="http://schemas.microsoft.com/office/drawing/2014/main" id="{2B6AF4F4-F405-428E-ACB6-6C287CCD9962}"/>
                </a:ext>
              </a:extLst>
            </p:cNvPr>
            <p:cNvGrpSpPr/>
            <p:nvPr/>
          </p:nvGrpSpPr>
          <p:grpSpPr>
            <a:xfrm>
              <a:off x="2055693" y="6402621"/>
              <a:ext cx="1085861" cy="270805"/>
              <a:chOff x="10340336" y="2247899"/>
              <a:chExt cx="2724438" cy="679451"/>
            </a:xfrm>
            <a:grpFill/>
          </p:grpSpPr>
          <p:sp>
            <p:nvSpPr>
              <p:cNvPr id="89" name="Freeform 5">
                <a:extLst>
                  <a:ext uri="{FF2B5EF4-FFF2-40B4-BE49-F238E27FC236}">
                    <a16:creationId xmlns:a16="http://schemas.microsoft.com/office/drawing/2014/main" id="{7EF8326A-A460-4F1F-A35E-22F6C0E02782}"/>
                  </a:ext>
                </a:extLst>
              </p:cNvPr>
              <p:cNvSpPr>
                <a:spLocks/>
              </p:cNvSpPr>
              <p:nvPr/>
            </p:nvSpPr>
            <p:spPr bwMode="auto">
              <a:xfrm>
                <a:off x="11868131" y="2285206"/>
                <a:ext cx="534988" cy="603250"/>
              </a:xfrm>
              <a:custGeom>
                <a:avLst/>
                <a:gdLst>
                  <a:gd name="T0" fmla="*/ 41 w 125"/>
                  <a:gd name="T1" fmla="*/ 16 h 142"/>
                  <a:gd name="T2" fmla="*/ 49 w 125"/>
                  <a:gd name="T3" fmla="*/ 3 h 142"/>
                  <a:gd name="T4" fmla="*/ 62 w 125"/>
                  <a:gd name="T5" fmla="*/ 20 h 142"/>
                  <a:gd name="T6" fmla="*/ 64 w 125"/>
                  <a:gd name="T7" fmla="*/ 33 h 142"/>
                  <a:gd name="T8" fmla="*/ 50 w 125"/>
                  <a:gd name="T9" fmla="*/ 34 h 142"/>
                  <a:gd name="T10" fmla="*/ 58 w 125"/>
                  <a:gd name="T11" fmla="*/ 58 h 142"/>
                  <a:gd name="T12" fmla="*/ 75 w 125"/>
                  <a:gd name="T13" fmla="*/ 59 h 142"/>
                  <a:gd name="T14" fmla="*/ 71 w 125"/>
                  <a:gd name="T15" fmla="*/ 50 h 142"/>
                  <a:gd name="T16" fmla="*/ 81 w 125"/>
                  <a:gd name="T17" fmla="*/ 47 h 142"/>
                  <a:gd name="T18" fmla="*/ 65 w 125"/>
                  <a:gd name="T19" fmla="*/ 42 h 142"/>
                  <a:gd name="T20" fmla="*/ 63 w 125"/>
                  <a:gd name="T21" fmla="*/ 37 h 142"/>
                  <a:gd name="T22" fmla="*/ 85 w 125"/>
                  <a:gd name="T23" fmla="*/ 27 h 142"/>
                  <a:gd name="T24" fmla="*/ 93 w 125"/>
                  <a:gd name="T25" fmla="*/ 2 h 142"/>
                  <a:gd name="T26" fmla="*/ 99 w 125"/>
                  <a:gd name="T27" fmla="*/ 5 h 142"/>
                  <a:gd name="T28" fmla="*/ 111 w 125"/>
                  <a:gd name="T29" fmla="*/ 30 h 142"/>
                  <a:gd name="T30" fmla="*/ 102 w 125"/>
                  <a:gd name="T31" fmla="*/ 34 h 142"/>
                  <a:gd name="T32" fmla="*/ 95 w 125"/>
                  <a:gd name="T33" fmla="*/ 59 h 142"/>
                  <a:gd name="T34" fmla="*/ 123 w 125"/>
                  <a:gd name="T35" fmla="*/ 61 h 142"/>
                  <a:gd name="T36" fmla="*/ 110 w 125"/>
                  <a:gd name="T37" fmla="*/ 71 h 142"/>
                  <a:gd name="T38" fmla="*/ 104 w 125"/>
                  <a:gd name="T39" fmla="*/ 82 h 142"/>
                  <a:gd name="T40" fmla="*/ 112 w 125"/>
                  <a:gd name="T41" fmla="*/ 134 h 142"/>
                  <a:gd name="T42" fmla="*/ 102 w 125"/>
                  <a:gd name="T43" fmla="*/ 140 h 142"/>
                  <a:gd name="T44" fmla="*/ 89 w 125"/>
                  <a:gd name="T45" fmla="*/ 123 h 142"/>
                  <a:gd name="T46" fmla="*/ 101 w 125"/>
                  <a:gd name="T47" fmla="*/ 128 h 142"/>
                  <a:gd name="T48" fmla="*/ 101 w 125"/>
                  <a:gd name="T49" fmla="*/ 92 h 142"/>
                  <a:gd name="T50" fmla="*/ 97 w 125"/>
                  <a:gd name="T51" fmla="*/ 99 h 142"/>
                  <a:gd name="T52" fmla="*/ 90 w 125"/>
                  <a:gd name="T53" fmla="*/ 103 h 142"/>
                  <a:gd name="T54" fmla="*/ 86 w 125"/>
                  <a:gd name="T55" fmla="*/ 110 h 142"/>
                  <a:gd name="T56" fmla="*/ 81 w 125"/>
                  <a:gd name="T57" fmla="*/ 120 h 142"/>
                  <a:gd name="T58" fmla="*/ 88 w 125"/>
                  <a:gd name="T59" fmla="*/ 71 h 142"/>
                  <a:gd name="T60" fmla="*/ 60 w 125"/>
                  <a:gd name="T61" fmla="*/ 87 h 142"/>
                  <a:gd name="T62" fmla="*/ 53 w 125"/>
                  <a:gd name="T63" fmla="*/ 89 h 142"/>
                  <a:gd name="T64" fmla="*/ 51 w 125"/>
                  <a:gd name="T65" fmla="*/ 128 h 142"/>
                  <a:gd name="T66" fmla="*/ 43 w 125"/>
                  <a:gd name="T67" fmla="*/ 134 h 142"/>
                  <a:gd name="T68" fmla="*/ 39 w 125"/>
                  <a:gd name="T69" fmla="*/ 107 h 142"/>
                  <a:gd name="T70" fmla="*/ 33 w 125"/>
                  <a:gd name="T71" fmla="*/ 114 h 142"/>
                  <a:gd name="T72" fmla="*/ 17 w 125"/>
                  <a:gd name="T73" fmla="*/ 108 h 142"/>
                  <a:gd name="T74" fmla="*/ 5 w 125"/>
                  <a:gd name="T75" fmla="*/ 81 h 142"/>
                  <a:gd name="T76" fmla="*/ 34 w 125"/>
                  <a:gd name="T77" fmla="*/ 56 h 142"/>
                  <a:gd name="T78" fmla="*/ 38 w 125"/>
                  <a:gd name="T79" fmla="*/ 33 h 142"/>
                  <a:gd name="T80" fmla="*/ 22 w 125"/>
                  <a:gd name="T81" fmla="*/ 55 h 142"/>
                  <a:gd name="T82" fmla="*/ 14 w 125"/>
                  <a:gd name="T83" fmla="*/ 55 h 142"/>
                  <a:gd name="T84" fmla="*/ 11 w 125"/>
                  <a:gd name="T85" fmla="*/ 36 h 142"/>
                  <a:gd name="T86" fmla="*/ 32 w 125"/>
                  <a:gd name="T87" fmla="*/ 22 h 142"/>
                  <a:gd name="T88" fmla="*/ 28 w 125"/>
                  <a:gd name="T89" fmla="*/ 33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5" h="142">
                    <a:moveTo>
                      <a:pt x="28" y="33"/>
                    </a:moveTo>
                    <a:cubicBezTo>
                      <a:pt x="35" y="29"/>
                      <a:pt x="41" y="25"/>
                      <a:pt x="41" y="16"/>
                    </a:cubicBezTo>
                    <a:cubicBezTo>
                      <a:pt x="41" y="13"/>
                      <a:pt x="43" y="9"/>
                      <a:pt x="44" y="6"/>
                    </a:cubicBezTo>
                    <a:cubicBezTo>
                      <a:pt x="45" y="5"/>
                      <a:pt x="48" y="3"/>
                      <a:pt x="49" y="3"/>
                    </a:cubicBezTo>
                    <a:cubicBezTo>
                      <a:pt x="54" y="4"/>
                      <a:pt x="59" y="9"/>
                      <a:pt x="59" y="15"/>
                    </a:cubicBezTo>
                    <a:cubicBezTo>
                      <a:pt x="59" y="18"/>
                      <a:pt x="60" y="19"/>
                      <a:pt x="62" y="20"/>
                    </a:cubicBezTo>
                    <a:cubicBezTo>
                      <a:pt x="65" y="22"/>
                      <a:pt x="68" y="25"/>
                      <a:pt x="69" y="28"/>
                    </a:cubicBezTo>
                    <a:cubicBezTo>
                      <a:pt x="71" y="32"/>
                      <a:pt x="68" y="34"/>
                      <a:pt x="64" y="33"/>
                    </a:cubicBezTo>
                    <a:cubicBezTo>
                      <a:pt x="62" y="32"/>
                      <a:pt x="60" y="31"/>
                      <a:pt x="57" y="30"/>
                    </a:cubicBezTo>
                    <a:cubicBezTo>
                      <a:pt x="53" y="28"/>
                      <a:pt x="51" y="29"/>
                      <a:pt x="50" y="34"/>
                    </a:cubicBezTo>
                    <a:cubicBezTo>
                      <a:pt x="48" y="45"/>
                      <a:pt x="46" y="56"/>
                      <a:pt x="52" y="66"/>
                    </a:cubicBezTo>
                    <a:cubicBezTo>
                      <a:pt x="54" y="64"/>
                      <a:pt x="56" y="62"/>
                      <a:pt x="58" y="58"/>
                    </a:cubicBezTo>
                    <a:cubicBezTo>
                      <a:pt x="61" y="62"/>
                      <a:pt x="63" y="65"/>
                      <a:pt x="65" y="69"/>
                    </a:cubicBezTo>
                    <a:cubicBezTo>
                      <a:pt x="68" y="66"/>
                      <a:pt x="72" y="62"/>
                      <a:pt x="75" y="59"/>
                    </a:cubicBezTo>
                    <a:cubicBezTo>
                      <a:pt x="76" y="58"/>
                      <a:pt x="75" y="56"/>
                      <a:pt x="75" y="55"/>
                    </a:cubicBezTo>
                    <a:cubicBezTo>
                      <a:pt x="74" y="53"/>
                      <a:pt x="71" y="51"/>
                      <a:pt x="71" y="50"/>
                    </a:cubicBezTo>
                    <a:cubicBezTo>
                      <a:pt x="72" y="47"/>
                      <a:pt x="75" y="46"/>
                      <a:pt x="78" y="47"/>
                    </a:cubicBezTo>
                    <a:cubicBezTo>
                      <a:pt x="79" y="47"/>
                      <a:pt x="80" y="47"/>
                      <a:pt x="81" y="47"/>
                    </a:cubicBezTo>
                    <a:cubicBezTo>
                      <a:pt x="81" y="44"/>
                      <a:pt x="82" y="40"/>
                      <a:pt x="83" y="35"/>
                    </a:cubicBezTo>
                    <a:cubicBezTo>
                      <a:pt x="76" y="38"/>
                      <a:pt x="71" y="40"/>
                      <a:pt x="65" y="42"/>
                    </a:cubicBezTo>
                    <a:cubicBezTo>
                      <a:pt x="61" y="44"/>
                      <a:pt x="60" y="44"/>
                      <a:pt x="57" y="40"/>
                    </a:cubicBezTo>
                    <a:cubicBezTo>
                      <a:pt x="59" y="39"/>
                      <a:pt x="61" y="38"/>
                      <a:pt x="63" y="37"/>
                    </a:cubicBezTo>
                    <a:cubicBezTo>
                      <a:pt x="69" y="35"/>
                      <a:pt x="75" y="33"/>
                      <a:pt x="81" y="30"/>
                    </a:cubicBezTo>
                    <a:cubicBezTo>
                      <a:pt x="83" y="30"/>
                      <a:pt x="84" y="28"/>
                      <a:pt x="85" y="27"/>
                    </a:cubicBezTo>
                    <a:cubicBezTo>
                      <a:pt x="87" y="21"/>
                      <a:pt x="88" y="14"/>
                      <a:pt x="90" y="8"/>
                    </a:cubicBezTo>
                    <a:cubicBezTo>
                      <a:pt x="90" y="6"/>
                      <a:pt x="92" y="3"/>
                      <a:pt x="93" y="2"/>
                    </a:cubicBezTo>
                    <a:cubicBezTo>
                      <a:pt x="94" y="0"/>
                      <a:pt x="96" y="0"/>
                      <a:pt x="98" y="0"/>
                    </a:cubicBezTo>
                    <a:cubicBezTo>
                      <a:pt x="98" y="1"/>
                      <a:pt x="99" y="4"/>
                      <a:pt x="99" y="5"/>
                    </a:cubicBezTo>
                    <a:cubicBezTo>
                      <a:pt x="93" y="12"/>
                      <a:pt x="94" y="20"/>
                      <a:pt x="92" y="28"/>
                    </a:cubicBezTo>
                    <a:cubicBezTo>
                      <a:pt x="98" y="31"/>
                      <a:pt x="105" y="25"/>
                      <a:pt x="111" y="30"/>
                    </a:cubicBezTo>
                    <a:cubicBezTo>
                      <a:pt x="109" y="33"/>
                      <a:pt x="107" y="36"/>
                      <a:pt x="103" y="35"/>
                    </a:cubicBezTo>
                    <a:cubicBezTo>
                      <a:pt x="103" y="34"/>
                      <a:pt x="102" y="34"/>
                      <a:pt x="102" y="34"/>
                    </a:cubicBezTo>
                    <a:cubicBezTo>
                      <a:pt x="92" y="34"/>
                      <a:pt x="88" y="39"/>
                      <a:pt x="90" y="49"/>
                    </a:cubicBezTo>
                    <a:cubicBezTo>
                      <a:pt x="91" y="52"/>
                      <a:pt x="93" y="55"/>
                      <a:pt x="95" y="59"/>
                    </a:cubicBezTo>
                    <a:cubicBezTo>
                      <a:pt x="99" y="59"/>
                      <a:pt x="104" y="58"/>
                      <a:pt x="109" y="57"/>
                    </a:cubicBezTo>
                    <a:cubicBezTo>
                      <a:pt x="114" y="56"/>
                      <a:pt x="119" y="58"/>
                      <a:pt x="123" y="61"/>
                    </a:cubicBezTo>
                    <a:cubicBezTo>
                      <a:pt x="125" y="63"/>
                      <a:pt x="125" y="66"/>
                      <a:pt x="122" y="67"/>
                    </a:cubicBezTo>
                    <a:cubicBezTo>
                      <a:pt x="118" y="69"/>
                      <a:pt x="114" y="71"/>
                      <a:pt x="110" y="71"/>
                    </a:cubicBezTo>
                    <a:cubicBezTo>
                      <a:pt x="103" y="70"/>
                      <a:pt x="99" y="75"/>
                      <a:pt x="95" y="79"/>
                    </a:cubicBezTo>
                    <a:cubicBezTo>
                      <a:pt x="98" y="80"/>
                      <a:pt x="102" y="80"/>
                      <a:pt x="104" y="82"/>
                    </a:cubicBezTo>
                    <a:cubicBezTo>
                      <a:pt x="106" y="83"/>
                      <a:pt x="108" y="86"/>
                      <a:pt x="109" y="88"/>
                    </a:cubicBezTo>
                    <a:cubicBezTo>
                      <a:pt x="110" y="104"/>
                      <a:pt x="111" y="119"/>
                      <a:pt x="112" y="134"/>
                    </a:cubicBezTo>
                    <a:cubicBezTo>
                      <a:pt x="112" y="137"/>
                      <a:pt x="110" y="140"/>
                      <a:pt x="110" y="142"/>
                    </a:cubicBezTo>
                    <a:cubicBezTo>
                      <a:pt x="107" y="141"/>
                      <a:pt x="104" y="141"/>
                      <a:pt x="102" y="140"/>
                    </a:cubicBezTo>
                    <a:cubicBezTo>
                      <a:pt x="97" y="136"/>
                      <a:pt x="93" y="131"/>
                      <a:pt x="90" y="127"/>
                    </a:cubicBezTo>
                    <a:cubicBezTo>
                      <a:pt x="89" y="126"/>
                      <a:pt x="89" y="124"/>
                      <a:pt x="89" y="123"/>
                    </a:cubicBezTo>
                    <a:cubicBezTo>
                      <a:pt x="92" y="125"/>
                      <a:pt x="96" y="127"/>
                      <a:pt x="100" y="130"/>
                    </a:cubicBezTo>
                    <a:cubicBezTo>
                      <a:pt x="100" y="129"/>
                      <a:pt x="101" y="129"/>
                      <a:pt x="101" y="128"/>
                    </a:cubicBezTo>
                    <a:cubicBezTo>
                      <a:pt x="101" y="121"/>
                      <a:pt x="101" y="113"/>
                      <a:pt x="101" y="105"/>
                    </a:cubicBezTo>
                    <a:cubicBezTo>
                      <a:pt x="101" y="101"/>
                      <a:pt x="101" y="96"/>
                      <a:pt x="101" y="92"/>
                    </a:cubicBezTo>
                    <a:cubicBezTo>
                      <a:pt x="99" y="85"/>
                      <a:pt x="96" y="84"/>
                      <a:pt x="90" y="90"/>
                    </a:cubicBezTo>
                    <a:cubicBezTo>
                      <a:pt x="92" y="93"/>
                      <a:pt x="97" y="93"/>
                      <a:pt x="97" y="99"/>
                    </a:cubicBezTo>
                    <a:cubicBezTo>
                      <a:pt x="94" y="98"/>
                      <a:pt x="91" y="97"/>
                      <a:pt x="88" y="96"/>
                    </a:cubicBezTo>
                    <a:cubicBezTo>
                      <a:pt x="84" y="100"/>
                      <a:pt x="84" y="101"/>
                      <a:pt x="90" y="103"/>
                    </a:cubicBezTo>
                    <a:cubicBezTo>
                      <a:pt x="95" y="106"/>
                      <a:pt x="98" y="111"/>
                      <a:pt x="96" y="112"/>
                    </a:cubicBezTo>
                    <a:cubicBezTo>
                      <a:pt x="92" y="115"/>
                      <a:pt x="89" y="112"/>
                      <a:pt x="86" y="110"/>
                    </a:cubicBezTo>
                    <a:cubicBezTo>
                      <a:pt x="85" y="110"/>
                      <a:pt x="84" y="109"/>
                      <a:pt x="83" y="108"/>
                    </a:cubicBezTo>
                    <a:cubicBezTo>
                      <a:pt x="82" y="112"/>
                      <a:pt x="82" y="116"/>
                      <a:pt x="81" y="120"/>
                    </a:cubicBezTo>
                    <a:cubicBezTo>
                      <a:pt x="74" y="118"/>
                      <a:pt x="72" y="114"/>
                      <a:pt x="73" y="108"/>
                    </a:cubicBezTo>
                    <a:cubicBezTo>
                      <a:pt x="76" y="95"/>
                      <a:pt x="81" y="83"/>
                      <a:pt x="88" y="71"/>
                    </a:cubicBezTo>
                    <a:cubicBezTo>
                      <a:pt x="84" y="74"/>
                      <a:pt x="80" y="76"/>
                      <a:pt x="76" y="78"/>
                    </a:cubicBezTo>
                    <a:cubicBezTo>
                      <a:pt x="71" y="81"/>
                      <a:pt x="65" y="84"/>
                      <a:pt x="60" y="87"/>
                    </a:cubicBezTo>
                    <a:cubicBezTo>
                      <a:pt x="60" y="87"/>
                      <a:pt x="60" y="87"/>
                      <a:pt x="59" y="87"/>
                    </a:cubicBezTo>
                    <a:cubicBezTo>
                      <a:pt x="57" y="88"/>
                      <a:pt x="54" y="88"/>
                      <a:pt x="53" y="89"/>
                    </a:cubicBezTo>
                    <a:cubicBezTo>
                      <a:pt x="51" y="93"/>
                      <a:pt x="49" y="97"/>
                      <a:pt x="49" y="101"/>
                    </a:cubicBezTo>
                    <a:cubicBezTo>
                      <a:pt x="49" y="110"/>
                      <a:pt x="50" y="119"/>
                      <a:pt x="51" y="128"/>
                    </a:cubicBezTo>
                    <a:cubicBezTo>
                      <a:pt x="51" y="131"/>
                      <a:pt x="51" y="134"/>
                      <a:pt x="51" y="137"/>
                    </a:cubicBezTo>
                    <a:cubicBezTo>
                      <a:pt x="48" y="136"/>
                      <a:pt x="45" y="136"/>
                      <a:pt x="43" y="134"/>
                    </a:cubicBezTo>
                    <a:cubicBezTo>
                      <a:pt x="40" y="132"/>
                      <a:pt x="37" y="130"/>
                      <a:pt x="38" y="125"/>
                    </a:cubicBezTo>
                    <a:cubicBezTo>
                      <a:pt x="40" y="119"/>
                      <a:pt x="39" y="113"/>
                      <a:pt x="39" y="107"/>
                    </a:cubicBezTo>
                    <a:cubicBezTo>
                      <a:pt x="38" y="107"/>
                      <a:pt x="38" y="107"/>
                      <a:pt x="37" y="106"/>
                    </a:cubicBezTo>
                    <a:cubicBezTo>
                      <a:pt x="36" y="109"/>
                      <a:pt x="34" y="111"/>
                      <a:pt x="33" y="114"/>
                    </a:cubicBezTo>
                    <a:cubicBezTo>
                      <a:pt x="30" y="120"/>
                      <a:pt x="25" y="122"/>
                      <a:pt x="21" y="120"/>
                    </a:cubicBezTo>
                    <a:cubicBezTo>
                      <a:pt x="16" y="118"/>
                      <a:pt x="15" y="113"/>
                      <a:pt x="17" y="108"/>
                    </a:cubicBezTo>
                    <a:cubicBezTo>
                      <a:pt x="20" y="99"/>
                      <a:pt x="23" y="91"/>
                      <a:pt x="26" y="81"/>
                    </a:cubicBezTo>
                    <a:cubicBezTo>
                      <a:pt x="19" y="90"/>
                      <a:pt x="12" y="85"/>
                      <a:pt x="5" y="81"/>
                    </a:cubicBezTo>
                    <a:cubicBezTo>
                      <a:pt x="0" y="79"/>
                      <a:pt x="0" y="76"/>
                      <a:pt x="5" y="73"/>
                    </a:cubicBezTo>
                    <a:cubicBezTo>
                      <a:pt x="15" y="68"/>
                      <a:pt x="25" y="62"/>
                      <a:pt x="34" y="56"/>
                    </a:cubicBezTo>
                    <a:cubicBezTo>
                      <a:pt x="35" y="55"/>
                      <a:pt x="37" y="54"/>
                      <a:pt x="37" y="52"/>
                    </a:cubicBezTo>
                    <a:cubicBezTo>
                      <a:pt x="38" y="46"/>
                      <a:pt x="38" y="39"/>
                      <a:pt x="38" y="33"/>
                    </a:cubicBezTo>
                    <a:cubicBezTo>
                      <a:pt x="38" y="32"/>
                      <a:pt x="38" y="32"/>
                      <a:pt x="37" y="32"/>
                    </a:cubicBezTo>
                    <a:cubicBezTo>
                      <a:pt x="32" y="40"/>
                      <a:pt x="27" y="48"/>
                      <a:pt x="22" y="55"/>
                    </a:cubicBezTo>
                    <a:cubicBezTo>
                      <a:pt x="22" y="56"/>
                      <a:pt x="22" y="56"/>
                      <a:pt x="23" y="57"/>
                    </a:cubicBezTo>
                    <a:cubicBezTo>
                      <a:pt x="20" y="56"/>
                      <a:pt x="17" y="56"/>
                      <a:pt x="14" y="55"/>
                    </a:cubicBezTo>
                    <a:cubicBezTo>
                      <a:pt x="9" y="53"/>
                      <a:pt x="7" y="49"/>
                      <a:pt x="9" y="44"/>
                    </a:cubicBezTo>
                    <a:cubicBezTo>
                      <a:pt x="10" y="42"/>
                      <a:pt x="10" y="39"/>
                      <a:pt x="11" y="36"/>
                    </a:cubicBezTo>
                    <a:cubicBezTo>
                      <a:pt x="13" y="28"/>
                      <a:pt x="18" y="23"/>
                      <a:pt x="26" y="20"/>
                    </a:cubicBezTo>
                    <a:cubicBezTo>
                      <a:pt x="27" y="19"/>
                      <a:pt x="30" y="20"/>
                      <a:pt x="32" y="22"/>
                    </a:cubicBezTo>
                    <a:cubicBezTo>
                      <a:pt x="34" y="23"/>
                      <a:pt x="32" y="25"/>
                      <a:pt x="31" y="27"/>
                    </a:cubicBezTo>
                    <a:cubicBezTo>
                      <a:pt x="29" y="28"/>
                      <a:pt x="29" y="31"/>
                      <a:pt x="28" y="33"/>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0" name="Freeform 6">
                <a:extLst>
                  <a:ext uri="{FF2B5EF4-FFF2-40B4-BE49-F238E27FC236}">
                    <a16:creationId xmlns:a16="http://schemas.microsoft.com/office/drawing/2014/main" id="{CC1FA68D-3307-481A-8E89-D3CB2E8693F4}"/>
                  </a:ext>
                </a:extLst>
              </p:cNvPr>
              <p:cNvSpPr>
                <a:spLocks/>
              </p:cNvSpPr>
              <p:nvPr/>
            </p:nvSpPr>
            <p:spPr bwMode="auto">
              <a:xfrm>
                <a:off x="12756799" y="2388393"/>
                <a:ext cx="307975" cy="463550"/>
              </a:xfrm>
              <a:custGeom>
                <a:avLst/>
                <a:gdLst>
                  <a:gd name="T0" fmla="*/ 33 w 72"/>
                  <a:gd name="T1" fmla="*/ 76 h 109"/>
                  <a:gd name="T2" fmla="*/ 44 w 72"/>
                  <a:gd name="T3" fmla="*/ 73 h 109"/>
                  <a:gd name="T4" fmla="*/ 59 w 72"/>
                  <a:gd name="T5" fmla="*/ 71 h 109"/>
                  <a:gd name="T6" fmla="*/ 69 w 72"/>
                  <a:gd name="T7" fmla="*/ 92 h 109"/>
                  <a:gd name="T8" fmla="*/ 66 w 72"/>
                  <a:gd name="T9" fmla="*/ 94 h 109"/>
                  <a:gd name="T10" fmla="*/ 49 w 72"/>
                  <a:gd name="T11" fmla="*/ 96 h 109"/>
                  <a:gd name="T12" fmla="*/ 28 w 72"/>
                  <a:gd name="T13" fmla="*/ 106 h 109"/>
                  <a:gd name="T14" fmla="*/ 16 w 72"/>
                  <a:gd name="T15" fmla="*/ 106 h 109"/>
                  <a:gd name="T16" fmla="*/ 1 w 72"/>
                  <a:gd name="T17" fmla="*/ 80 h 109"/>
                  <a:gd name="T18" fmla="*/ 2 w 72"/>
                  <a:gd name="T19" fmla="*/ 74 h 109"/>
                  <a:gd name="T20" fmla="*/ 23 w 72"/>
                  <a:gd name="T21" fmla="*/ 31 h 109"/>
                  <a:gd name="T22" fmla="*/ 22 w 72"/>
                  <a:gd name="T23" fmla="*/ 26 h 109"/>
                  <a:gd name="T24" fmla="*/ 12 w 72"/>
                  <a:gd name="T25" fmla="*/ 16 h 109"/>
                  <a:gd name="T26" fmla="*/ 15 w 72"/>
                  <a:gd name="T27" fmla="*/ 10 h 109"/>
                  <a:gd name="T28" fmla="*/ 32 w 72"/>
                  <a:gd name="T29" fmla="*/ 5 h 109"/>
                  <a:gd name="T30" fmla="*/ 60 w 72"/>
                  <a:gd name="T31" fmla="*/ 18 h 109"/>
                  <a:gd name="T32" fmla="*/ 59 w 72"/>
                  <a:gd name="T33" fmla="*/ 26 h 109"/>
                  <a:gd name="T34" fmla="*/ 52 w 72"/>
                  <a:gd name="T35" fmla="*/ 36 h 109"/>
                  <a:gd name="T36" fmla="*/ 34 w 72"/>
                  <a:gd name="T37" fmla="*/ 72 h 109"/>
                  <a:gd name="T38" fmla="*/ 33 w 72"/>
                  <a:gd name="T39" fmla="*/ 76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2" h="109">
                    <a:moveTo>
                      <a:pt x="33" y="76"/>
                    </a:moveTo>
                    <a:cubicBezTo>
                      <a:pt x="37" y="74"/>
                      <a:pt x="40" y="73"/>
                      <a:pt x="44" y="73"/>
                    </a:cubicBezTo>
                    <a:cubicBezTo>
                      <a:pt x="49" y="72"/>
                      <a:pt x="54" y="71"/>
                      <a:pt x="59" y="71"/>
                    </a:cubicBezTo>
                    <a:cubicBezTo>
                      <a:pt x="66" y="72"/>
                      <a:pt x="72" y="85"/>
                      <a:pt x="69" y="92"/>
                    </a:cubicBezTo>
                    <a:cubicBezTo>
                      <a:pt x="68" y="93"/>
                      <a:pt x="67" y="94"/>
                      <a:pt x="66" y="94"/>
                    </a:cubicBezTo>
                    <a:cubicBezTo>
                      <a:pt x="60" y="95"/>
                      <a:pt x="54" y="94"/>
                      <a:pt x="49" y="96"/>
                    </a:cubicBezTo>
                    <a:cubicBezTo>
                      <a:pt x="42" y="99"/>
                      <a:pt x="35" y="102"/>
                      <a:pt x="28" y="106"/>
                    </a:cubicBezTo>
                    <a:cubicBezTo>
                      <a:pt x="24" y="108"/>
                      <a:pt x="21" y="109"/>
                      <a:pt x="16" y="106"/>
                    </a:cubicBezTo>
                    <a:cubicBezTo>
                      <a:pt x="7" y="100"/>
                      <a:pt x="3" y="90"/>
                      <a:pt x="1" y="80"/>
                    </a:cubicBezTo>
                    <a:cubicBezTo>
                      <a:pt x="0" y="78"/>
                      <a:pt x="1" y="76"/>
                      <a:pt x="2" y="74"/>
                    </a:cubicBezTo>
                    <a:cubicBezTo>
                      <a:pt x="9" y="60"/>
                      <a:pt x="16" y="45"/>
                      <a:pt x="23" y="31"/>
                    </a:cubicBezTo>
                    <a:cubicBezTo>
                      <a:pt x="23" y="30"/>
                      <a:pt x="23" y="28"/>
                      <a:pt x="22" y="26"/>
                    </a:cubicBezTo>
                    <a:cubicBezTo>
                      <a:pt x="19" y="23"/>
                      <a:pt x="15" y="20"/>
                      <a:pt x="12" y="16"/>
                    </a:cubicBezTo>
                    <a:cubicBezTo>
                      <a:pt x="10" y="13"/>
                      <a:pt x="11" y="11"/>
                      <a:pt x="15" y="10"/>
                    </a:cubicBezTo>
                    <a:cubicBezTo>
                      <a:pt x="21" y="9"/>
                      <a:pt x="26" y="7"/>
                      <a:pt x="32" y="5"/>
                    </a:cubicBezTo>
                    <a:cubicBezTo>
                      <a:pt x="44" y="0"/>
                      <a:pt x="57" y="6"/>
                      <a:pt x="60" y="18"/>
                    </a:cubicBezTo>
                    <a:cubicBezTo>
                      <a:pt x="61" y="21"/>
                      <a:pt x="60" y="24"/>
                      <a:pt x="59" y="26"/>
                    </a:cubicBezTo>
                    <a:cubicBezTo>
                      <a:pt x="57" y="29"/>
                      <a:pt x="54" y="33"/>
                      <a:pt x="52" y="36"/>
                    </a:cubicBezTo>
                    <a:cubicBezTo>
                      <a:pt x="46" y="48"/>
                      <a:pt x="40" y="60"/>
                      <a:pt x="34" y="72"/>
                    </a:cubicBezTo>
                    <a:cubicBezTo>
                      <a:pt x="34" y="72"/>
                      <a:pt x="34" y="74"/>
                      <a:pt x="33" y="76"/>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grpSp>
            <p:nvGrpSpPr>
              <p:cNvPr id="91" name="组合 90">
                <a:extLst>
                  <a:ext uri="{FF2B5EF4-FFF2-40B4-BE49-F238E27FC236}">
                    <a16:creationId xmlns:a16="http://schemas.microsoft.com/office/drawing/2014/main" id="{C7A6E3E5-9A1F-4E06-9E71-F1D7E5C11C32}"/>
                  </a:ext>
                </a:extLst>
              </p:cNvPr>
              <p:cNvGrpSpPr/>
              <p:nvPr/>
            </p:nvGrpSpPr>
            <p:grpSpPr>
              <a:xfrm>
                <a:off x="10340336" y="2247899"/>
                <a:ext cx="547688" cy="679451"/>
                <a:chOff x="5548313" y="2084388"/>
                <a:chExt cx="547688" cy="679451"/>
              </a:xfrm>
              <a:grpFill/>
            </p:grpSpPr>
            <p:sp>
              <p:nvSpPr>
                <p:cNvPr id="96" name="Freeform 7">
                  <a:extLst>
                    <a:ext uri="{FF2B5EF4-FFF2-40B4-BE49-F238E27FC236}">
                      <a16:creationId xmlns:a16="http://schemas.microsoft.com/office/drawing/2014/main" id="{02368C72-9CA0-44B0-93EC-F396645A3423}"/>
                    </a:ext>
                  </a:extLst>
                </p:cNvPr>
                <p:cNvSpPr>
                  <a:spLocks/>
                </p:cNvSpPr>
                <p:nvPr/>
              </p:nvSpPr>
              <p:spPr bwMode="auto">
                <a:xfrm>
                  <a:off x="5548313" y="2084388"/>
                  <a:ext cx="547688" cy="446088"/>
                </a:xfrm>
                <a:custGeom>
                  <a:avLst/>
                  <a:gdLst>
                    <a:gd name="T0" fmla="*/ 101 w 128"/>
                    <a:gd name="T1" fmla="*/ 58 h 105"/>
                    <a:gd name="T2" fmla="*/ 74 w 128"/>
                    <a:gd name="T3" fmla="*/ 56 h 105"/>
                    <a:gd name="T4" fmla="*/ 68 w 128"/>
                    <a:gd name="T5" fmla="*/ 57 h 105"/>
                    <a:gd name="T6" fmla="*/ 51 w 128"/>
                    <a:gd name="T7" fmla="*/ 59 h 105"/>
                    <a:gd name="T8" fmla="*/ 36 w 128"/>
                    <a:gd name="T9" fmla="*/ 65 h 105"/>
                    <a:gd name="T10" fmla="*/ 28 w 128"/>
                    <a:gd name="T11" fmla="*/ 73 h 105"/>
                    <a:gd name="T12" fmla="*/ 16 w 128"/>
                    <a:gd name="T13" fmla="*/ 102 h 105"/>
                    <a:gd name="T14" fmla="*/ 13 w 128"/>
                    <a:gd name="T15" fmla="*/ 104 h 105"/>
                    <a:gd name="T16" fmla="*/ 1 w 128"/>
                    <a:gd name="T17" fmla="*/ 98 h 105"/>
                    <a:gd name="T18" fmla="*/ 0 w 128"/>
                    <a:gd name="T19" fmla="*/ 93 h 105"/>
                    <a:gd name="T20" fmla="*/ 15 w 128"/>
                    <a:gd name="T21" fmla="*/ 60 h 105"/>
                    <a:gd name="T22" fmla="*/ 16 w 128"/>
                    <a:gd name="T23" fmla="*/ 58 h 105"/>
                    <a:gd name="T24" fmla="*/ 20 w 128"/>
                    <a:gd name="T25" fmla="*/ 52 h 105"/>
                    <a:gd name="T26" fmla="*/ 32 w 128"/>
                    <a:gd name="T27" fmla="*/ 54 h 105"/>
                    <a:gd name="T28" fmla="*/ 39 w 128"/>
                    <a:gd name="T29" fmla="*/ 55 h 105"/>
                    <a:gd name="T30" fmla="*/ 72 w 128"/>
                    <a:gd name="T31" fmla="*/ 21 h 105"/>
                    <a:gd name="T32" fmla="*/ 74 w 128"/>
                    <a:gd name="T33" fmla="*/ 16 h 105"/>
                    <a:gd name="T34" fmla="*/ 74 w 128"/>
                    <a:gd name="T35" fmla="*/ 11 h 105"/>
                    <a:gd name="T36" fmla="*/ 71 w 128"/>
                    <a:gd name="T37" fmla="*/ 11 h 105"/>
                    <a:gd name="T38" fmla="*/ 68 w 128"/>
                    <a:gd name="T39" fmla="*/ 15 h 105"/>
                    <a:gd name="T40" fmla="*/ 68 w 128"/>
                    <a:gd name="T41" fmla="*/ 21 h 105"/>
                    <a:gd name="T42" fmla="*/ 59 w 128"/>
                    <a:gd name="T43" fmla="*/ 29 h 105"/>
                    <a:gd name="T44" fmla="*/ 53 w 128"/>
                    <a:gd name="T45" fmla="*/ 27 h 105"/>
                    <a:gd name="T46" fmla="*/ 47 w 128"/>
                    <a:gd name="T47" fmla="*/ 24 h 105"/>
                    <a:gd name="T48" fmla="*/ 47 w 128"/>
                    <a:gd name="T49" fmla="*/ 32 h 105"/>
                    <a:gd name="T50" fmla="*/ 47 w 128"/>
                    <a:gd name="T51" fmla="*/ 34 h 105"/>
                    <a:gd name="T52" fmla="*/ 43 w 128"/>
                    <a:gd name="T53" fmla="*/ 45 h 105"/>
                    <a:gd name="T54" fmla="*/ 31 w 128"/>
                    <a:gd name="T55" fmla="*/ 39 h 105"/>
                    <a:gd name="T56" fmla="*/ 29 w 128"/>
                    <a:gd name="T57" fmla="*/ 23 h 105"/>
                    <a:gd name="T58" fmla="*/ 33 w 128"/>
                    <a:gd name="T59" fmla="*/ 14 h 105"/>
                    <a:gd name="T60" fmla="*/ 36 w 128"/>
                    <a:gd name="T61" fmla="*/ 9 h 105"/>
                    <a:gd name="T62" fmla="*/ 42 w 128"/>
                    <a:gd name="T63" fmla="*/ 13 h 105"/>
                    <a:gd name="T64" fmla="*/ 44 w 128"/>
                    <a:gd name="T65" fmla="*/ 16 h 105"/>
                    <a:gd name="T66" fmla="*/ 57 w 128"/>
                    <a:gd name="T67" fmla="*/ 14 h 105"/>
                    <a:gd name="T68" fmla="*/ 62 w 128"/>
                    <a:gd name="T69" fmla="*/ 11 h 105"/>
                    <a:gd name="T70" fmla="*/ 84 w 128"/>
                    <a:gd name="T71" fmla="*/ 0 h 105"/>
                    <a:gd name="T72" fmla="*/ 96 w 128"/>
                    <a:gd name="T73" fmla="*/ 7 h 105"/>
                    <a:gd name="T74" fmla="*/ 96 w 128"/>
                    <a:gd name="T75" fmla="*/ 20 h 105"/>
                    <a:gd name="T76" fmla="*/ 83 w 128"/>
                    <a:gd name="T77" fmla="*/ 43 h 105"/>
                    <a:gd name="T78" fmla="*/ 94 w 128"/>
                    <a:gd name="T79" fmla="*/ 44 h 105"/>
                    <a:gd name="T80" fmla="*/ 122 w 128"/>
                    <a:gd name="T81" fmla="*/ 59 h 105"/>
                    <a:gd name="T82" fmla="*/ 120 w 128"/>
                    <a:gd name="T83" fmla="*/ 73 h 105"/>
                    <a:gd name="T84" fmla="*/ 98 w 128"/>
                    <a:gd name="T85" fmla="*/ 73 h 105"/>
                    <a:gd name="T86" fmla="*/ 97 w 128"/>
                    <a:gd name="T87" fmla="*/ 66 h 105"/>
                    <a:gd name="T88" fmla="*/ 101 w 128"/>
                    <a:gd name="T89" fmla="*/ 58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8" h="105">
                      <a:moveTo>
                        <a:pt x="101" y="58"/>
                      </a:moveTo>
                      <a:cubicBezTo>
                        <a:pt x="94" y="52"/>
                        <a:pt x="81" y="52"/>
                        <a:pt x="74" y="56"/>
                      </a:cubicBezTo>
                      <a:cubicBezTo>
                        <a:pt x="73" y="57"/>
                        <a:pt x="70" y="58"/>
                        <a:pt x="68" y="57"/>
                      </a:cubicBezTo>
                      <a:cubicBezTo>
                        <a:pt x="62" y="56"/>
                        <a:pt x="57" y="57"/>
                        <a:pt x="51" y="59"/>
                      </a:cubicBezTo>
                      <a:cubicBezTo>
                        <a:pt x="46" y="61"/>
                        <a:pt x="41" y="63"/>
                        <a:pt x="36" y="65"/>
                      </a:cubicBezTo>
                      <a:cubicBezTo>
                        <a:pt x="32" y="67"/>
                        <a:pt x="29" y="69"/>
                        <a:pt x="28" y="73"/>
                      </a:cubicBezTo>
                      <a:cubicBezTo>
                        <a:pt x="24" y="82"/>
                        <a:pt x="20" y="92"/>
                        <a:pt x="16" y="102"/>
                      </a:cubicBezTo>
                      <a:cubicBezTo>
                        <a:pt x="16" y="103"/>
                        <a:pt x="14" y="105"/>
                        <a:pt x="13" y="104"/>
                      </a:cubicBezTo>
                      <a:cubicBezTo>
                        <a:pt x="9" y="103"/>
                        <a:pt x="5" y="100"/>
                        <a:pt x="1" y="98"/>
                      </a:cubicBezTo>
                      <a:cubicBezTo>
                        <a:pt x="0" y="97"/>
                        <a:pt x="0" y="95"/>
                        <a:pt x="0" y="93"/>
                      </a:cubicBezTo>
                      <a:cubicBezTo>
                        <a:pt x="5" y="82"/>
                        <a:pt x="10" y="71"/>
                        <a:pt x="15" y="60"/>
                      </a:cubicBezTo>
                      <a:cubicBezTo>
                        <a:pt x="15" y="59"/>
                        <a:pt x="16" y="59"/>
                        <a:pt x="16" y="58"/>
                      </a:cubicBezTo>
                      <a:cubicBezTo>
                        <a:pt x="18" y="56"/>
                        <a:pt x="19" y="52"/>
                        <a:pt x="20" y="52"/>
                      </a:cubicBezTo>
                      <a:cubicBezTo>
                        <a:pt x="24" y="52"/>
                        <a:pt x="29" y="52"/>
                        <a:pt x="32" y="54"/>
                      </a:cubicBezTo>
                      <a:cubicBezTo>
                        <a:pt x="35" y="55"/>
                        <a:pt x="36" y="56"/>
                        <a:pt x="39" y="55"/>
                      </a:cubicBezTo>
                      <a:cubicBezTo>
                        <a:pt x="57" y="50"/>
                        <a:pt x="66" y="37"/>
                        <a:pt x="72" y="21"/>
                      </a:cubicBezTo>
                      <a:cubicBezTo>
                        <a:pt x="72" y="20"/>
                        <a:pt x="73" y="18"/>
                        <a:pt x="74" y="16"/>
                      </a:cubicBezTo>
                      <a:cubicBezTo>
                        <a:pt x="74" y="14"/>
                        <a:pt x="74" y="13"/>
                        <a:pt x="74" y="11"/>
                      </a:cubicBezTo>
                      <a:cubicBezTo>
                        <a:pt x="74" y="11"/>
                        <a:pt x="72" y="10"/>
                        <a:pt x="71" y="11"/>
                      </a:cubicBezTo>
                      <a:cubicBezTo>
                        <a:pt x="70" y="12"/>
                        <a:pt x="68" y="13"/>
                        <a:pt x="68" y="15"/>
                      </a:cubicBezTo>
                      <a:cubicBezTo>
                        <a:pt x="67" y="17"/>
                        <a:pt x="68" y="19"/>
                        <a:pt x="68" y="21"/>
                      </a:cubicBezTo>
                      <a:cubicBezTo>
                        <a:pt x="69" y="28"/>
                        <a:pt x="68" y="30"/>
                        <a:pt x="59" y="29"/>
                      </a:cubicBezTo>
                      <a:cubicBezTo>
                        <a:pt x="57" y="29"/>
                        <a:pt x="55" y="28"/>
                        <a:pt x="53" y="27"/>
                      </a:cubicBezTo>
                      <a:cubicBezTo>
                        <a:pt x="51" y="26"/>
                        <a:pt x="49" y="25"/>
                        <a:pt x="47" y="24"/>
                      </a:cubicBezTo>
                      <a:cubicBezTo>
                        <a:pt x="47" y="27"/>
                        <a:pt x="47" y="29"/>
                        <a:pt x="47" y="32"/>
                      </a:cubicBezTo>
                      <a:cubicBezTo>
                        <a:pt x="47" y="33"/>
                        <a:pt x="47" y="33"/>
                        <a:pt x="47" y="34"/>
                      </a:cubicBezTo>
                      <a:cubicBezTo>
                        <a:pt x="47" y="38"/>
                        <a:pt x="48" y="43"/>
                        <a:pt x="43" y="45"/>
                      </a:cubicBezTo>
                      <a:cubicBezTo>
                        <a:pt x="39" y="46"/>
                        <a:pt x="34" y="44"/>
                        <a:pt x="31" y="39"/>
                      </a:cubicBezTo>
                      <a:cubicBezTo>
                        <a:pt x="28" y="34"/>
                        <a:pt x="25" y="29"/>
                        <a:pt x="29" y="23"/>
                      </a:cubicBezTo>
                      <a:cubicBezTo>
                        <a:pt x="31" y="20"/>
                        <a:pt x="31" y="17"/>
                        <a:pt x="33" y="14"/>
                      </a:cubicBezTo>
                      <a:cubicBezTo>
                        <a:pt x="34" y="12"/>
                        <a:pt x="35" y="9"/>
                        <a:pt x="36" y="9"/>
                      </a:cubicBezTo>
                      <a:cubicBezTo>
                        <a:pt x="38" y="10"/>
                        <a:pt x="40" y="11"/>
                        <a:pt x="42" y="13"/>
                      </a:cubicBezTo>
                      <a:cubicBezTo>
                        <a:pt x="42" y="13"/>
                        <a:pt x="43" y="15"/>
                        <a:pt x="44" y="16"/>
                      </a:cubicBezTo>
                      <a:cubicBezTo>
                        <a:pt x="48" y="13"/>
                        <a:pt x="52" y="11"/>
                        <a:pt x="57" y="14"/>
                      </a:cubicBezTo>
                      <a:cubicBezTo>
                        <a:pt x="58" y="15"/>
                        <a:pt x="61" y="13"/>
                        <a:pt x="62" y="11"/>
                      </a:cubicBezTo>
                      <a:cubicBezTo>
                        <a:pt x="69" y="5"/>
                        <a:pt x="75" y="0"/>
                        <a:pt x="84" y="0"/>
                      </a:cubicBezTo>
                      <a:cubicBezTo>
                        <a:pt x="89" y="0"/>
                        <a:pt x="93" y="2"/>
                        <a:pt x="96" y="7"/>
                      </a:cubicBezTo>
                      <a:cubicBezTo>
                        <a:pt x="99" y="11"/>
                        <a:pt x="98" y="15"/>
                        <a:pt x="96" y="20"/>
                      </a:cubicBezTo>
                      <a:cubicBezTo>
                        <a:pt x="91" y="27"/>
                        <a:pt x="87" y="35"/>
                        <a:pt x="83" y="43"/>
                      </a:cubicBezTo>
                      <a:cubicBezTo>
                        <a:pt x="88" y="43"/>
                        <a:pt x="91" y="44"/>
                        <a:pt x="94" y="44"/>
                      </a:cubicBezTo>
                      <a:cubicBezTo>
                        <a:pt x="105" y="46"/>
                        <a:pt x="115" y="50"/>
                        <a:pt x="122" y="59"/>
                      </a:cubicBezTo>
                      <a:cubicBezTo>
                        <a:pt x="128" y="65"/>
                        <a:pt x="127" y="68"/>
                        <a:pt x="120" y="73"/>
                      </a:cubicBezTo>
                      <a:cubicBezTo>
                        <a:pt x="113" y="77"/>
                        <a:pt x="105" y="77"/>
                        <a:pt x="98" y="73"/>
                      </a:cubicBezTo>
                      <a:cubicBezTo>
                        <a:pt x="95" y="71"/>
                        <a:pt x="95" y="69"/>
                        <a:pt x="97" y="66"/>
                      </a:cubicBezTo>
                      <a:cubicBezTo>
                        <a:pt x="98" y="64"/>
                        <a:pt x="100" y="61"/>
                        <a:pt x="101" y="5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7" name="Freeform 8">
                  <a:extLst>
                    <a:ext uri="{FF2B5EF4-FFF2-40B4-BE49-F238E27FC236}">
                      <a16:creationId xmlns:a16="http://schemas.microsoft.com/office/drawing/2014/main" id="{68AB8704-3F31-41E0-B209-31D0A83BAA2E}"/>
                    </a:ext>
                  </a:extLst>
                </p:cNvPr>
                <p:cNvSpPr>
                  <a:spLocks/>
                </p:cNvSpPr>
                <p:nvPr/>
              </p:nvSpPr>
              <p:spPr bwMode="auto">
                <a:xfrm>
                  <a:off x="5664200" y="2355851"/>
                  <a:ext cx="341313" cy="407988"/>
                </a:xfrm>
                <a:custGeom>
                  <a:avLst/>
                  <a:gdLst>
                    <a:gd name="T0" fmla="*/ 46 w 80"/>
                    <a:gd name="T1" fmla="*/ 29 h 96"/>
                    <a:gd name="T2" fmla="*/ 65 w 80"/>
                    <a:gd name="T3" fmla="*/ 29 h 96"/>
                    <a:gd name="T4" fmla="*/ 79 w 80"/>
                    <a:gd name="T5" fmla="*/ 41 h 96"/>
                    <a:gd name="T6" fmla="*/ 74 w 80"/>
                    <a:gd name="T7" fmla="*/ 43 h 96"/>
                    <a:gd name="T8" fmla="*/ 60 w 80"/>
                    <a:gd name="T9" fmla="*/ 43 h 96"/>
                    <a:gd name="T10" fmla="*/ 52 w 80"/>
                    <a:gd name="T11" fmla="*/ 50 h 96"/>
                    <a:gd name="T12" fmla="*/ 49 w 80"/>
                    <a:gd name="T13" fmla="*/ 87 h 96"/>
                    <a:gd name="T14" fmla="*/ 37 w 80"/>
                    <a:gd name="T15" fmla="*/ 95 h 96"/>
                    <a:gd name="T16" fmla="*/ 21 w 80"/>
                    <a:gd name="T17" fmla="*/ 68 h 96"/>
                    <a:gd name="T18" fmla="*/ 22 w 80"/>
                    <a:gd name="T19" fmla="*/ 62 h 96"/>
                    <a:gd name="T20" fmla="*/ 30 w 80"/>
                    <a:gd name="T21" fmla="*/ 72 h 96"/>
                    <a:gd name="T22" fmla="*/ 40 w 80"/>
                    <a:gd name="T23" fmla="*/ 70 h 96"/>
                    <a:gd name="T24" fmla="*/ 43 w 80"/>
                    <a:gd name="T25" fmla="*/ 46 h 96"/>
                    <a:gd name="T26" fmla="*/ 24 w 80"/>
                    <a:gd name="T27" fmla="*/ 52 h 96"/>
                    <a:gd name="T28" fmla="*/ 19 w 80"/>
                    <a:gd name="T29" fmla="*/ 54 h 96"/>
                    <a:gd name="T30" fmla="*/ 6 w 80"/>
                    <a:gd name="T31" fmla="*/ 54 h 96"/>
                    <a:gd name="T32" fmla="*/ 2 w 80"/>
                    <a:gd name="T33" fmla="*/ 40 h 96"/>
                    <a:gd name="T34" fmla="*/ 6 w 80"/>
                    <a:gd name="T35" fmla="*/ 37 h 96"/>
                    <a:gd name="T36" fmla="*/ 28 w 80"/>
                    <a:gd name="T37" fmla="*/ 33 h 96"/>
                    <a:gd name="T38" fmla="*/ 33 w 80"/>
                    <a:gd name="T39" fmla="*/ 32 h 96"/>
                    <a:gd name="T40" fmla="*/ 36 w 80"/>
                    <a:gd name="T41" fmla="*/ 22 h 96"/>
                    <a:gd name="T42" fmla="*/ 46 w 80"/>
                    <a:gd name="T43" fmla="*/ 12 h 96"/>
                    <a:gd name="T44" fmla="*/ 45 w 80"/>
                    <a:gd name="T45" fmla="*/ 10 h 96"/>
                    <a:gd name="T46" fmla="*/ 26 w 80"/>
                    <a:gd name="T47" fmla="*/ 17 h 96"/>
                    <a:gd name="T48" fmla="*/ 15 w 80"/>
                    <a:gd name="T49" fmla="*/ 24 h 96"/>
                    <a:gd name="T50" fmla="*/ 5 w 80"/>
                    <a:gd name="T51" fmla="*/ 22 h 96"/>
                    <a:gd name="T52" fmla="*/ 1 w 80"/>
                    <a:gd name="T53" fmla="*/ 17 h 96"/>
                    <a:gd name="T54" fmla="*/ 36 w 80"/>
                    <a:gd name="T55" fmla="*/ 2 h 96"/>
                    <a:gd name="T56" fmla="*/ 55 w 80"/>
                    <a:gd name="T57" fmla="*/ 0 h 96"/>
                    <a:gd name="T58" fmla="*/ 61 w 80"/>
                    <a:gd name="T59" fmla="*/ 6 h 96"/>
                    <a:gd name="T60" fmla="*/ 59 w 80"/>
                    <a:gd name="T61" fmla="*/ 13 h 96"/>
                    <a:gd name="T62" fmla="*/ 46 w 80"/>
                    <a:gd name="T63" fmla="*/ 29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 h="96">
                      <a:moveTo>
                        <a:pt x="46" y="29"/>
                      </a:moveTo>
                      <a:cubicBezTo>
                        <a:pt x="53" y="30"/>
                        <a:pt x="59" y="31"/>
                        <a:pt x="65" y="29"/>
                      </a:cubicBezTo>
                      <a:cubicBezTo>
                        <a:pt x="71" y="27"/>
                        <a:pt x="80" y="34"/>
                        <a:pt x="79" y="41"/>
                      </a:cubicBezTo>
                      <a:cubicBezTo>
                        <a:pt x="79" y="42"/>
                        <a:pt x="76" y="43"/>
                        <a:pt x="74" y="43"/>
                      </a:cubicBezTo>
                      <a:cubicBezTo>
                        <a:pt x="70" y="43"/>
                        <a:pt x="65" y="43"/>
                        <a:pt x="60" y="43"/>
                      </a:cubicBezTo>
                      <a:cubicBezTo>
                        <a:pt x="53" y="42"/>
                        <a:pt x="52" y="44"/>
                        <a:pt x="52" y="50"/>
                      </a:cubicBezTo>
                      <a:cubicBezTo>
                        <a:pt x="51" y="62"/>
                        <a:pt x="51" y="75"/>
                        <a:pt x="49" y="87"/>
                      </a:cubicBezTo>
                      <a:cubicBezTo>
                        <a:pt x="48" y="95"/>
                        <a:pt x="45" y="96"/>
                        <a:pt x="37" y="95"/>
                      </a:cubicBezTo>
                      <a:cubicBezTo>
                        <a:pt x="25" y="92"/>
                        <a:pt x="15" y="82"/>
                        <a:pt x="21" y="68"/>
                      </a:cubicBezTo>
                      <a:cubicBezTo>
                        <a:pt x="21" y="66"/>
                        <a:pt x="21" y="64"/>
                        <a:pt x="22" y="62"/>
                      </a:cubicBezTo>
                      <a:cubicBezTo>
                        <a:pt x="24" y="65"/>
                        <a:pt x="27" y="69"/>
                        <a:pt x="30" y="72"/>
                      </a:cubicBezTo>
                      <a:cubicBezTo>
                        <a:pt x="33" y="76"/>
                        <a:pt x="39" y="75"/>
                        <a:pt x="40" y="70"/>
                      </a:cubicBezTo>
                      <a:cubicBezTo>
                        <a:pt x="41" y="62"/>
                        <a:pt x="42" y="54"/>
                        <a:pt x="43" y="46"/>
                      </a:cubicBezTo>
                      <a:cubicBezTo>
                        <a:pt x="35" y="45"/>
                        <a:pt x="30" y="49"/>
                        <a:pt x="24" y="52"/>
                      </a:cubicBezTo>
                      <a:cubicBezTo>
                        <a:pt x="22" y="52"/>
                        <a:pt x="21" y="54"/>
                        <a:pt x="19" y="54"/>
                      </a:cubicBezTo>
                      <a:cubicBezTo>
                        <a:pt x="14" y="58"/>
                        <a:pt x="11" y="57"/>
                        <a:pt x="6" y="54"/>
                      </a:cubicBezTo>
                      <a:cubicBezTo>
                        <a:pt x="3" y="51"/>
                        <a:pt x="0" y="44"/>
                        <a:pt x="2" y="40"/>
                      </a:cubicBezTo>
                      <a:cubicBezTo>
                        <a:pt x="2" y="39"/>
                        <a:pt x="5" y="37"/>
                        <a:pt x="6" y="37"/>
                      </a:cubicBezTo>
                      <a:cubicBezTo>
                        <a:pt x="14" y="39"/>
                        <a:pt x="20" y="35"/>
                        <a:pt x="28" y="33"/>
                      </a:cubicBezTo>
                      <a:cubicBezTo>
                        <a:pt x="29" y="33"/>
                        <a:pt x="31" y="32"/>
                        <a:pt x="33" y="32"/>
                      </a:cubicBezTo>
                      <a:cubicBezTo>
                        <a:pt x="31" y="27"/>
                        <a:pt x="31" y="24"/>
                        <a:pt x="36" y="22"/>
                      </a:cubicBezTo>
                      <a:cubicBezTo>
                        <a:pt x="39" y="19"/>
                        <a:pt x="42" y="15"/>
                        <a:pt x="46" y="12"/>
                      </a:cubicBezTo>
                      <a:cubicBezTo>
                        <a:pt x="45" y="11"/>
                        <a:pt x="45" y="11"/>
                        <a:pt x="45" y="10"/>
                      </a:cubicBezTo>
                      <a:cubicBezTo>
                        <a:pt x="38" y="13"/>
                        <a:pt x="32" y="15"/>
                        <a:pt x="26" y="17"/>
                      </a:cubicBezTo>
                      <a:cubicBezTo>
                        <a:pt x="22" y="19"/>
                        <a:pt x="18" y="22"/>
                        <a:pt x="15" y="24"/>
                      </a:cubicBezTo>
                      <a:cubicBezTo>
                        <a:pt x="11" y="26"/>
                        <a:pt x="7" y="27"/>
                        <a:pt x="5" y="22"/>
                      </a:cubicBezTo>
                      <a:cubicBezTo>
                        <a:pt x="4" y="20"/>
                        <a:pt x="3" y="19"/>
                        <a:pt x="1" y="17"/>
                      </a:cubicBezTo>
                      <a:cubicBezTo>
                        <a:pt x="13" y="12"/>
                        <a:pt x="25" y="6"/>
                        <a:pt x="36" y="2"/>
                      </a:cubicBezTo>
                      <a:cubicBezTo>
                        <a:pt x="42" y="0"/>
                        <a:pt x="49" y="0"/>
                        <a:pt x="55" y="0"/>
                      </a:cubicBezTo>
                      <a:cubicBezTo>
                        <a:pt x="57" y="0"/>
                        <a:pt x="60" y="4"/>
                        <a:pt x="61" y="6"/>
                      </a:cubicBezTo>
                      <a:cubicBezTo>
                        <a:pt x="62" y="8"/>
                        <a:pt x="61" y="11"/>
                        <a:pt x="59" y="13"/>
                      </a:cubicBezTo>
                      <a:cubicBezTo>
                        <a:pt x="55" y="18"/>
                        <a:pt x="51" y="23"/>
                        <a:pt x="46"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92" name="组合 91">
                <a:extLst>
                  <a:ext uri="{FF2B5EF4-FFF2-40B4-BE49-F238E27FC236}">
                    <a16:creationId xmlns:a16="http://schemas.microsoft.com/office/drawing/2014/main" id="{B92E7EB9-3312-4310-B5FA-50F0FA6CFB99}"/>
                  </a:ext>
                </a:extLst>
              </p:cNvPr>
              <p:cNvGrpSpPr/>
              <p:nvPr/>
            </p:nvGrpSpPr>
            <p:grpSpPr>
              <a:xfrm>
                <a:off x="11192276" y="2400300"/>
                <a:ext cx="322175" cy="373063"/>
                <a:chOff x="3792874" y="3138488"/>
                <a:chExt cx="322175" cy="373063"/>
              </a:xfrm>
              <a:grpFill/>
            </p:grpSpPr>
            <p:sp>
              <p:nvSpPr>
                <p:cNvPr id="93" name="Freeform 15">
                  <a:extLst>
                    <a:ext uri="{FF2B5EF4-FFF2-40B4-BE49-F238E27FC236}">
                      <a16:creationId xmlns:a16="http://schemas.microsoft.com/office/drawing/2014/main" id="{4A24723D-38DD-4916-B1AF-76A903317407}"/>
                    </a:ext>
                  </a:extLst>
                </p:cNvPr>
                <p:cNvSpPr>
                  <a:spLocks/>
                </p:cNvSpPr>
                <p:nvPr/>
              </p:nvSpPr>
              <p:spPr bwMode="auto">
                <a:xfrm>
                  <a:off x="3792874" y="3235325"/>
                  <a:ext cx="112625" cy="246063"/>
                </a:xfrm>
                <a:custGeom>
                  <a:avLst/>
                  <a:gdLst>
                    <a:gd name="T0" fmla="*/ 16 w 39"/>
                    <a:gd name="T1" fmla="*/ 29 h 58"/>
                    <a:gd name="T2" fmla="*/ 27 w 39"/>
                    <a:gd name="T3" fmla="*/ 7 h 58"/>
                    <a:gd name="T4" fmla="*/ 31 w 39"/>
                    <a:gd name="T5" fmla="*/ 1 h 58"/>
                    <a:gd name="T6" fmla="*/ 34 w 39"/>
                    <a:gd name="T7" fmla="*/ 6 h 58"/>
                    <a:gd name="T8" fmla="*/ 35 w 39"/>
                    <a:gd name="T9" fmla="*/ 26 h 58"/>
                    <a:gd name="T10" fmla="*/ 20 w 39"/>
                    <a:gd name="T11" fmla="*/ 52 h 58"/>
                    <a:gd name="T12" fmla="*/ 9 w 39"/>
                    <a:gd name="T13" fmla="*/ 57 h 58"/>
                    <a:gd name="T14" fmla="*/ 1 w 39"/>
                    <a:gd name="T15" fmla="*/ 43 h 58"/>
                    <a:gd name="T16" fmla="*/ 4 w 39"/>
                    <a:gd name="T17" fmla="*/ 6 h 58"/>
                    <a:gd name="T18" fmla="*/ 8 w 39"/>
                    <a:gd name="T19" fmla="*/ 0 h 58"/>
                    <a:gd name="T20" fmla="*/ 15 w 39"/>
                    <a:gd name="T21" fmla="*/ 6 h 58"/>
                    <a:gd name="T22" fmla="*/ 14 w 39"/>
                    <a:gd name="T23" fmla="*/ 20 h 58"/>
                    <a:gd name="T24" fmla="*/ 14 w 39"/>
                    <a:gd name="T25" fmla="*/ 28 h 58"/>
                    <a:gd name="T26" fmla="*/ 16 w 39"/>
                    <a:gd name="T27" fmla="*/ 29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9" h="58">
                      <a:moveTo>
                        <a:pt x="16" y="29"/>
                      </a:moveTo>
                      <a:cubicBezTo>
                        <a:pt x="19" y="21"/>
                        <a:pt x="23" y="14"/>
                        <a:pt x="27" y="7"/>
                      </a:cubicBezTo>
                      <a:cubicBezTo>
                        <a:pt x="28" y="5"/>
                        <a:pt x="29" y="3"/>
                        <a:pt x="31" y="1"/>
                      </a:cubicBezTo>
                      <a:cubicBezTo>
                        <a:pt x="32" y="3"/>
                        <a:pt x="33" y="4"/>
                        <a:pt x="34" y="6"/>
                      </a:cubicBezTo>
                      <a:cubicBezTo>
                        <a:pt x="37" y="12"/>
                        <a:pt x="39" y="19"/>
                        <a:pt x="35" y="26"/>
                      </a:cubicBezTo>
                      <a:cubicBezTo>
                        <a:pt x="30" y="34"/>
                        <a:pt x="25" y="43"/>
                        <a:pt x="20" y="52"/>
                      </a:cubicBezTo>
                      <a:cubicBezTo>
                        <a:pt x="18" y="56"/>
                        <a:pt x="12" y="58"/>
                        <a:pt x="9" y="57"/>
                      </a:cubicBezTo>
                      <a:cubicBezTo>
                        <a:pt x="2" y="54"/>
                        <a:pt x="0" y="50"/>
                        <a:pt x="1" y="43"/>
                      </a:cubicBezTo>
                      <a:cubicBezTo>
                        <a:pt x="2" y="31"/>
                        <a:pt x="3" y="18"/>
                        <a:pt x="4" y="6"/>
                      </a:cubicBezTo>
                      <a:cubicBezTo>
                        <a:pt x="4" y="4"/>
                        <a:pt x="4" y="0"/>
                        <a:pt x="8" y="0"/>
                      </a:cubicBezTo>
                      <a:cubicBezTo>
                        <a:pt x="11" y="0"/>
                        <a:pt x="15" y="1"/>
                        <a:pt x="15" y="6"/>
                      </a:cubicBezTo>
                      <a:cubicBezTo>
                        <a:pt x="15" y="10"/>
                        <a:pt x="14" y="15"/>
                        <a:pt x="14" y="20"/>
                      </a:cubicBezTo>
                      <a:cubicBezTo>
                        <a:pt x="14" y="23"/>
                        <a:pt x="14" y="25"/>
                        <a:pt x="14" y="28"/>
                      </a:cubicBezTo>
                      <a:cubicBezTo>
                        <a:pt x="14" y="28"/>
                        <a:pt x="15" y="28"/>
                        <a:pt x="16"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4" name="Freeform 16">
                  <a:extLst>
                    <a:ext uri="{FF2B5EF4-FFF2-40B4-BE49-F238E27FC236}">
                      <a16:creationId xmlns:a16="http://schemas.microsoft.com/office/drawing/2014/main" id="{FB4C6AFE-87EF-4FB7-829C-F7529116EE44}"/>
                    </a:ext>
                  </a:extLst>
                </p:cNvPr>
                <p:cNvSpPr>
                  <a:spLocks/>
                </p:cNvSpPr>
                <p:nvPr/>
              </p:nvSpPr>
              <p:spPr bwMode="auto">
                <a:xfrm>
                  <a:off x="3980111" y="3138488"/>
                  <a:ext cx="134938" cy="373063"/>
                </a:xfrm>
                <a:custGeom>
                  <a:avLst/>
                  <a:gdLst>
                    <a:gd name="T0" fmla="*/ 9 w 47"/>
                    <a:gd name="T1" fmla="*/ 73 h 88"/>
                    <a:gd name="T2" fmla="*/ 3 w 47"/>
                    <a:gd name="T3" fmla="*/ 67 h 88"/>
                    <a:gd name="T4" fmla="*/ 3 w 47"/>
                    <a:gd name="T5" fmla="*/ 57 h 88"/>
                    <a:gd name="T6" fmla="*/ 20 w 47"/>
                    <a:gd name="T7" fmla="*/ 38 h 88"/>
                    <a:gd name="T8" fmla="*/ 33 w 47"/>
                    <a:gd name="T9" fmla="*/ 20 h 88"/>
                    <a:gd name="T10" fmla="*/ 33 w 47"/>
                    <a:gd name="T11" fmla="*/ 4 h 88"/>
                    <a:gd name="T12" fmla="*/ 32 w 47"/>
                    <a:gd name="T13" fmla="*/ 1 h 88"/>
                    <a:gd name="T14" fmla="*/ 33 w 47"/>
                    <a:gd name="T15" fmla="*/ 0 h 88"/>
                    <a:gd name="T16" fmla="*/ 41 w 47"/>
                    <a:gd name="T17" fmla="*/ 6 h 88"/>
                    <a:gd name="T18" fmla="*/ 43 w 47"/>
                    <a:gd name="T19" fmla="*/ 26 h 88"/>
                    <a:gd name="T20" fmla="*/ 29 w 47"/>
                    <a:gd name="T21" fmla="*/ 48 h 88"/>
                    <a:gd name="T22" fmla="*/ 30 w 47"/>
                    <a:gd name="T23" fmla="*/ 52 h 88"/>
                    <a:gd name="T24" fmla="*/ 40 w 47"/>
                    <a:gd name="T25" fmla="*/ 73 h 88"/>
                    <a:gd name="T26" fmla="*/ 41 w 47"/>
                    <a:gd name="T27" fmla="*/ 84 h 88"/>
                    <a:gd name="T28" fmla="*/ 37 w 47"/>
                    <a:gd name="T29" fmla="*/ 86 h 88"/>
                    <a:gd name="T30" fmla="*/ 31 w 47"/>
                    <a:gd name="T31" fmla="*/ 75 h 88"/>
                    <a:gd name="T32" fmla="*/ 28 w 47"/>
                    <a:gd name="T33" fmla="*/ 60 h 88"/>
                    <a:gd name="T34" fmla="*/ 22 w 47"/>
                    <a:gd name="T35" fmla="*/ 59 h 88"/>
                    <a:gd name="T36" fmla="*/ 9 w 47"/>
                    <a:gd name="T37" fmla="*/ 73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7" h="88">
                      <a:moveTo>
                        <a:pt x="9" y="73"/>
                      </a:moveTo>
                      <a:cubicBezTo>
                        <a:pt x="7" y="71"/>
                        <a:pt x="5" y="69"/>
                        <a:pt x="3" y="67"/>
                      </a:cubicBezTo>
                      <a:cubicBezTo>
                        <a:pt x="1" y="64"/>
                        <a:pt x="0" y="61"/>
                        <a:pt x="3" y="57"/>
                      </a:cubicBezTo>
                      <a:cubicBezTo>
                        <a:pt x="9" y="51"/>
                        <a:pt x="14" y="45"/>
                        <a:pt x="20" y="38"/>
                      </a:cubicBezTo>
                      <a:cubicBezTo>
                        <a:pt x="24" y="32"/>
                        <a:pt x="28" y="26"/>
                        <a:pt x="33" y="20"/>
                      </a:cubicBezTo>
                      <a:cubicBezTo>
                        <a:pt x="36" y="15"/>
                        <a:pt x="36" y="9"/>
                        <a:pt x="33" y="4"/>
                      </a:cubicBezTo>
                      <a:cubicBezTo>
                        <a:pt x="32" y="3"/>
                        <a:pt x="32" y="2"/>
                        <a:pt x="32" y="1"/>
                      </a:cubicBezTo>
                      <a:cubicBezTo>
                        <a:pt x="32" y="1"/>
                        <a:pt x="33" y="0"/>
                        <a:pt x="33" y="0"/>
                      </a:cubicBezTo>
                      <a:cubicBezTo>
                        <a:pt x="36" y="2"/>
                        <a:pt x="39" y="4"/>
                        <a:pt x="41" y="6"/>
                      </a:cubicBezTo>
                      <a:cubicBezTo>
                        <a:pt x="46" y="11"/>
                        <a:pt x="47" y="20"/>
                        <a:pt x="43" y="26"/>
                      </a:cubicBezTo>
                      <a:cubicBezTo>
                        <a:pt x="39" y="33"/>
                        <a:pt x="34" y="40"/>
                        <a:pt x="29" y="48"/>
                      </a:cubicBezTo>
                      <a:cubicBezTo>
                        <a:pt x="29" y="49"/>
                        <a:pt x="29" y="52"/>
                        <a:pt x="30" y="52"/>
                      </a:cubicBezTo>
                      <a:cubicBezTo>
                        <a:pt x="38" y="57"/>
                        <a:pt x="38" y="65"/>
                        <a:pt x="40" y="73"/>
                      </a:cubicBezTo>
                      <a:cubicBezTo>
                        <a:pt x="41" y="76"/>
                        <a:pt x="41" y="80"/>
                        <a:pt x="41" y="84"/>
                      </a:cubicBezTo>
                      <a:cubicBezTo>
                        <a:pt x="41" y="87"/>
                        <a:pt x="39" y="88"/>
                        <a:pt x="37" y="86"/>
                      </a:cubicBezTo>
                      <a:cubicBezTo>
                        <a:pt x="33" y="83"/>
                        <a:pt x="31" y="81"/>
                        <a:pt x="31" y="75"/>
                      </a:cubicBezTo>
                      <a:cubicBezTo>
                        <a:pt x="31" y="70"/>
                        <a:pt x="30" y="65"/>
                        <a:pt x="28" y="60"/>
                      </a:cubicBezTo>
                      <a:cubicBezTo>
                        <a:pt x="27" y="55"/>
                        <a:pt x="25" y="56"/>
                        <a:pt x="22" y="59"/>
                      </a:cubicBezTo>
                      <a:cubicBezTo>
                        <a:pt x="18" y="64"/>
                        <a:pt x="14" y="68"/>
                        <a:pt x="9"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5" name="Freeform 17">
                  <a:extLst>
                    <a:ext uri="{FF2B5EF4-FFF2-40B4-BE49-F238E27FC236}">
                      <a16:creationId xmlns:a16="http://schemas.microsoft.com/office/drawing/2014/main" id="{7BBE01C1-D3BA-489E-BE5E-C63059DA7AF9}"/>
                    </a:ext>
                  </a:extLst>
                </p:cNvPr>
                <p:cNvSpPr>
                  <a:spLocks/>
                </p:cNvSpPr>
                <p:nvPr/>
              </p:nvSpPr>
              <p:spPr bwMode="auto">
                <a:xfrm>
                  <a:off x="3872924" y="3138488"/>
                  <a:ext cx="75438" cy="79375"/>
                </a:xfrm>
                <a:custGeom>
                  <a:avLst/>
                  <a:gdLst>
                    <a:gd name="T0" fmla="*/ 0 w 26"/>
                    <a:gd name="T1" fmla="*/ 0 h 19"/>
                    <a:gd name="T2" fmla="*/ 20 w 26"/>
                    <a:gd name="T3" fmla="*/ 1 h 19"/>
                    <a:gd name="T4" fmla="*/ 23 w 26"/>
                    <a:gd name="T5" fmla="*/ 12 h 19"/>
                    <a:gd name="T6" fmla="*/ 12 w 26"/>
                    <a:gd name="T7" fmla="*/ 18 h 19"/>
                    <a:gd name="T8" fmla="*/ 3 w 26"/>
                    <a:gd name="T9" fmla="*/ 11 h 19"/>
                    <a:gd name="T10" fmla="*/ 0 w 26"/>
                    <a:gd name="T11" fmla="*/ 0 h 19"/>
                  </a:gdLst>
                  <a:ahLst/>
                  <a:cxnLst>
                    <a:cxn ang="0">
                      <a:pos x="T0" y="T1"/>
                    </a:cxn>
                    <a:cxn ang="0">
                      <a:pos x="T2" y="T3"/>
                    </a:cxn>
                    <a:cxn ang="0">
                      <a:pos x="T4" y="T5"/>
                    </a:cxn>
                    <a:cxn ang="0">
                      <a:pos x="T6" y="T7"/>
                    </a:cxn>
                    <a:cxn ang="0">
                      <a:pos x="T8" y="T9"/>
                    </a:cxn>
                    <a:cxn ang="0">
                      <a:pos x="T10" y="T11"/>
                    </a:cxn>
                  </a:cxnLst>
                  <a:rect l="0" t="0" r="r" b="b"/>
                  <a:pathLst>
                    <a:path w="26" h="19">
                      <a:moveTo>
                        <a:pt x="0" y="0"/>
                      </a:moveTo>
                      <a:cubicBezTo>
                        <a:pt x="8" y="1"/>
                        <a:pt x="14" y="1"/>
                        <a:pt x="20" y="1"/>
                      </a:cubicBezTo>
                      <a:cubicBezTo>
                        <a:pt x="24" y="1"/>
                        <a:pt x="26" y="8"/>
                        <a:pt x="23" y="12"/>
                      </a:cubicBezTo>
                      <a:cubicBezTo>
                        <a:pt x="21" y="16"/>
                        <a:pt x="17" y="19"/>
                        <a:pt x="12" y="18"/>
                      </a:cubicBezTo>
                      <a:cubicBezTo>
                        <a:pt x="8" y="18"/>
                        <a:pt x="5" y="15"/>
                        <a:pt x="3" y="11"/>
                      </a:cubicBezTo>
                      <a:cubicBezTo>
                        <a:pt x="2" y="8"/>
                        <a:pt x="1" y="4"/>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grpSp>
          <p:nvGrpSpPr>
            <p:cNvPr id="54" name="组合 53">
              <a:extLst>
                <a:ext uri="{FF2B5EF4-FFF2-40B4-BE49-F238E27FC236}">
                  <a16:creationId xmlns:a16="http://schemas.microsoft.com/office/drawing/2014/main" id="{E582171C-E91E-4DDB-B720-D9EDE8C54B5C}"/>
                </a:ext>
              </a:extLst>
            </p:cNvPr>
            <p:cNvGrpSpPr/>
            <p:nvPr/>
          </p:nvGrpSpPr>
          <p:grpSpPr>
            <a:xfrm>
              <a:off x="598941" y="6399999"/>
              <a:ext cx="1102619" cy="276499"/>
              <a:chOff x="6738929" y="2270918"/>
              <a:chExt cx="2766486" cy="693738"/>
            </a:xfrm>
            <a:grpFill/>
          </p:grpSpPr>
          <p:grpSp>
            <p:nvGrpSpPr>
              <p:cNvPr id="55" name="组合 54">
                <a:extLst>
                  <a:ext uri="{FF2B5EF4-FFF2-40B4-BE49-F238E27FC236}">
                    <a16:creationId xmlns:a16="http://schemas.microsoft.com/office/drawing/2014/main" id="{4EB45816-40C4-4065-9181-C29D2BECD84E}"/>
                  </a:ext>
                </a:extLst>
              </p:cNvPr>
              <p:cNvGrpSpPr/>
              <p:nvPr/>
            </p:nvGrpSpPr>
            <p:grpSpPr>
              <a:xfrm>
                <a:off x="8180494" y="2355056"/>
                <a:ext cx="484188" cy="509588"/>
                <a:chOff x="6113463" y="3541713"/>
                <a:chExt cx="484188" cy="509588"/>
              </a:xfrm>
              <a:grpFill/>
            </p:grpSpPr>
            <p:sp>
              <p:nvSpPr>
                <p:cNvPr id="87" name="Freeform 9">
                  <a:extLst>
                    <a:ext uri="{FF2B5EF4-FFF2-40B4-BE49-F238E27FC236}">
                      <a16:creationId xmlns:a16="http://schemas.microsoft.com/office/drawing/2014/main" id="{70888479-5294-457A-8111-462CE4F104F2}"/>
                    </a:ext>
                  </a:extLst>
                </p:cNvPr>
                <p:cNvSpPr>
                  <a:spLocks noEditPoints="1"/>
                </p:cNvSpPr>
                <p:nvPr/>
              </p:nvSpPr>
              <p:spPr bwMode="auto">
                <a:xfrm>
                  <a:off x="6113463" y="3579813"/>
                  <a:ext cx="252413" cy="428625"/>
                </a:xfrm>
                <a:custGeom>
                  <a:avLst/>
                  <a:gdLst>
                    <a:gd name="T0" fmla="*/ 39 w 59"/>
                    <a:gd name="T1" fmla="*/ 78 h 101"/>
                    <a:gd name="T2" fmla="*/ 17 w 59"/>
                    <a:gd name="T3" fmla="*/ 94 h 101"/>
                    <a:gd name="T4" fmla="*/ 8 w 59"/>
                    <a:gd name="T5" fmla="*/ 94 h 101"/>
                    <a:gd name="T6" fmla="*/ 0 w 59"/>
                    <a:gd name="T7" fmla="*/ 79 h 101"/>
                    <a:gd name="T8" fmla="*/ 17 w 59"/>
                    <a:gd name="T9" fmla="*/ 73 h 101"/>
                    <a:gd name="T10" fmla="*/ 10 w 59"/>
                    <a:gd name="T11" fmla="*/ 68 h 101"/>
                    <a:gd name="T12" fmla="*/ 8 w 59"/>
                    <a:gd name="T13" fmla="*/ 60 h 101"/>
                    <a:gd name="T14" fmla="*/ 18 w 59"/>
                    <a:gd name="T15" fmla="*/ 23 h 101"/>
                    <a:gd name="T16" fmla="*/ 26 w 59"/>
                    <a:gd name="T17" fmla="*/ 17 h 101"/>
                    <a:gd name="T18" fmla="*/ 36 w 59"/>
                    <a:gd name="T19" fmla="*/ 26 h 101"/>
                    <a:gd name="T20" fmla="*/ 36 w 59"/>
                    <a:gd name="T21" fmla="*/ 27 h 101"/>
                    <a:gd name="T22" fmla="*/ 43 w 59"/>
                    <a:gd name="T23" fmla="*/ 40 h 101"/>
                    <a:gd name="T24" fmla="*/ 42 w 59"/>
                    <a:gd name="T25" fmla="*/ 12 h 101"/>
                    <a:gd name="T26" fmla="*/ 21 w 59"/>
                    <a:gd name="T27" fmla="*/ 5 h 101"/>
                    <a:gd name="T28" fmla="*/ 44 w 59"/>
                    <a:gd name="T29" fmla="*/ 1 h 101"/>
                    <a:gd name="T30" fmla="*/ 57 w 59"/>
                    <a:gd name="T31" fmla="*/ 17 h 101"/>
                    <a:gd name="T32" fmla="*/ 56 w 59"/>
                    <a:gd name="T33" fmla="*/ 48 h 101"/>
                    <a:gd name="T34" fmla="*/ 57 w 59"/>
                    <a:gd name="T35" fmla="*/ 55 h 101"/>
                    <a:gd name="T36" fmla="*/ 55 w 59"/>
                    <a:gd name="T37" fmla="*/ 64 h 101"/>
                    <a:gd name="T38" fmla="*/ 54 w 59"/>
                    <a:gd name="T39" fmla="*/ 71 h 101"/>
                    <a:gd name="T40" fmla="*/ 52 w 59"/>
                    <a:gd name="T41" fmla="*/ 95 h 101"/>
                    <a:gd name="T42" fmla="*/ 49 w 59"/>
                    <a:gd name="T43" fmla="*/ 101 h 101"/>
                    <a:gd name="T44" fmla="*/ 43 w 59"/>
                    <a:gd name="T45" fmla="*/ 98 h 101"/>
                    <a:gd name="T46" fmla="*/ 38 w 59"/>
                    <a:gd name="T47" fmla="*/ 86 h 101"/>
                    <a:gd name="T48" fmla="*/ 39 w 59"/>
                    <a:gd name="T49" fmla="*/ 78 h 101"/>
                    <a:gd name="T50" fmla="*/ 42 w 59"/>
                    <a:gd name="T51" fmla="*/ 47 h 101"/>
                    <a:gd name="T52" fmla="*/ 32 w 59"/>
                    <a:gd name="T53" fmla="*/ 44 h 101"/>
                    <a:gd name="T54" fmla="*/ 29 w 59"/>
                    <a:gd name="T55" fmla="*/ 64 h 101"/>
                    <a:gd name="T56" fmla="*/ 42 w 59"/>
                    <a:gd name="T57" fmla="*/ 4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9" h="101">
                      <a:moveTo>
                        <a:pt x="39" y="78"/>
                      </a:moveTo>
                      <a:cubicBezTo>
                        <a:pt x="31" y="84"/>
                        <a:pt x="24" y="89"/>
                        <a:pt x="17" y="94"/>
                      </a:cubicBezTo>
                      <a:cubicBezTo>
                        <a:pt x="14" y="97"/>
                        <a:pt x="11" y="96"/>
                        <a:pt x="8" y="94"/>
                      </a:cubicBezTo>
                      <a:cubicBezTo>
                        <a:pt x="4" y="90"/>
                        <a:pt x="0" y="86"/>
                        <a:pt x="0" y="79"/>
                      </a:cubicBezTo>
                      <a:cubicBezTo>
                        <a:pt x="6" y="82"/>
                        <a:pt x="12" y="80"/>
                        <a:pt x="17" y="73"/>
                      </a:cubicBezTo>
                      <a:cubicBezTo>
                        <a:pt x="15" y="72"/>
                        <a:pt x="13" y="70"/>
                        <a:pt x="10" y="68"/>
                      </a:cubicBezTo>
                      <a:cubicBezTo>
                        <a:pt x="7" y="66"/>
                        <a:pt x="7" y="63"/>
                        <a:pt x="8" y="60"/>
                      </a:cubicBezTo>
                      <a:cubicBezTo>
                        <a:pt x="11" y="48"/>
                        <a:pt x="15" y="36"/>
                        <a:pt x="18" y="23"/>
                      </a:cubicBezTo>
                      <a:cubicBezTo>
                        <a:pt x="19" y="20"/>
                        <a:pt x="20" y="16"/>
                        <a:pt x="26" y="17"/>
                      </a:cubicBezTo>
                      <a:cubicBezTo>
                        <a:pt x="32" y="18"/>
                        <a:pt x="36" y="21"/>
                        <a:pt x="36" y="26"/>
                      </a:cubicBezTo>
                      <a:cubicBezTo>
                        <a:pt x="36" y="26"/>
                        <a:pt x="36" y="27"/>
                        <a:pt x="36" y="27"/>
                      </a:cubicBezTo>
                      <a:cubicBezTo>
                        <a:pt x="35" y="33"/>
                        <a:pt x="38" y="37"/>
                        <a:pt x="43" y="40"/>
                      </a:cubicBezTo>
                      <a:cubicBezTo>
                        <a:pt x="43" y="31"/>
                        <a:pt x="42" y="22"/>
                        <a:pt x="42" y="12"/>
                      </a:cubicBezTo>
                      <a:cubicBezTo>
                        <a:pt x="30" y="16"/>
                        <a:pt x="20" y="12"/>
                        <a:pt x="21" y="5"/>
                      </a:cubicBezTo>
                      <a:cubicBezTo>
                        <a:pt x="29" y="3"/>
                        <a:pt x="36" y="1"/>
                        <a:pt x="44" y="1"/>
                      </a:cubicBezTo>
                      <a:cubicBezTo>
                        <a:pt x="54" y="0"/>
                        <a:pt x="59" y="8"/>
                        <a:pt x="57" y="17"/>
                      </a:cubicBezTo>
                      <a:cubicBezTo>
                        <a:pt x="56" y="27"/>
                        <a:pt x="56" y="38"/>
                        <a:pt x="56" y="48"/>
                      </a:cubicBezTo>
                      <a:cubicBezTo>
                        <a:pt x="56" y="50"/>
                        <a:pt x="57" y="52"/>
                        <a:pt x="57" y="55"/>
                      </a:cubicBezTo>
                      <a:cubicBezTo>
                        <a:pt x="57" y="58"/>
                        <a:pt x="56" y="61"/>
                        <a:pt x="55" y="64"/>
                      </a:cubicBezTo>
                      <a:cubicBezTo>
                        <a:pt x="55" y="66"/>
                        <a:pt x="54" y="68"/>
                        <a:pt x="54" y="71"/>
                      </a:cubicBezTo>
                      <a:cubicBezTo>
                        <a:pt x="53" y="79"/>
                        <a:pt x="53" y="87"/>
                        <a:pt x="52" y="95"/>
                      </a:cubicBezTo>
                      <a:cubicBezTo>
                        <a:pt x="52" y="97"/>
                        <a:pt x="51" y="100"/>
                        <a:pt x="49" y="101"/>
                      </a:cubicBezTo>
                      <a:cubicBezTo>
                        <a:pt x="47" y="101"/>
                        <a:pt x="44" y="100"/>
                        <a:pt x="43" y="98"/>
                      </a:cubicBezTo>
                      <a:cubicBezTo>
                        <a:pt x="39" y="95"/>
                        <a:pt x="36" y="92"/>
                        <a:pt x="38" y="86"/>
                      </a:cubicBezTo>
                      <a:cubicBezTo>
                        <a:pt x="39" y="84"/>
                        <a:pt x="39" y="81"/>
                        <a:pt x="39" y="78"/>
                      </a:cubicBezTo>
                      <a:close/>
                      <a:moveTo>
                        <a:pt x="42" y="47"/>
                      </a:moveTo>
                      <a:cubicBezTo>
                        <a:pt x="39" y="46"/>
                        <a:pt x="36" y="45"/>
                        <a:pt x="32" y="44"/>
                      </a:cubicBezTo>
                      <a:cubicBezTo>
                        <a:pt x="31" y="51"/>
                        <a:pt x="30" y="57"/>
                        <a:pt x="29" y="64"/>
                      </a:cubicBezTo>
                      <a:cubicBezTo>
                        <a:pt x="39" y="61"/>
                        <a:pt x="42" y="57"/>
                        <a:pt x="42" y="4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8" name="Freeform 10">
                  <a:extLst>
                    <a:ext uri="{FF2B5EF4-FFF2-40B4-BE49-F238E27FC236}">
                      <a16:creationId xmlns:a16="http://schemas.microsoft.com/office/drawing/2014/main" id="{3C581795-C09D-460E-9472-8181F266F0EF}"/>
                    </a:ext>
                  </a:extLst>
                </p:cNvPr>
                <p:cNvSpPr>
                  <a:spLocks noEditPoints="1"/>
                </p:cNvSpPr>
                <p:nvPr/>
              </p:nvSpPr>
              <p:spPr bwMode="auto">
                <a:xfrm>
                  <a:off x="6361113" y="3541713"/>
                  <a:ext cx="236538" cy="509588"/>
                </a:xfrm>
                <a:custGeom>
                  <a:avLst/>
                  <a:gdLst>
                    <a:gd name="T0" fmla="*/ 11 w 55"/>
                    <a:gd name="T1" fmla="*/ 89 h 120"/>
                    <a:gd name="T2" fmla="*/ 10 w 55"/>
                    <a:gd name="T3" fmla="*/ 100 h 120"/>
                    <a:gd name="T4" fmla="*/ 6 w 55"/>
                    <a:gd name="T5" fmla="*/ 104 h 120"/>
                    <a:gd name="T6" fmla="*/ 1 w 55"/>
                    <a:gd name="T7" fmla="*/ 99 h 120"/>
                    <a:gd name="T8" fmla="*/ 3 w 55"/>
                    <a:gd name="T9" fmla="*/ 84 h 120"/>
                    <a:gd name="T10" fmla="*/ 14 w 55"/>
                    <a:gd name="T11" fmla="*/ 37 h 120"/>
                    <a:gd name="T12" fmla="*/ 22 w 55"/>
                    <a:gd name="T13" fmla="*/ 11 h 120"/>
                    <a:gd name="T14" fmla="*/ 26 w 55"/>
                    <a:gd name="T15" fmla="*/ 19 h 120"/>
                    <a:gd name="T16" fmla="*/ 20 w 55"/>
                    <a:gd name="T17" fmla="*/ 40 h 120"/>
                    <a:gd name="T18" fmla="*/ 27 w 55"/>
                    <a:gd name="T19" fmla="*/ 35 h 120"/>
                    <a:gd name="T20" fmla="*/ 35 w 55"/>
                    <a:gd name="T21" fmla="*/ 30 h 120"/>
                    <a:gd name="T22" fmla="*/ 33 w 55"/>
                    <a:gd name="T23" fmla="*/ 9 h 120"/>
                    <a:gd name="T24" fmla="*/ 28 w 55"/>
                    <a:gd name="T25" fmla="*/ 8 h 120"/>
                    <a:gd name="T26" fmla="*/ 19 w 55"/>
                    <a:gd name="T27" fmla="*/ 12 h 120"/>
                    <a:gd name="T28" fmla="*/ 12 w 55"/>
                    <a:gd name="T29" fmla="*/ 15 h 120"/>
                    <a:gd name="T30" fmla="*/ 9 w 55"/>
                    <a:gd name="T31" fmla="*/ 11 h 120"/>
                    <a:gd name="T32" fmla="*/ 11 w 55"/>
                    <a:gd name="T33" fmla="*/ 8 h 120"/>
                    <a:gd name="T34" fmla="*/ 31 w 55"/>
                    <a:gd name="T35" fmla="*/ 0 h 120"/>
                    <a:gd name="T36" fmla="*/ 45 w 55"/>
                    <a:gd name="T37" fmla="*/ 15 h 120"/>
                    <a:gd name="T38" fmla="*/ 44 w 55"/>
                    <a:gd name="T39" fmla="*/ 46 h 120"/>
                    <a:gd name="T40" fmla="*/ 48 w 55"/>
                    <a:gd name="T41" fmla="*/ 54 h 120"/>
                    <a:gd name="T42" fmla="*/ 48 w 55"/>
                    <a:gd name="T43" fmla="*/ 71 h 120"/>
                    <a:gd name="T44" fmla="*/ 44 w 55"/>
                    <a:gd name="T45" fmla="*/ 77 h 120"/>
                    <a:gd name="T46" fmla="*/ 44 w 55"/>
                    <a:gd name="T47" fmla="*/ 110 h 120"/>
                    <a:gd name="T48" fmla="*/ 44 w 55"/>
                    <a:gd name="T49" fmla="*/ 114 h 120"/>
                    <a:gd name="T50" fmla="*/ 41 w 55"/>
                    <a:gd name="T51" fmla="*/ 120 h 120"/>
                    <a:gd name="T52" fmla="*/ 32 w 55"/>
                    <a:gd name="T53" fmla="*/ 118 h 120"/>
                    <a:gd name="T54" fmla="*/ 13 w 55"/>
                    <a:gd name="T55" fmla="*/ 91 h 120"/>
                    <a:gd name="T56" fmla="*/ 12 w 55"/>
                    <a:gd name="T57" fmla="*/ 89 h 120"/>
                    <a:gd name="T58" fmla="*/ 11 w 55"/>
                    <a:gd name="T59" fmla="*/ 89 h 120"/>
                    <a:gd name="T60" fmla="*/ 24 w 55"/>
                    <a:gd name="T61" fmla="*/ 76 h 120"/>
                    <a:gd name="T62" fmla="*/ 23 w 55"/>
                    <a:gd name="T63" fmla="*/ 74 h 120"/>
                    <a:gd name="T64" fmla="*/ 27 w 55"/>
                    <a:gd name="T65" fmla="*/ 71 h 120"/>
                    <a:gd name="T66" fmla="*/ 33 w 55"/>
                    <a:gd name="T67" fmla="*/ 67 h 120"/>
                    <a:gd name="T68" fmla="*/ 32 w 55"/>
                    <a:gd name="T69" fmla="*/ 63 h 120"/>
                    <a:gd name="T70" fmla="*/ 22 w 55"/>
                    <a:gd name="T71" fmla="*/ 52 h 120"/>
                    <a:gd name="T72" fmla="*/ 18 w 55"/>
                    <a:gd name="T73" fmla="*/ 89 h 120"/>
                    <a:gd name="T74" fmla="*/ 33 w 55"/>
                    <a:gd name="T75" fmla="*/ 107 h 120"/>
                    <a:gd name="T76" fmla="*/ 35 w 55"/>
                    <a:gd name="T77" fmla="*/ 77 h 120"/>
                    <a:gd name="T78" fmla="*/ 31 w 55"/>
                    <a:gd name="T79" fmla="*/ 75 h 120"/>
                    <a:gd name="T80" fmla="*/ 24 w 55"/>
                    <a:gd name="T81" fmla="*/ 76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5" h="120">
                      <a:moveTo>
                        <a:pt x="11" y="89"/>
                      </a:moveTo>
                      <a:cubicBezTo>
                        <a:pt x="10" y="93"/>
                        <a:pt x="10" y="96"/>
                        <a:pt x="10" y="100"/>
                      </a:cubicBezTo>
                      <a:cubicBezTo>
                        <a:pt x="9" y="102"/>
                        <a:pt x="9" y="104"/>
                        <a:pt x="6" y="104"/>
                      </a:cubicBezTo>
                      <a:cubicBezTo>
                        <a:pt x="3" y="104"/>
                        <a:pt x="0" y="103"/>
                        <a:pt x="1" y="99"/>
                      </a:cubicBezTo>
                      <a:cubicBezTo>
                        <a:pt x="2" y="94"/>
                        <a:pt x="2" y="89"/>
                        <a:pt x="3" y="84"/>
                      </a:cubicBezTo>
                      <a:cubicBezTo>
                        <a:pt x="7" y="68"/>
                        <a:pt x="10" y="53"/>
                        <a:pt x="14" y="37"/>
                      </a:cubicBezTo>
                      <a:cubicBezTo>
                        <a:pt x="16" y="29"/>
                        <a:pt x="19" y="20"/>
                        <a:pt x="22" y="11"/>
                      </a:cubicBezTo>
                      <a:cubicBezTo>
                        <a:pt x="26" y="13"/>
                        <a:pt x="27" y="15"/>
                        <a:pt x="26" y="19"/>
                      </a:cubicBezTo>
                      <a:cubicBezTo>
                        <a:pt x="24" y="25"/>
                        <a:pt x="22" y="32"/>
                        <a:pt x="20" y="40"/>
                      </a:cubicBezTo>
                      <a:cubicBezTo>
                        <a:pt x="23" y="37"/>
                        <a:pt x="25" y="36"/>
                        <a:pt x="27" y="35"/>
                      </a:cubicBezTo>
                      <a:cubicBezTo>
                        <a:pt x="30" y="33"/>
                        <a:pt x="34" y="32"/>
                        <a:pt x="35" y="30"/>
                      </a:cubicBezTo>
                      <a:cubicBezTo>
                        <a:pt x="36" y="23"/>
                        <a:pt x="37" y="16"/>
                        <a:pt x="33" y="9"/>
                      </a:cubicBezTo>
                      <a:cubicBezTo>
                        <a:pt x="33" y="8"/>
                        <a:pt x="30" y="7"/>
                        <a:pt x="28" y="8"/>
                      </a:cubicBezTo>
                      <a:cubicBezTo>
                        <a:pt x="25" y="9"/>
                        <a:pt x="22" y="11"/>
                        <a:pt x="19" y="12"/>
                      </a:cubicBezTo>
                      <a:cubicBezTo>
                        <a:pt x="17" y="13"/>
                        <a:pt x="15" y="15"/>
                        <a:pt x="12" y="15"/>
                      </a:cubicBezTo>
                      <a:cubicBezTo>
                        <a:pt x="11" y="15"/>
                        <a:pt x="9" y="13"/>
                        <a:pt x="9" y="11"/>
                      </a:cubicBezTo>
                      <a:cubicBezTo>
                        <a:pt x="8" y="11"/>
                        <a:pt x="10" y="9"/>
                        <a:pt x="11" y="8"/>
                      </a:cubicBezTo>
                      <a:cubicBezTo>
                        <a:pt x="17" y="4"/>
                        <a:pt x="23" y="0"/>
                        <a:pt x="31" y="0"/>
                      </a:cubicBezTo>
                      <a:cubicBezTo>
                        <a:pt x="41" y="1"/>
                        <a:pt x="46" y="5"/>
                        <a:pt x="45" y="15"/>
                      </a:cubicBezTo>
                      <a:cubicBezTo>
                        <a:pt x="45" y="25"/>
                        <a:pt x="45" y="36"/>
                        <a:pt x="44" y="46"/>
                      </a:cubicBezTo>
                      <a:cubicBezTo>
                        <a:pt x="44" y="50"/>
                        <a:pt x="45" y="52"/>
                        <a:pt x="48" y="54"/>
                      </a:cubicBezTo>
                      <a:cubicBezTo>
                        <a:pt x="55" y="60"/>
                        <a:pt x="55" y="66"/>
                        <a:pt x="48" y="71"/>
                      </a:cubicBezTo>
                      <a:cubicBezTo>
                        <a:pt x="45" y="72"/>
                        <a:pt x="44" y="74"/>
                        <a:pt x="44" y="77"/>
                      </a:cubicBezTo>
                      <a:cubicBezTo>
                        <a:pt x="45" y="88"/>
                        <a:pt x="44" y="99"/>
                        <a:pt x="44" y="110"/>
                      </a:cubicBezTo>
                      <a:cubicBezTo>
                        <a:pt x="44" y="112"/>
                        <a:pt x="45" y="113"/>
                        <a:pt x="44" y="114"/>
                      </a:cubicBezTo>
                      <a:cubicBezTo>
                        <a:pt x="43" y="116"/>
                        <a:pt x="42" y="120"/>
                        <a:pt x="41" y="120"/>
                      </a:cubicBezTo>
                      <a:cubicBezTo>
                        <a:pt x="38" y="120"/>
                        <a:pt x="34" y="120"/>
                        <a:pt x="32" y="118"/>
                      </a:cubicBezTo>
                      <a:cubicBezTo>
                        <a:pt x="25" y="109"/>
                        <a:pt x="19" y="100"/>
                        <a:pt x="13" y="91"/>
                      </a:cubicBezTo>
                      <a:cubicBezTo>
                        <a:pt x="12" y="90"/>
                        <a:pt x="12" y="90"/>
                        <a:pt x="12" y="89"/>
                      </a:cubicBezTo>
                      <a:cubicBezTo>
                        <a:pt x="11" y="89"/>
                        <a:pt x="11" y="89"/>
                        <a:pt x="11" y="89"/>
                      </a:cubicBezTo>
                      <a:close/>
                      <a:moveTo>
                        <a:pt x="24" y="76"/>
                      </a:moveTo>
                      <a:cubicBezTo>
                        <a:pt x="23" y="75"/>
                        <a:pt x="23" y="75"/>
                        <a:pt x="23" y="74"/>
                      </a:cubicBezTo>
                      <a:cubicBezTo>
                        <a:pt x="24" y="73"/>
                        <a:pt x="26" y="72"/>
                        <a:pt x="27" y="71"/>
                      </a:cubicBezTo>
                      <a:cubicBezTo>
                        <a:pt x="29" y="70"/>
                        <a:pt x="31" y="69"/>
                        <a:pt x="33" y="67"/>
                      </a:cubicBezTo>
                      <a:cubicBezTo>
                        <a:pt x="35" y="66"/>
                        <a:pt x="35" y="63"/>
                        <a:pt x="32" y="63"/>
                      </a:cubicBezTo>
                      <a:cubicBezTo>
                        <a:pt x="27" y="61"/>
                        <a:pt x="24" y="58"/>
                        <a:pt x="22" y="52"/>
                      </a:cubicBezTo>
                      <a:cubicBezTo>
                        <a:pt x="17" y="65"/>
                        <a:pt x="13" y="77"/>
                        <a:pt x="18" y="89"/>
                      </a:cubicBezTo>
                      <a:cubicBezTo>
                        <a:pt x="21" y="97"/>
                        <a:pt x="27" y="101"/>
                        <a:pt x="33" y="107"/>
                      </a:cubicBezTo>
                      <a:cubicBezTo>
                        <a:pt x="34" y="97"/>
                        <a:pt x="34" y="87"/>
                        <a:pt x="35" y="77"/>
                      </a:cubicBezTo>
                      <a:cubicBezTo>
                        <a:pt x="35" y="77"/>
                        <a:pt x="32" y="75"/>
                        <a:pt x="31" y="75"/>
                      </a:cubicBezTo>
                      <a:cubicBezTo>
                        <a:pt x="29" y="75"/>
                        <a:pt x="26" y="76"/>
                        <a:pt x="24" y="7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56" name="组合 55">
                <a:extLst>
                  <a:ext uri="{FF2B5EF4-FFF2-40B4-BE49-F238E27FC236}">
                    <a16:creationId xmlns:a16="http://schemas.microsoft.com/office/drawing/2014/main" id="{C43281D5-D15F-4210-8FEF-5D0B83A54FD6}"/>
                  </a:ext>
                </a:extLst>
              </p:cNvPr>
              <p:cNvGrpSpPr/>
              <p:nvPr/>
            </p:nvGrpSpPr>
            <p:grpSpPr>
              <a:xfrm>
                <a:off x="6738929" y="2270918"/>
                <a:ext cx="549275" cy="693738"/>
                <a:chOff x="6108700" y="2066926"/>
                <a:chExt cx="549275" cy="693738"/>
              </a:xfrm>
              <a:grpFill/>
            </p:grpSpPr>
            <p:sp>
              <p:nvSpPr>
                <p:cNvPr id="85" name="Freeform 13">
                  <a:extLst>
                    <a:ext uri="{FF2B5EF4-FFF2-40B4-BE49-F238E27FC236}">
                      <a16:creationId xmlns:a16="http://schemas.microsoft.com/office/drawing/2014/main" id="{0965091B-D712-42AC-844D-24578409DB9A}"/>
                    </a:ext>
                  </a:extLst>
                </p:cNvPr>
                <p:cNvSpPr>
                  <a:spLocks noEditPoints="1"/>
                </p:cNvSpPr>
                <p:nvPr/>
              </p:nvSpPr>
              <p:spPr bwMode="auto">
                <a:xfrm>
                  <a:off x="6108700" y="2066926"/>
                  <a:ext cx="549275" cy="655638"/>
                </a:xfrm>
                <a:custGeom>
                  <a:avLst/>
                  <a:gdLst>
                    <a:gd name="T0" fmla="*/ 54 w 128"/>
                    <a:gd name="T1" fmla="*/ 76 h 154"/>
                    <a:gd name="T2" fmla="*/ 66 w 128"/>
                    <a:gd name="T3" fmla="*/ 53 h 154"/>
                    <a:gd name="T4" fmla="*/ 49 w 128"/>
                    <a:gd name="T5" fmla="*/ 47 h 154"/>
                    <a:gd name="T6" fmla="*/ 64 w 128"/>
                    <a:gd name="T7" fmla="*/ 44 h 154"/>
                    <a:gd name="T8" fmla="*/ 83 w 128"/>
                    <a:gd name="T9" fmla="*/ 6 h 154"/>
                    <a:gd name="T10" fmla="*/ 91 w 128"/>
                    <a:gd name="T11" fmla="*/ 11 h 154"/>
                    <a:gd name="T12" fmla="*/ 96 w 128"/>
                    <a:gd name="T13" fmla="*/ 36 h 154"/>
                    <a:gd name="T14" fmla="*/ 106 w 128"/>
                    <a:gd name="T15" fmla="*/ 41 h 154"/>
                    <a:gd name="T16" fmla="*/ 82 w 128"/>
                    <a:gd name="T17" fmla="*/ 50 h 154"/>
                    <a:gd name="T18" fmla="*/ 71 w 128"/>
                    <a:gd name="T19" fmla="*/ 65 h 154"/>
                    <a:gd name="T20" fmla="*/ 110 w 128"/>
                    <a:gd name="T21" fmla="*/ 74 h 154"/>
                    <a:gd name="T22" fmla="*/ 101 w 128"/>
                    <a:gd name="T23" fmla="*/ 87 h 154"/>
                    <a:gd name="T24" fmla="*/ 111 w 128"/>
                    <a:gd name="T25" fmla="*/ 98 h 154"/>
                    <a:gd name="T26" fmla="*/ 92 w 128"/>
                    <a:gd name="T27" fmla="*/ 104 h 154"/>
                    <a:gd name="T28" fmla="*/ 86 w 128"/>
                    <a:gd name="T29" fmla="*/ 116 h 154"/>
                    <a:gd name="T30" fmla="*/ 124 w 128"/>
                    <a:gd name="T31" fmla="*/ 112 h 154"/>
                    <a:gd name="T32" fmla="*/ 120 w 128"/>
                    <a:gd name="T33" fmla="*/ 122 h 154"/>
                    <a:gd name="T34" fmla="*/ 111 w 128"/>
                    <a:gd name="T35" fmla="*/ 144 h 154"/>
                    <a:gd name="T36" fmla="*/ 105 w 128"/>
                    <a:gd name="T37" fmla="*/ 153 h 154"/>
                    <a:gd name="T38" fmla="*/ 55 w 128"/>
                    <a:gd name="T39" fmla="*/ 129 h 154"/>
                    <a:gd name="T40" fmla="*/ 53 w 128"/>
                    <a:gd name="T41" fmla="*/ 121 h 154"/>
                    <a:gd name="T42" fmla="*/ 61 w 128"/>
                    <a:gd name="T43" fmla="*/ 125 h 154"/>
                    <a:gd name="T44" fmla="*/ 94 w 128"/>
                    <a:gd name="T45" fmla="*/ 140 h 154"/>
                    <a:gd name="T46" fmla="*/ 85 w 128"/>
                    <a:gd name="T47" fmla="*/ 127 h 154"/>
                    <a:gd name="T48" fmla="*/ 71 w 128"/>
                    <a:gd name="T49" fmla="*/ 108 h 154"/>
                    <a:gd name="T50" fmla="*/ 52 w 128"/>
                    <a:gd name="T51" fmla="*/ 113 h 154"/>
                    <a:gd name="T52" fmla="*/ 38 w 128"/>
                    <a:gd name="T53" fmla="*/ 97 h 154"/>
                    <a:gd name="T54" fmla="*/ 51 w 128"/>
                    <a:gd name="T55" fmla="*/ 97 h 154"/>
                    <a:gd name="T56" fmla="*/ 34 w 128"/>
                    <a:gd name="T57" fmla="*/ 93 h 154"/>
                    <a:gd name="T58" fmla="*/ 35 w 128"/>
                    <a:gd name="T59" fmla="*/ 105 h 154"/>
                    <a:gd name="T60" fmla="*/ 26 w 128"/>
                    <a:gd name="T61" fmla="*/ 154 h 154"/>
                    <a:gd name="T62" fmla="*/ 20 w 128"/>
                    <a:gd name="T63" fmla="*/ 118 h 154"/>
                    <a:gd name="T64" fmla="*/ 0 w 128"/>
                    <a:gd name="T65" fmla="*/ 103 h 154"/>
                    <a:gd name="T66" fmla="*/ 19 w 128"/>
                    <a:gd name="T67" fmla="*/ 72 h 154"/>
                    <a:gd name="T68" fmla="*/ 25 w 128"/>
                    <a:gd name="T69" fmla="*/ 51 h 154"/>
                    <a:gd name="T70" fmla="*/ 39 w 128"/>
                    <a:gd name="T71" fmla="*/ 14 h 154"/>
                    <a:gd name="T72" fmla="*/ 51 w 128"/>
                    <a:gd name="T73" fmla="*/ 24 h 154"/>
                    <a:gd name="T74" fmla="*/ 39 w 128"/>
                    <a:gd name="T75" fmla="*/ 44 h 154"/>
                    <a:gd name="T76" fmla="*/ 48 w 128"/>
                    <a:gd name="T77" fmla="*/ 73 h 154"/>
                    <a:gd name="T78" fmla="*/ 81 w 128"/>
                    <a:gd name="T79" fmla="*/ 90 h 154"/>
                    <a:gd name="T80" fmla="*/ 92 w 128"/>
                    <a:gd name="T81" fmla="*/ 71 h 154"/>
                    <a:gd name="T82" fmla="*/ 81 w 128"/>
                    <a:gd name="T83" fmla="*/ 80 h 154"/>
                    <a:gd name="T84" fmla="*/ 76 w 128"/>
                    <a:gd name="T85" fmla="*/ 73 h 154"/>
                    <a:gd name="T86" fmla="*/ 67 w 128"/>
                    <a:gd name="T87" fmla="*/ 79 h 154"/>
                    <a:gd name="T88" fmla="*/ 76 w 128"/>
                    <a:gd name="T89" fmla="*/ 73 h 154"/>
                    <a:gd name="T90" fmla="*/ 56 w 128"/>
                    <a:gd name="T91" fmla="*/ 88 h 154"/>
                    <a:gd name="T92" fmla="*/ 63 w 128"/>
                    <a:gd name="T93" fmla="*/ 81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28" h="154">
                      <a:moveTo>
                        <a:pt x="48" y="73"/>
                      </a:moveTo>
                      <a:cubicBezTo>
                        <a:pt x="50" y="74"/>
                        <a:pt x="52" y="75"/>
                        <a:pt x="54" y="76"/>
                      </a:cubicBezTo>
                      <a:cubicBezTo>
                        <a:pt x="57" y="74"/>
                        <a:pt x="60" y="72"/>
                        <a:pt x="63" y="70"/>
                      </a:cubicBezTo>
                      <a:cubicBezTo>
                        <a:pt x="58" y="63"/>
                        <a:pt x="65" y="59"/>
                        <a:pt x="66" y="53"/>
                      </a:cubicBezTo>
                      <a:cubicBezTo>
                        <a:pt x="63" y="53"/>
                        <a:pt x="59" y="53"/>
                        <a:pt x="56" y="52"/>
                      </a:cubicBezTo>
                      <a:cubicBezTo>
                        <a:pt x="54" y="51"/>
                        <a:pt x="51" y="49"/>
                        <a:pt x="49" y="47"/>
                      </a:cubicBezTo>
                      <a:cubicBezTo>
                        <a:pt x="49" y="46"/>
                        <a:pt x="50" y="46"/>
                        <a:pt x="50" y="46"/>
                      </a:cubicBezTo>
                      <a:cubicBezTo>
                        <a:pt x="55" y="45"/>
                        <a:pt x="59" y="45"/>
                        <a:pt x="64" y="44"/>
                      </a:cubicBezTo>
                      <a:cubicBezTo>
                        <a:pt x="68" y="44"/>
                        <a:pt x="70" y="42"/>
                        <a:pt x="71" y="38"/>
                      </a:cubicBezTo>
                      <a:cubicBezTo>
                        <a:pt x="75" y="27"/>
                        <a:pt x="79" y="16"/>
                        <a:pt x="83" y="6"/>
                      </a:cubicBezTo>
                      <a:cubicBezTo>
                        <a:pt x="84" y="3"/>
                        <a:pt x="84" y="0"/>
                        <a:pt x="88" y="2"/>
                      </a:cubicBezTo>
                      <a:cubicBezTo>
                        <a:pt x="92" y="4"/>
                        <a:pt x="94" y="9"/>
                        <a:pt x="91" y="11"/>
                      </a:cubicBezTo>
                      <a:cubicBezTo>
                        <a:pt x="83" y="19"/>
                        <a:pt x="83" y="30"/>
                        <a:pt x="80" y="41"/>
                      </a:cubicBezTo>
                      <a:cubicBezTo>
                        <a:pt x="85" y="39"/>
                        <a:pt x="91" y="37"/>
                        <a:pt x="96" y="36"/>
                      </a:cubicBezTo>
                      <a:cubicBezTo>
                        <a:pt x="98" y="35"/>
                        <a:pt x="101" y="35"/>
                        <a:pt x="102" y="36"/>
                      </a:cubicBezTo>
                      <a:cubicBezTo>
                        <a:pt x="104" y="37"/>
                        <a:pt x="106" y="39"/>
                        <a:pt x="106" y="41"/>
                      </a:cubicBezTo>
                      <a:cubicBezTo>
                        <a:pt x="106" y="42"/>
                        <a:pt x="105" y="44"/>
                        <a:pt x="103" y="44"/>
                      </a:cubicBezTo>
                      <a:cubicBezTo>
                        <a:pt x="96" y="46"/>
                        <a:pt x="89" y="48"/>
                        <a:pt x="82" y="50"/>
                      </a:cubicBezTo>
                      <a:cubicBezTo>
                        <a:pt x="78" y="50"/>
                        <a:pt x="77" y="51"/>
                        <a:pt x="76" y="54"/>
                      </a:cubicBezTo>
                      <a:cubicBezTo>
                        <a:pt x="74" y="58"/>
                        <a:pt x="73" y="61"/>
                        <a:pt x="71" y="65"/>
                      </a:cubicBezTo>
                      <a:cubicBezTo>
                        <a:pt x="82" y="63"/>
                        <a:pt x="92" y="62"/>
                        <a:pt x="102" y="66"/>
                      </a:cubicBezTo>
                      <a:cubicBezTo>
                        <a:pt x="106" y="67"/>
                        <a:pt x="110" y="69"/>
                        <a:pt x="110" y="74"/>
                      </a:cubicBezTo>
                      <a:cubicBezTo>
                        <a:pt x="111" y="79"/>
                        <a:pt x="109" y="83"/>
                        <a:pt x="104" y="85"/>
                      </a:cubicBezTo>
                      <a:cubicBezTo>
                        <a:pt x="103" y="85"/>
                        <a:pt x="102" y="86"/>
                        <a:pt x="101" y="87"/>
                      </a:cubicBezTo>
                      <a:cubicBezTo>
                        <a:pt x="103" y="88"/>
                        <a:pt x="105" y="88"/>
                        <a:pt x="106" y="89"/>
                      </a:cubicBezTo>
                      <a:cubicBezTo>
                        <a:pt x="110" y="91"/>
                        <a:pt x="112" y="94"/>
                        <a:pt x="111" y="98"/>
                      </a:cubicBezTo>
                      <a:cubicBezTo>
                        <a:pt x="110" y="102"/>
                        <a:pt x="107" y="103"/>
                        <a:pt x="104" y="103"/>
                      </a:cubicBezTo>
                      <a:cubicBezTo>
                        <a:pt x="100" y="103"/>
                        <a:pt x="96" y="104"/>
                        <a:pt x="92" y="104"/>
                      </a:cubicBezTo>
                      <a:cubicBezTo>
                        <a:pt x="86" y="105"/>
                        <a:pt x="81" y="111"/>
                        <a:pt x="82" y="117"/>
                      </a:cubicBezTo>
                      <a:cubicBezTo>
                        <a:pt x="83" y="117"/>
                        <a:pt x="85" y="117"/>
                        <a:pt x="86" y="116"/>
                      </a:cubicBezTo>
                      <a:cubicBezTo>
                        <a:pt x="95" y="111"/>
                        <a:pt x="104" y="109"/>
                        <a:pt x="114" y="109"/>
                      </a:cubicBezTo>
                      <a:cubicBezTo>
                        <a:pt x="118" y="110"/>
                        <a:pt x="121" y="111"/>
                        <a:pt x="124" y="112"/>
                      </a:cubicBezTo>
                      <a:cubicBezTo>
                        <a:pt x="128" y="114"/>
                        <a:pt x="128" y="117"/>
                        <a:pt x="126" y="120"/>
                      </a:cubicBezTo>
                      <a:cubicBezTo>
                        <a:pt x="125" y="123"/>
                        <a:pt x="122" y="123"/>
                        <a:pt x="120" y="122"/>
                      </a:cubicBezTo>
                      <a:cubicBezTo>
                        <a:pt x="111" y="118"/>
                        <a:pt x="104" y="120"/>
                        <a:pt x="97" y="123"/>
                      </a:cubicBezTo>
                      <a:cubicBezTo>
                        <a:pt x="101" y="130"/>
                        <a:pt x="106" y="137"/>
                        <a:pt x="111" y="144"/>
                      </a:cubicBezTo>
                      <a:cubicBezTo>
                        <a:pt x="112" y="146"/>
                        <a:pt x="112" y="150"/>
                        <a:pt x="111" y="152"/>
                      </a:cubicBezTo>
                      <a:cubicBezTo>
                        <a:pt x="111" y="153"/>
                        <a:pt x="107" y="153"/>
                        <a:pt x="105" y="153"/>
                      </a:cubicBezTo>
                      <a:cubicBezTo>
                        <a:pt x="91" y="150"/>
                        <a:pt x="77" y="146"/>
                        <a:pt x="66" y="138"/>
                      </a:cubicBezTo>
                      <a:cubicBezTo>
                        <a:pt x="62" y="135"/>
                        <a:pt x="59" y="132"/>
                        <a:pt x="55" y="129"/>
                      </a:cubicBezTo>
                      <a:cubicBezTo>
                        <a:pt x="54" y="128"/>
                        <a:pt x="53" y="127"/>
                        <a:pt x="53" y="126"/>
                      </a:cubicBezTo>
                      <a:cubicBezTo>
                        <a:pt x="53" y="124"/>
                        <a:pt x="53" y="122"/>
                        <a:pt x="53" y="121"/>
                      </a:cubicBezTo>
                      <a:cubicBezTo>
                        <a:pt x="55" y="121"/>
                        <a:pt x="57" y="121"/>
                        <a:pt x="58" y="121"/>
                      </a:cubicBezTo>
                      <a:cubicBezTo>
                        <a:pt x="59" y="122"/>
                        <a:pt x="60" y="123"/>
                        <a:pt x="61" y="125"/>
                      </a:cubicBezTo>
                      <a:cubicBezTo>
                        <a:pt x="70" y="134"/>
                        <a:pt x="80" y="139"/>
                        <a:pt x="92" y="140"/>
                      </a:cubicBezTo>
                      <a:cubicBezTo>
                        <a:pt x="93" y="140"/>
                        <a:pt x="93" y="140"/>
                        <a:pt x="94" y="140"/>
                      </a:cubicBezTo>
                      <a:cubicBezTo>
                        <a:pt x="92" y="136"/>
                        <a:pt x="90" y="132"/>
                        <a:pt x="88" y="128"/>
                      </a:cubicBezTo>
                      <a:cubicBezTo>
                        <a:pt x="88" y="128"/>
                        <a:pt x="86" y="127"/>
                        <a:pt x="85" y="127"/>
                      </a:cubicBezTo>
                      <a:cubicBezTo>
                        <a:pt x="71" y="126"/>
                        <a:pt x="70" y="124"/>
                        <a:pt x="71" y="111"/>
                      </a:cubicBezTo>
                      <a:cubicBezTo>
                        <a:pt x="71" y="110"/>
                        <a:pt x="71" y="109"/>
                        <a:pt x="71" y="108"/>
                      </a:cubicBezTo>
                      <a:cubicBezTo>
                        <a:pt x="68" y="109"/>
                        <a:pt x="65" y="109"/>
                        <a:pt x="62" y="110"/>
                      </a:cubicBezTo>
                      <a:cubicBezTo>
                        <a:pt x="59" y="111"/>
                        <a:pt x="55" y="112"/>
                        <a:pt x="52" y="113"/>
                      </a:cubicBezTo>
                      <a:cubicBezTo>
                        <a:pt x="48" y="114"/>
                        <a:pt x="44" y="115"/>
                        <a:pt x="41" y="111"/>
                      </a:cubicBezTo>
                      <a:cubicBezTo>
                        <a:pt x="37" y="107"/>
                        <a:pt x="37" y="102"/>
                        <a:pt x="38" y="97"/>
                      </a:cubicBezTo>
                      <a:cubicBezTo>
                        <a:pt x="38" y="96"/>
                        <a:pt x="40" y="96"/>
                        <a:pt x="42" y="96"/>
                      </a:cubicBezTo>
                      <a:cubicBezTo>
                        <a:pt x="45" y="96"/>
                        <a:pt x="48" y="96"/>
                        <a:pt x="51" y="97"/>
                      </a:cubicBezTo>
                      <a:cubicBezTo>
                        <a:pt x="48" y="90"/>
                        <a:pt x="46" y="84"/>
                        <a:pt x="43" y="78"/>
                      </a:cubicBezTo>
                      <a:cubicBezTo>
                        <a:pt x="40" y="83"/>
                        <a:pt x="37" y="88"/>
                        <a:pt x="34" y="93"/>
                      </a:cubicBezTo>
                      <a:cubicBezTo>
                        <a:pt x="33" y="94"/>
                        <a:pt x="33" y="96"/>
                        <a:pt x="34" y="98"/>
                      </a:cubicBezTo>
                      <a:cubicBezTo>
                        <a:pt x="34" y="100"/>
                        <a:pt x="35" y="103"/>
                        <a:pt x="35" y="105"/>
                      </a:cubicBezTo>
                      <a:cubicBezTo>
                        <a:pt x="32" y="121"/>
                        <a:pt x="29" y="136"/>
                        <a:pt x="27" y="151"/>
                      </a:cubicBezTo>
                      <a:cubicBezTo>
                        <a:pt x="26" y="152"/>
                        <a:pt x="26" y="153"/>
                        <a:pt x="26" y="154"/>
                      </a:cubicBezTo>
                      <a:cubicBezTo>
                        <a:pt x="17" y="153"/>
                        <a:pt x="14" y="149"/>
                        <a:pt x="15" y="141"/>
                      </a:cubicBezTo>
                      <a:cubicBezTo>
                        <a:pt x="17" y="134"/>
                        <a:pt x="18" y="126"/>
                        <a:pt x="20" y="118"/>
                      </a:cubicBezTo>
                      <a:cubicBezTo>
                        <a:pt x="15" y="123"/>
                        <a:pt x="12" y="122"/>
                        <a:pt x="7" y="118"/>
                      </a:cubicBezTo>
                      <a:cubicBezTo>
                        <a:pt x="3" y="114"/>
                        <a:pt x="0" y="109"/>
                        <a:pt x="0" y="103"/>
                      </a:cubicBezTo>
                      <a:cubicBezTo>
                        <a:pt x="0" y="102"/>
                        <a:pt x="1" y="101"/>
                        <a:pt x="1" y="100"/>
                      </a:cubicBezTo>
                      <a:cubicBezTo>
                        <a:pt x="7" y="91"/>
                        <a:pt x="14" y="82"/>
                        <a:pt x="19" y="72"/>
                      </a:cubicBezTo>
                      <a:cubicBezTo>
                        <a:pt x="22" y="67"/>
                        <a:pt x="24" y="61"/>
                        <a:pt x="26" y="55"/>
                      </a:cubicBezTo>
                      <a:cubicBezTo>
                        <a:pt x="27" y="54"/>
                        <a:pt x="25" y="53"/>
                        <a:pt x="25" y="51"/>
                      </a:cubicBezTo>
                      <a:cubicBezTo>
                        <a:pt x="18" y="43"/>
                        <a:pt x="18" y="39"/>
                        <a:pt x="23" y="30"/>
                      </a:cubicBezTo>
                      <a:cubicBezTo>
                        <a:pt x="27" y="23"/>
                        <a:pt x="32" y="17"/>
                        <a:pt x="39" y="14"/>
                      </a:cubicBezTo>
                      <a:cubicBezTo>
                        <a:pt x="45" y="11"/>
                        <a:pt x="50" y="12"/>
                        <a:pt x="53" y="16"/>
                      </a:cubicBezTo>
                      <a:cubicBezTo>
                        <a:pt x="56" y="20"/>
                        <a:pt x="56" y="22"/>
                        <a:pt x="51" y="24"/>
                      </a:cubicBezTo>
                      <a:cubicBezTo>
                        <a:pt x="44" y="26"/>
                        <a:pt x="41" y="31"/>
                        <a:pt x="37" y="36"/>
                      </a:cubicBezTo>
                      <a:cubicBezTo>
                        <a:pt x="36" y="39"/>
                        <a:pt x="36" y="42"/>
                        <a:pt x="39" y="44"/>
                      </a:cubicBezTo>
                      <a:cubicBezTo>
                        <a:pt x="41" y="45"/>
                        <a:pt x="42" y="47"/>
                        <a:pt x="43" y="48"/>
                      </a:cubicBezTo>
                      <a:cubicBezTo>
                        <a:pt x="52" y="58"/>
                        <a:pt x="54" y="62"/>
                        <a:pt x="48" y="73"/>
                      </a:cubicBezTo>
                      <a:close/>
                      <a:moveTo>
                        <a:pt x="79" y="89"/>
                      </a:moveTo>
                      <a:cubicBezTo>
                        <a:pt x="80" y="89"/>
                        <a:pt x="80" y="90"/>
                        <a:pt x="81" y="90"/>
                      </a:cubicBezTo>
                      <a:cubicBezTo>
                        <a:pt x="85" y="86"/>
                        <a:pt x="90" y="81"/>
                        <a:pt x="95" y="76"/>
                      </a:cubicBezTo>
                      <a:cubicBezTo>
                        <a:pt x="97" y="73"/>
                        <a:pt x="95" y="71"/>
                        <a:pt x="92" y="71"/>
                      </a:cubicBezTo>
                      <a:cubicBezTo>
                        <a:pt x="88" y="71"/>
                        <a:pt x="85" y="71"/>
                        <a:pt x="81" y="71"/>
                      </a:cubicBezTo>
                      <a:cubicBezTo>
                        <a:pt x="81" y="75"/>
                        <a:pt x="81" y="77"/>
                        <a:pt x="81" y="80"/>
                      </a:cubicBezTo>
                      <a:cubicBezTo>
                        <a:pt x="81" y="83"/>
                        <a:pt x="80" y="86"/>
                        <a:pt x="79" y="89"/>
                      </a:cubicBezTo>
                      <a:close/>
                      <a:moveTo>
                        <a:pt x="76" y="73"/>
                      </a:moveTo>
                      <a:cubicBezTo>
                        <a:pt x="73" y="74"/>
                        <a:pt x="71" y="75"/>
                        <a:pt x="69" y="77"/>
                      </a:cubicBezTo>
                      <a:cubicBezTo>
                        <a:pt x="68" y="77"/>
                        <a:pt x="67" y="78"/>
                        <a:pt x="67" y="79"/>
                      </a:cubicBezTo>
                      <a:cubicBezTo>
                        <a:pt x="67" y="84"/>
                        <a:pt x="68" y="88"/>
                        <a:pt x="68" y="92"/>
                      </a:cubicBezTo>
                      <a:cubicBezTo>
                        <a:pt x="74" y="91"/>
                        <a:pt x="77" y="83"/>
                        <a:pt x="76" y="73"/>
                      </a:cubicBezTo>
                      <a:close/>
                      <a:moveTo>
                        <a:pt x="63" y="81"/>
                      </a:moveTo>
                      <a:cubicBezTo>
                        <a:pt x="55" y="84"/>
                        <a:pt x="54" y="85"/>
                        <a:pt x="56" y="88"/>
                      </a:cubicBezTo>
                      <a:cubicBezTo>
                        <a:pt x="58" y="94"/>
                        <a:pt x="60" y="95"/>
                        <a:pt x="65" y="93"/>
                      </a:cubicBezTo>
                      <a:cubicBezTo>
                        <a:pt x="64" y="89"/>
                        <a:pt x="63" y="85"/>
                        <a:pt x="63" y="8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6" name="Freeform 14">
                  <a:extLst>
                    <a:ext uri="{FF2B5EF4-FFF2-40B4-BE49-F238E27FC236}">
                      <a16:creationId xmlns:a16="http://schemas.microsoft.com/office/drawing/2014/main" id="{EDF1A89C-87D3-4066-B020-1AF4B9A41344}"/>
                    </a:ext>
                  </a:extLst>
                </p:cNvPr>
                <p:cNvSpPr>
                  <a:spLocks/>
                </p:cNvSpPr>
                <p:nvPr/>
              </p:nvSpPr>
              <p:spPr bwMode="auto">
                <a:xfrm>
                  <a:off x="6259513" y="2578101"/>
                  <a:ext cx="68263" cy="182563"/>
                </a:xfrm>
                <a:custGeom>
                  <a:avLst/>
                  <a:gdLst>
                    <a:gd name="T0" fmla="*/ 9 w 16"/>
                    <a:gd name="T1" fmla="*/ 0 h 43"/>
                    <a:gd name="T2" fmla="*/ 15 w 16"/>
                    <a:gd name="T3" fmla="*/ 11 h 43"/>
                    <a:gd name="T4" fmla="*/ 9 w 16"/>
                    <a:gd name="T5" fmla="*/ 43 h 43"/>
                    <a:gd name="T6" fmla="*/ 2 w 16"/>
                    <a:gd name="T7" fmla="*/ 39 h 43"/>
                    <a:gd name="T8" fmla="*/ 0 w 16"/>
                    <a:gd name="T9" fmla="*/ 35 h 43"/>
                    <a:gd name="T10" fmla="*/ 9 w 16"/>
                    <a:gd name="T11" fmla="*/ 0 h 43"/>
                  </a:gdLst>
                  <a:ahLst/>
                  <a:cxnLst>
                    <a:cxn ang="0">
                      <a:pos x="T0" y="T1"/>
                    </a:cxn>
                    <a:cxn ang="0">
                      <a:pos x="T2" y="T3"/>
                    </a:cxn>
                    <a:cxn ang="0">
                      <a:pos x="T4" y="T5"/>
                    </a:cxn>
                    <a:cxn ang="0">
                      <a:pos x="T6" y="T7"/>
                    </a:cxn>
                    <a:cxn ang="0">
                      <a:pos x="T8" y="T9"/>
                    </a:cxn>
                    <a:cxn ang="0">
                      <a:pos x="T10" y="T11"/>
                    </a:cxn>
                  </a:cxnLst>
                  <a:rect l="0" t="0" r="r" b="b"/>
                  <a:pathLst>
                    <a:path w="16" h="43">
                      <a:moveTo>
                        <a:pt x="9" y="0"/>
                      </a:moveTo>
                      <a:cubicBezTo>
                        <a:pt x="15" y="3"/>
                        <a:pt x="16" y="6"/>
                        <a:pt x="15" y="11"/>
                      </a:cubicBezTo>
                      <a:cubicBezTo>
                        <a:pt x="12" y="21"/>
                        <a:pt x="11" y="32"/>
                        <a:pt x="9" y="43"/>
                      </a:cubicBezTo>
                      <a:cubicBezTo>
                        <a:pt x="6" y="41"/>
                        <a:pt x="4" y="40"/>
                        <a:pt x="2" y="39"/>
                      </a:cubicBezTo>
                      <a:cubicBezTo>
                        <a:pt x="1" y="38"/>
                        <a:pt x="0" y="37"/>
                        <a:pt x="0" y="35"/>
                      </a:cubicBezTo>
                      <a:cubicBezTo>
                        <a:pt x="3" y="24"/>
                        <a:pt x="6" y="12"/>
                        <a:pt x="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57" name="组合 56">
                <a:extLst>
                  <a:ext uri="{FF2B5EF4-FFF2-40B4-BE49-F238E27FC236}">
                    <a16:creationId xmlns:a16="http://schemas.microsoft.com/office/drawing/2014/main" id="{CD1C2EA2-DECB-4C4E-997D-8417E76BE944}"/>
                  </a:ext>
                </a:extLst>
              </p:cNvPr>
              <p:cNvGrpSpPr/>
              <p:nvPr/>
            </p:nvGrpSpPr>
            <p:grpSpPr>
              <a:xfrm>
                <a:off x="7532962" y="2451100"/>
                <a:ext cx="368300" cy="317500"/>
                <a:chOff x="6186488" y="2930526"/>
                <a:chExt cx="368300" cy="317500"/>
              </a:xfrm>
              <a:grpFill/>
            </p:grpSpPr>
            <p:sp>
              <p:nvSpPr>
                <p:cNvPr id="60" name="Freeform 18">
                  <a:extLst>
                    <a:ext uri="{FF2B5EF4-FFF2-40B4-BE49-F238E27FC236}">
                      <a16:creationId xmlns:a16="http://schemas.microsoft.com/office/drawing/2014/main" id="{58E0037C-7932-4788-ADA9-47256329EEB7}"/>
                    </a:ext>
                  </a:extLst>
                </p:cNvPr>
                <p:cNvSpPr>
                  <a:spLocks/>
                </p:cNvSpPr>
                <p:nvPr/>
              </p:nvSpPr>
              <p:spPr bwMode="auto">
                <a:xfrm>
                  <a:off x="6310313" y="2930526"/>
                  <a:ext cx="244475" cy="317500"/>
                </a:xfrm>
                <a:custGeom>
                  <a:avLst/>
                  <a:gdLst>
                    <a:gd name="T0" fmla="*/ 49 w 57"/>
                    <a:gd name="T1" fmla="*/ 74 h 75"/>
                    <a:gd name="T2" fmla="*/ 40 w 57"/>
                    <a:gd name="T3" fmla="*/ 67 h 75"/>
                    <a:gd name="T4" fmla="*/ 33 w 57"/>
                    <a:gd name="T5" fmla="*/ 48 h 75"/>
                    <a:gd name="T6" fmla="*/ 27 w 57"/>
                    <a:gd name="T7" fmla="*/ 46 h 75"/>
                    <a:gd name="T8" fmla="*/ 11 w 57"/>
                    <a:gd name="T9" fmla="*/ 60 h 75"/>
                    <a:gd name="T10" fmla="*/ 5 w 57"/>
                    <a:gd name="T11" fmla="*/ 60 h 75"/>
                    <a:gd name="T12" fmla="*/ 6 w 57"/>
                    <a:gd name="T13" fmla="*/ 46 h 75"/>
                    <a:gd name="T14" fmla="*/ 27 w 57"/>
                    <a:gd name="T15" fmla="*/ 26 h 75"/>
                    <a:gd name="T16" fmla="*/ 40 w 57"/>
                    <a:gd name="T17" fmla="*/ 10 h 75"/>
                    <a:gd name="T18" fmla="*/ 41 w 57"/>
                    <a:gd name="T19" fmla="*/ 6 h 75"/>
                    <a:gd name="T20" fmla="*/ 45 w 57"/>
                    <a:gd name="T21" fmla="*/ 0 h 75"/>
                    <a:gd name="T22" fmla="*/ 53 w 57"/>
                    <a:gd name="T23" fmla="*/ 3 h 75"/>
                    <a:gd name="T24" fmla="*/ 53 w 57"/>
                    <a:gd name="T25" fmla="*/ 20 h 75"/>
                    <a:gd name="T26" fmla="*/ 37 w 57"/>
                    <a:gd name="T27" fmla="*/ 38 h 75"/>
                    <a:gd name="T28" fmla="*/ 49 w 57"/>
                    <a:gd name="T29" fmla="*/ 74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7" h="75">
                      <a:moveTo>
                        <a:pt x="49" y="74"/>
                      </a:moveTo>
                      <a:cubicBezTo>
                        <a:pt x="43" y="75"/>
                        <a:pt x="41" y="72"/>
                        <a:pt x="40" y="67"/>
                      </a:cubicBezTo>
                      <a:cubicBezTo>
                        <a:pt x="38" y="61"/>
                        <a:pt x="35" y="54"/>
                        <a:pt x="33" y="48"/>
                      </a:cubicBezTo>
                      <a:cubicBezTo>
                        <a:pt x="32" y="45"/>
                        <a:pt x="30" y="44"/>
                        <a:pt x="27" y="46"/>
                      </a:cubicBezTo>
                      <a:cubicBezTo>
                        <a:pt x="22" y="51"/>
                        <a:pt x="16" y="55"/>
                        <a:pt x="11" y="60"/>
                      </a:cubicBezTo>
                      <a:cubicBezTo>
                        <a:pt x="8" y="63"/>
                        <a:pt x="7" y="62"/>
                        <a:pt x="5" y="60"/>
                      </a:cubicBezTo>
                      <a:cubicBezTo>
                        <a:pt x="0" y="54"/>
                        <a:pt x="0" y="51"/>
                        <a:pt x="6" y="46"/>
                      </a:cubicBezTo>
                      <a:cubicBezTo>
                        <a:pt x="13" y="39"/>
                        <a:pt x="20" y="33"/>
                        <a:pt x="27" y="26"/>
                      </a:cubicBezTo>
                      <a:cubicBezTo>
                        <a:pt x="32" y="21"/>
                        <a:pt x="36" y="15"/>
                        <a:pt x="40" y="10"/>
                      </a:cubicBezTo>
                      <a:cubicBezTo>
                        <a:pt x="40" y="9"/>
                        <a:pt x="41" y="7"/>
                        <a:pt x="41" y="6"/>
                      </a:cubicBezTo>
                      <a:cubicBezTo>
                        <a:pt x="40" y="3"/>
                        <a:pt x="42" y="0"/>
                        <a:pt x="45" y="0"/>
                      </a:cubicBezTo>
                      <a:cubicBezTo>
                        <a:pt x="48" y="0"/>
                        <a:pt x="51" y="1"/>
                        <a:pt x="53" y="3"/>
                      </a:cubicBezTo>
                      <a:cubicBezTo>
                        <a:pt x="57" y="6"/>
                        <a:pt x="57" y="16"/>
                        <a:pt x="53" y="20"/>
                      </a:cubicBezTo>
                      <a:cubicBezTo>
                        <a:pt x="48" y="26"/>
                        <a:pt x="42" y="32"/>
                        <a:pt x="37" y="38"/>
                      </a:cubicBezTo>
                      <a:cubicBezTo>
                        <a:pt x="44" y="49"/>
                        <a:pt x="49" y="61"/>
                        <a:pt x="49" y="7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1" name="Freeform 19">
                  <a:extLst>
                    <a:ext uri="{FF2B5EF4-FFF2-40B4-BE49-F238E27FC236}">
                      <a16:creationId xmlns:a16="http://schemas.microsoft.com/office/drawing/2014/main" id="{B78F413E-1D51-491F-A6EC-02810949F837}"/>
                    </a:ext>
                  </a:extLst>
                </p:cNvPr>
                <p:cNvSpPr>
                  <a:spLocks/>
                </p:cNvSpPr>
                <p:nvPr/>
              </p:nvSpPr>
              <p:spPr bwMode="auto">
                <a:xfrm>
                  <a:off x="6186488" y="3009901"/>
                  <a:ext cx="123825" cy="234950"/>
                </a:xfrm>
                <a:custGeom>
                  <a:avLst/>
                  <a:gdLst>
                    <a:gd name="T0" fmla="*/ 12 w 29"/>
                    <a:gd name="T1" fmla="*/ 30 h 55"/>
                    <a:gd name="T2" fmla="*/ 20 w 29"/>
                    <a:gd name="T3" fmla="*/ 7 h 55"/>
                    <a:gd name="T4" fmla="*/ 25 w 29"/>
                    <a:gd name="T5" fmla="*/ 1 h 55"/>
                    <a:gd name="T6" fmla="*/ 26 w 29"/>
                    <a:gd name="T7" fmla="*/ 9 h 55"/>
                    <a:gd name="T8" fmla="*/ 16 w 29"/>
                    <a:gd name="T9" fmla="*/ 39 h 55"/>
                    <a:gd name="T10" fmla="*/ 13 w 29"/>
                    <a:gd name="T11" fmla="*/ 52 h 55"/>
                    <a:gd name="T12" fmla="*/ 7 w 29"/>
                    <a:gd name="T13" fmla="*/ 54 h 55"/>
                    <a:gd name="T14" fmla="*/ 2 w 29"/>
                    <a:gd name="T15" fmla="*/ 41 h 55"/>
                    <a:gd name="T16" fmla="*/ 3 w 29"/>
                    <a:gd name="T17" fmla="*/ 32 h 55"/>
                    <a:gd name="T18" fmla="*/ 2 w 29"/>
                    <a:gd name="T19" fmla="*/ 6 h 55"/>
                    <a:gd name="T20" fmla="*/ 6 w 29"/>
                    <a:gd name="T21" fmla="*/ 5 h 55"/>
                    <a:gd name="T22" fmla="*/ 10 w 29"/>
                    <a:gd name="T23" fmla="*/ 14 h 55"/>
                    <a:gd name="T24" fmla="*/ 11 w 29"/>
                    <a:gd name="T25" fmla="*/ 30 h 55"/>
                    <a:gd name="T26" fmla="*/ 12 w 29"/>
                    <a:gd name="T27" fmla="*/ 3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55">
                      <a:moveTo>
                        <a:pt x="12" y="30"/>
                      </a:moveTo>
                      <a:cubicBezTo>
                        <a:pt x="15" y="23"/>
                        <a:pt x="17" y="15"/>
                        <a:pt x="20" y="7"/>
                      </a:cubicBezTo>
                      <a:cubicBezTo>
                        <a:pt x="21" y="5"/>
                        <a:pt x="21" y="0"/>
                        <a:pt x="25" y="1"/>
                      </a:cubicBezTo>
                      <a:cubicBezTo>
                        <a:pt x="29" y="2"/>
                        <a:pt x="27" y="6"/>
                        <a:pt x="26" y="9"/>
                      </a:cubicBezTo>
                      <a:cubicBezTo>
                        <a:pt x="23" y="19"/>
                        <a:pt x="19" y="29"/>
                        <a:pt x="16" y="39"/>
                      </a:cubicBezTo>
                      <a:cubicBezTo>
                        <a:pt x="15" y="43"/>
                        <a:pt x="14" y="48"/>
                        <a:pt x="13" y="52"/>
                      </a:cubicBezTo>
                      <a:cubicBezTo>
                        <a:pt x="12" y="55"/>
                        <a:pt x="10" y="55"/>
                        <a:pt x="7" y="54"/>
                      </a:cubicBezTo>
                      <a:cubicBezTo>
                        <a:pt x="1" y="50"/>
                        <a:pt x="0" y="49"/>
                        <a:pt x="2" y="41"/>
                      </a:cubicBezTo>
                      <a:cubicBezTo>
                        <a:pt x="3" y="38"/>
                        <a:pt x="3" y="35"/>
                        <a:pt x="3" y="32"/>
                      </a:cubicBezTo>
                      <a:cubicBezTo>
                        <a:pt x="3" y="23"/>
                        <a:pt x="2" y="15"/>
                        <a:pt x="2" y="6"/>
                      </a:cubicBezTo>
                      <a:cubicBezTo>
                        <a:pt x="2" y="3"/>
                        <a:pt x="5" y="3"/>
                        <a:pt x="6" y="5"/>
                      </a:cubicBezTo>
                      <a:cubicBezTo>
                        <a:pt x="8" y="7"/>
                        <a:pt x="10" y="11"/>
                        <a:pt x="10" y="14"/>
                      </a:cubicBezTo>
                      <a:cubicBezTo>
                        <a:pt x="11" y="19"/>
                        <a:pt x="11" y="25"/>
                        <a:pt x="11" y="30"/>
                      </a:cubicBezTo>
                      <a:cubicBezTo>
                        <a:pt x="11" y="30"/>
                        <a:pt x="12" y="30"/>
                        <a:pt x="12"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2" name="Freeform 20">
                  <a:extLst>
                    <a:ext uri="{FF2B5EF4-FFF2-40B4-BE49-F238E27FC236}">
                      <a16:creationId xmlns:a16="http://schemas.microsoft.com/office/drawing/2014/main" id="{28D425C4-CE02-4413-BBE1-2E9FA0CC0E90}"/>
                    </a:ext>
                  </a:extLst>
                </p:cNvPr>
                <p:cNvSpPr>
                  <a:spLocks/>
                </p:cNvSpPr>
                <p:nvPr/>
              </p:nvSpPr>
              <p:spPr bwMode="auto">
                <a:xfrm>
                  <a:off x="6259513" y="2933701"/>
                  <a:ext cx="114300" cy="73025"/>
                </a:xfrm>
                <a:custGeom>
                  <a:avLst/>
                  <a:gdLst>
                    <a:gd name="T0" fmla="*/ 27 w 27"/>
                    <a:gd name="T1" fmla="*/ 1 h 17"/>
                    <a:gd name="T2" fmla="*/ 16 w 27"/>
                    <a:gd name="T3" fmla="*/ 14 h 17"/>
                    <a:gd name="T4" fmla="*/ 5 w 27"/>
                    <a:gd name="T5" fmla="*/ 13 h 17"/>
                    <a:gd name="T6" fmla="*/ 0 w 27"/>
                    <a:gd name="T7" fmla="*/ 4 h 17"/>
                    <a:gd name="T8" fmla="*/ 9 w 27"/>
                    <a:gd name="T9" fmla="*/ 2 h 17"/>
                    <a:gd name="T10" fmla="*/ 27 w 27"/>
                    <a:gd name="T11" fmla="*/ 0 h 17"/>
                    <a:gd name="T12" fmla="*/ 27 w 27"/>
                    <a:gd name="T13" fmla="*/ 1 h 17"/>
                  </a:gdLst>
                  <a:ahLst/>
                  <a:cxnLst>
                    <a:cxn ang="0">
                      <a:pos x="T0" y="T1"/>
                    </a:cxn>
                    <a:cxn ang="0">
                      <a:pos x="T2" y="T3"/>
                    </a:cxn>
                    <a:cxn ang="0">
                      <a:pos x="T4" y="T5"/>
                    </a:cxn>
                    <a:cxn ang="0">
                      <a:pos x="T6" y="T7"/>
                    </a:cxn>
                    <a:cxn ang="0">
                      <a:pos x="T8" y="T9"/>
                    </a:cxn>
                    <a:cxn ang="0">
                      <a:pos x="T10" y="T11"/>
                    </a:cxn>
                    <a:cxn ang="0">
                      <a:pos x="T12" y="T13"/>
                    </a:cxn>
                  </a:cxnLst>
                  <a:rect l="0" t="0" r="r" b="b"/>
                  <a:pathLst>
                    <a:path w="27" h="17">
                      <a:moveTo>
                        <a:pt x="27" y="1"/>
                      </a:moveTo>
                      <a:cubicBezTo>
                        <a:pt x="24" y="6"/>
                        <a:pt x="20" y="10"/>
                        <a:pt x="16" y="14"/>
                      </a:cubicBezTo>
                      <a:cubicBezTo>
                        <a:pt x="14" y="17"/>
                        <a:pt x="8" y="16"/>
                        <a:pt x="5" y="13"/>
                      </a:cubicBezTo>
                      <a:cubicBezTo>
                        <a:pt x="3" y="10"/>
                        <a:pt x="1" y="7"/>
                        <a:pt x="0" y="4"/>
                      </a:cubicBezTo>
                      <a:cubicBezTo>
                        <a:pt x="3" y="3"/>
                        <a:pt x="6" y="2"/>
                        <a:pt x="9" y="2"/>
                      </a:cubicBezTo>
                      <a:cubicBezTo>
                        <a:pt x="15" y="1"/>
                        <a:pt x="21" y="1"/>
                        <a:pt x="27" y="0"/>
                      </a:cubicBezTo>
                      <a:cubicBezTo>
                        <a:pt x="27" y="1"/>
                        <a:pt x="27" y="1"/>
                        <a:pt x="2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sp>
            <p:nvSpPr>
              <p:cNvPr id="58" name="Freeform 11">
                <a:extLst>
                  <a:ext uri="{FF2B5EF4-FFF2-40B4-BE49-F238E27FC236}">
                    <a16:creationId xmlns:a16="http://schemas.microsoft.com/office/drawing/2014/main" id="{9E7CBDC3-9BA0-4307-8967-3267E5966ED9}"/>
                  </a:ext>
                </a:extLst>
              </p:cNvPr>
              <p:cNvSpPr>
                <a:spLocks noEditPoints="1"/>
              </p:cNvSpPr>
              <p:nvPr/>
            </p:nvSpPr>
            <p:spPr bwMode="auto">
              <a:xfrm>
                <a:off x="9065451" y="2270918"/>
                <a:ext cx="439964" cy="615950"/>
              </a:xfrm>
              <a:custGeom>
                <a:avLst/>
                <a:gdLst>
                  <a:gd name="T0" fmla="*/ 29 w 72"/>
                  <a:gd name="T1" fmla="*/ 49 h 102"/>
                  <a:gd name="T2" fmla="*/ 15 w 72"/>
                  <a:gd name="T3" fmla="*/ 43 h 102"/>
                  <a:gd name="T4" fmla="*/ 10 w 72"/>
                  <a:gd name="T5" fmla="*/ 21 h 102"/>
                  <a:gd name="T6" fmla="*/ 13 w 72"/>
                  <a:gd name="T7" fmla="*/ 15 h 102"/>
                  <a:gd name="T8" fmla="*/ 19 w 72"/>
                  <a:gd name="T9" fmla="*/ 18 h 102"/>
                  <a:gd name="T10" fmla="*/ 20 w 72"/>
                  <a:gd name="T11" fmla="*/ 26 h 102"/>
                  <a:gd name="T12" fmla="*/ 35 w 72"/>
                  <a:gd name="T13" fmla="*/ 22 h 102"/>
                  <a:gd name="T14" fmla="*/ 40 w 72"/>
                  <a:gd name="T15" fmla="*/ 16 h 102"/>
                  <a:gd name="T16" fmla="*/ 43 w 72"/>
                  <a:gd name="T17" fmla="*/ 14 h 102"/>
                  <a:gd name="T18" fmla="*/ 44 w 72"/>
                  <a:gd name="T19" fmla="*/ 19 h 102"/>
                  <a:gd name="T20" fmla="*/ 43 w 72"/>
                  <a:gd name="T21" fmla="*/ 28 h 102"/>
                  <a:gd name="T22" fmla="*/ 36 w 72"/>
                  <a:gd name="T23" fmla="*/ 40 h 102"/>
                  <a:gd name="T24" fmla="*/ 37 w 72"/>
                  <a:gd name="T25" fmla="*/ 42 h 102"/>
                  <a:gd name="T26" fmla="*/ 44 w 72"/>
                  <a:gd name="T27" fmla="*/ 38 h 102"/>
                  <a:gd name="T28" fmla="*/ 56 w 72"/>
                  <a:gd name="T29" fmla="*/ 20 h 102"/>
                  <a:gd name="T30" fmla="*/ 49 w 72"/>
                  <a:gd name="T31" fmla="*/ 9 h 102"/>
                  <a:gd name="T32" fmla="*/ 28 w 72"/>
                  <a:gd name="T33" fmla="*/ 14 h 102"/>
                  <a:gd name="T34" fmla="*/ 20 w 72"/>
                  <a:gd name="T35" fmla="*/ 13 h 102"/>
                  <a:gd name="T36" fmla="*/ 22 w 72"/>
                  <a:gd name="T37" fmla="*/ 6 h 102"/>
                  <a:gd name="T38" fmla="*/ 50 w 72"/>
                  <a:gd name="T39" fmla="*/ 1 h 102"/>
                  <a:gd name="T40" fmla="*/ 68 w 72"/>
                  <a:gd name="T41" fmla="*/ 12 h 102"/>
                  <a:gd name="T42" fmla="*/ 67 w 72"/>
                  <a:gd name="T43" fmla="*/ 24 h 102"/>
                  <a:gd name="T44" fmla="*/ 49 w 72"/>
                  <a:gd name="T45" fmla="*/ 48 h 102"/>
                  <a:gd name="T46" fmla="*/ 42 w 72"/>
                  <a:gd name="T47" fmla="*/ 49 h 102"/>
                  <a:gd name="T48" fmla="*/ 37 w 72"/>
                  <a:gd name="T49" fmla="*/ 47 h 102"/>
                  <a:gd name="T50" fmla="*/ 35 w 72"/>
                  <a:gd name="T51" fmla="*/ 52 h 102"/>
                  <a:gd name="T52" fmla="*/ 41 w 72"/>
                  <a:gd name="T53" fmla="*/ 58 h 102"/>
                  <a:gd name="T54" fmla="*/ 48 w 72"/>
                  <a:gd name="T55" fmla="*/ 57 h 102"/>
                  <a:gd name="T56" fmla="*/ 53 w 72"/>
                  <a:gd name="T57" fmla="*/ 59 h 102"/>
                  <a:gd name="T58" fmla="*/ 53 w 72"/>
                  <a:gd name="T59" fmla="*/ 66 h 102"/>
                  <a:gd name="T60" fmla="*/ 48 w 72"/>
                  <a:gd name="T61" fmla="*/ 70 h 102"/>
                  <a:gd name="T62" fmla="*/ 37 w 72"/>
                  <a:gd name="T63" fmla="*/ 81 h 102"/>
                  <a:gd name="T64" fmla="*/ 45 w 72"/>
                  <a:gd name="T65" fmla="*/ 81 h 102"/>
                  <a:gd name="T66" fmla="*/ 57 w 72"/>
                  <a:gd name="T67" fmla="*/ 89 h 102"/>
                  <a:gd name="T68" fmla="*/ 51 w 72"/>
                  <a:gd name="T69" fmla="*/ 98 h 102"/>
                  <a:gd name="T70" fmla="*/ 26 w 72"/>
                  <a:gd name="T71" fmla="*/ 101 h 102"/>
                  <a:gd name="T72" fmla="*/ 17 w 72"/>
                  <a:gd name="T73" fmla="*/ 96 h 102"/>
                  <a:gd name="T74" fmla="*/ 15 w 72"/>
                  <a:gd name="T75" fmla="*/ 94 h 102"/>
                  <a:gd name="T76" fmla="*/ 19 w 72"/>
                  <a:gd name="T77" fmla="*/ 77 h 102"/>
                  <a:gd name="T78" fmla="*/ 27 w 72"/>
                  <a:gd name="T79" fmla="*/ 70 h 102"/>
                  <a:gd name="T80" fmla="*/ 27 w 72"/>
                  <a:gd name="T81" fmla="*/ 69 h 102"/>
                  <a:gd name="T82" fmla="*/ 21 w 72"/>
                  <a:gd name="T83" fmla="*/ 71 h 102"/>
                  <a:gd name="T84" fmla="*/ 9 w 72"/>
                  <a:gd name="T85" fmla="*/ 76 h 102"/>
                  <a:gd name="T86" fmla="*/ 3 w 72"/>
                  <a:gd name="T87" fmla="*/ 75 h 102"/>
                  <a:gd name="T88" fmla="*/ 4 w 72"/>
                  <a:gd name="T89" fmla="*/ 69 h 102"/>
                  <a:gd name="T90" fmla="*/ 26 w 72"/>
                  <a:gd name="T91" fmla="*/ 60 h 102"/>
                  <a:gd name="T92" fmla="*/ 28 w 72"/>
                  <a:gd name="T93" fmla="*/ 57 h 102"/>
                  <a:gd name="T94" fmla="*/ 29 w 72"/>
                  <a:gd name="T95" fmla="*/ 49 h 102"/>
                  <a:gd name="T96" fmla="*/ 34 w 72"/>
                  <a:gd name="T97" fmla="*/ 29 h 102"/>
                  <a:gd name="T98" fmla="*/ 33 w 72"/>
                  <a:gd name="T99" fmla="*/ 28 h 102"/>
                  <a:gd name="T100" fmla="*/ 26 w 72"/>
                  <a:gd name="T101" fmla="*/ 32 h 102"/>
                  <a:gd name="T102" fmla="*/ 23 w 72"/>
                  <a:gd name="T103" fmla="*/ 36 h 102"/>
                  <a:gd name="T104" fmla="*/ 26 w 72"/>
                  <a:gd name="T105" fmla="*/ 42 h 102"/>
                  <a:gd name="T106" fmla="*/ 31 w 72"/>
                  <a:gd name="T107" fmla="*/ 40 h 102"/>
                  <a:gd name="T108" fmla="*/ 34 w 72"/>
                  <a:gd name="T109" fmla="*/ 29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2" h="102">
                    <a:moveTo>
                      <a:pt x="29" y="49"/>
                    </a:moveTo>
                    <a:cubicBezTo>
                      <a:pt x="19" y="52"/>
                      <a:pt x="18" y="52"/>
                      <a:pt x="15" y="43"/>
                    </a:cubicBezTo>
                    <a:cubicBezTo>
                      <a:pt x="13" y="36"/>
                      <a:pt x="11" y="28"/>
                      <a:pt x="10" y="21"/>
                    </a:cubicBezTo>
                    <a:cubicBezTo>
                      <a:pt x="9" y="19"/>
                      <a:pt x="11" y="16"/>
                      <a:pt x="13" y="15"/>
                    </a:cubicBezTo>
                    <a:cubicBezTo>
                      <a:pt x="16" y="13"/>
                      <a:pt x="18" y="16"/>
                      <a:pt x="19" y="18"/>
                    </a:cubicBezTo>
                    <a:cubicBezTo>
                      <a:pt x="19" y="21"/>
                      <a:pt x="20" y="23"/>
                      <a:pt x="20" y="26"/>
                    </a:cubicBezTo>
                    <a:cubicBezTo>
                      <a:pt x="26" y="25"/>
                      <a:pt x="31" y="24"/>
                      <a:pt x="35" y="22"/>
                    </a:cubicBezTo>
                    <a:cubicBezTo>
                      <a:pt x="37" y="21"/>
                      <a:pt x="38" y="18"/>
                      <a:pt x="40" y="16"/>
                    </a:cubicBezTo>
                    <a:cubicBezTo>
                      <a:pt x="41" y="15"/>
                      <a:pt x="42" y="14"/>
                      <a:pt x="43" y="14"/>
                    </a:cubicBezTo>
                    <a:cubicBezTo>
                      <a:pt x="44" y="15"/>
                      <a:pt x="44" y="17"/>
                      <a:pt x="44" y="19"/>
                    </a:cubicBezTo>
                    <a:cubicBezTo>
                      <a:pt x="44" y="22"/>
                      <a:pt x="43" y="25"/>
                      <a:pt x="43" y="28"/>
                    </a:cubicBezTo>
                    <a:cubicBezTo>
                      <a:pt x="37" y="29"/>
                      <a:pt x="39" y="36"/>
                      <a:pt x="36" y="40"/>
                    </a:cubicBezTo>
                    <a:cubicBezTo>
                      <a:pt x="36" y="41"/>
                      <a:pt x="37" y="41"/>
                      <a:pt x="37" y="42"/>
                    </a:cubicBezTo>
                    <a:cubicBezTo>
                      <a:pt x="39" y="41"/>
                      <a:pt x="42" y="40"/>
                      <a:pt x="44" y="38"/>
                    </a:cubicBezTo>
                    <a:cubicBezTo>
                      <a:pt x="48" y="32"/>
                      <a:pt x="52" y="26"/>
                      <a:pt x="56" y="20"/>
                    </a:cubicBezTo>
                    <a:cubicBezTo>
                      <a:pt x="59" y="15"/>
                      <a:pt x="56" y="9"/>
                      <a:pt x="49" y="9"/>
                    </a:cubicBezTo>
                    <a:cubicBezTo>
                      <a:pt x="42" y="8"/>
                      <a:pt x="34" y="10"/>
                      <a:pt x="28" y="14"/>
                    </a:cubicBezTo>
                    <a:cubicBezTo>
                      <a:pt x="25" y="16"/>
                      <a:pt x="22" y="15"/>
                      <a:pt x="20" y="13"/>
                    </a:cubicBezTo>
                    <a:cubicBezTo>
                      <a:pt x="17" y="9"/>
                      <a:pt x="17" y="7"/>
                      <a:pt x="22" y="6"/>
                    </a:cubicBezTo>
                    <a:cubicBezTo>
                      <a:pt x="31" y="3"/>
                      <a:pt x="40" y="0"/>
                      <a:pt x="50" y="1"/>
                    </a:cubicBezTo>
                    <a:cubicBezTo>
                      <a:pt x="58" y="1"/>
                      <a:pt x="63" y="7"/>
                      <a:pt x="68" y="12"/>
                    </a:cubicBezTo>
                    <a:cubicBezTo>
                      <a:pt x="72" y="15"/>
                      <a:pt x="70" y="20"/>
                      <a:pt x="67" y="24"/>
                    </a:cubicBezTo>
                    <a:cubicBezTo>
                      <a:pt x="61" y="32"/>
                      <a:pt x="55" y="40"/>
                      <a:pt x="49" y="48"/>
                    </a:cubicBezTo>
                    <a:cubicBezTo>
                      <a:pt x="47" y="51"/>
                      <a:pt x="45" y="52"/>
                      <a:pt x="42" y="49"/>
                    </a:cubicBezTo>
                    <a:cubicBezTo>
                      <a:pt x="41" y="48"/>
                      <a:pt x="38" y="47"/>
                      <a:pt x="37" y="47"/>
                    </a:cubicBezTo>
                    <a:cubicBezTo>
                      <a:pt x="36" y="48"/>
                      <a:pt x="35" y="50"/>
                      <a:pt x="35" y="52"/>
                    </a:cubicBezTo>
                    <a:cubicBezTo>
                      <a:pt x="34" y="59"/>
                      <a:pt x="34" y="59"/>
                      <a:pt x="41" y="58"/>
                    </a:cubicBezTo>
                    <a:cubicBezTo>
                      <a:pt x="43" y="57"/>
                      <a:pt x="46" y="56"/>
                      <a:pt x="48" y="57"/>
                    </a:cubicBezTo>
                    <a:cubicBezTo>
                      <a:pt x="50" y="57"/>
                      <a:pt x="53" y="58"/>
                      <a:pt x="53" y="59"/>
                    </a:cubicBezTo>
                    <a:cubicBezTo>
                      <a:pt x="54" y="61"/>
                      <a:pt x="54" y="64"/>
                      <a:pt x="53" y="66"/>
                    </a:cubicBezTo>
                    <a:cubicBezTo>
                      <a:pt x="52" y="68"/>
                      <a:pt x="50" y="69"/>
                      <a:pt x="48" y="70"/>
                    </a:cubicBezTo>
                    <a:cubicBezTo>
                      <a:pt x="44" y="73"/>
                      <a:pt x="39" y="75"/>
                      <a:pt x="37" y="81"/>
                    </a:cubicBezTo>
                    <a:cubicBezTo>
                      <a:pt x="40" y="81"/>
                      <a:pt x="43" y="81"/>
                      <a:pt x="45" y="81"/>
                    </a:cubicBezTo>
                    <a:cubicBezTo>
                      <a:pt x="51" y="81"/>
                      <a:pt x="56" y="84"/>
                      <a:pt x="57" y="89"/>
                    </a:cubicBezTo>
                    <a:cubicBezTo>
                      <a:pt x="58" y="93"/>
                      <a:pt x="55" y="97"/>
                      <a:pt x="51" y="98"/>
                    </a:cubicBezTo>
                    <a:cubicBezTo>
                      <a:pt x="43" y="99"/>
                      <a:pt x="35" y="100"/>
                      <a:pt x="26" y="101"/>
                    </a:cubicBezTo>
                    <a:cubicBezTo>
                      <a:pt x="22" y="102"/>
                      <a:pt x="19" y="100"/>
                      <a:pt x="17" y="96"/>
                    </a:cubicBezTo>
                    <a:cubicBezTo>
                      <a:pt x="16" y="96"/>
                      <a:pt x="16" y="95"/>
                      <a:pt x="15" y="94"/>
                    </a:cubicBezTo>
                    <a:cubicBezTo>
                      <a:pt x="11" y="84"/>
                      <a:pt x="11" y="84"/>
                      <a:pt x="19" y="77"/>
                    </a:cubicBezTo>
                    <a:cubicBezTo>
                      <a:pt x="22" y="75"/>
                      <a:pt x="24" y="72"/>
                      <a:pt x="27" y="70"/>
                    </a:cubicBezTo>
                    <a:cubicBezTo>
                      <a:pt x="27" y="70"/>
                      <a:pt x="27" y="69"/>
                      <a:pt x="27" y="69"/>
                    </a:cubicBezTo>
                    <a:cubicBezTo>
                      <a:pt x="25" y="69"/>
                      <a:pt x="23" y="70"/>
                      <a:pt x="21" y="71"/>
                    </a:cubicBezTo>
                    <a:cubicBezTo>
                      <a:pt x="17" y="72"/>
                      <a:pt x="13" y="74"/>
                      <a:pt x="9" y="76"/>
                    </a:cubicBezTo>
                    <a:cubicBezTo>
                      <a:pt x="7" y="76"/>
                      <a:pt x="5" y="76"/>
                      <a:pt x="3" y="75"/>
                    </a:cubicBezTo>
                    <a:cubicBezTo>
                      <a:pt x="0" y="72"/>
                      <a:pt x="0" y="71"/>
                      <a:pt x="4" y="69"/>
                    </a:cubicBezTo>
                    <a:cubicBezTo>
                      <a:pt x="12" y="66"/>
                      <a:pt x="19" y="63"/>
                      <a:pt x="26" y="60"/>
                    </a:cubicBezTo>
                    <a:cubicBezTo>
                      <a:pt x="27" y="60"/>
                      <a:pt x="28" y="58"/>
                      <a:pt x="28" y="57"/>
                    </a:cubicBezTo>
                    <a:cubicBezTo>
                      <a:pt x="29" y="55"/>
                      <a:pt x="29" y="52"/>
                      <a:pt x="29" y="49"/>
                    </a:cubicBezTo>
                    <a:close/>
                    <a:moveTo>
                      <a:pt x="34" y="29"/>
                    </a:moveTo>
                    <a:cubicBezTo>
                      <a:pt x="34" y="29"/>
                      <a:pt x="34" y="29"/>
                      <a:pt x="33" y="28"/>
                    </a:cubicBezTo>
                    <a:cubicBezTo>
                      <a:pt x="31" y="29"/>
                      <a:pt x="28" y="30"/>
                      <a:pt x="26" y="32"/>
                    </a:cubicBezTo>
                    <a:cubicBezTo>
                      <a:pt x="24" y="32"/>
                      <a:pt x="22" y="34"/>
                      <a:pt x="23" y="36"/>
                    </a:cubicBezTo>
                    <a:cubicBezTo>
                      <a:pt x="23" y="38"/>
                      <a:pt x="25" y="40"/>
                      <a:pt x="26" y="42"/>
                    </a:cubicBezTo>
                    <a:cubicBezTo>
                      <a:pt x="27" y="42"/>
                      <a:pt x="30" y="41"/>
                      <a:pt x="31" y="40"/>
                    </a:cubicBezTo>
                    <a:cubicBezTo>
                      <a:pt x="32" y="37"/>
                      <a:pt x="33" y="33"/>
                      <a:pt x="34" y="29"/>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59" name="Freeform 12">
                <a:extLst>
                  <a:ext uri="{FF2B5EF4-FFF2-40B4-BE49-F238E27FC236}">
                    <a16:creationId xmlns:a16="http://schemas.microsoft.com/office/drawing/2014/main" id="{D88D9717-3185-4A77-8E18-2A8659D441F7}"/>
                  </a:ext>
                </a:extLst>
              </p:cNvPr>
              <p:cNvSpPr>
                <a:spLocks/>
              </p:cNvSpPr>
              <p:nvPr/>
            </p:nvSpPr>
            <p:spPr bwMode="auto">
              <a:xfrm>
                <a:off x="8878184" y="2293480"/>
                <a:ext cx="236904" cy="593388"/>
              </a:xfrm>
              <a:custGeom>
                <a:avLst/>
                <a:gdLst>
                  <a:gd name="T0" fmla="*/ 30 w 39"/>
                  <a:gd name="T1" fmla="*/ 44 h 98"/>
                  <a:gd name="T2" fmla="*/ 36 w 39"/>
                  <a:gd name="T3" fmla="*/ 34 h 98"/>
                  <a:gd name="T4" fmla="*/ 37 w 39"/>
                  <a:gd name="T5" fmla="*/ 51 h 98"/>
                  <a:gd name="T6" fmla="*/ 25 w 39"/>
                  <a:gd name="T7" fmla="*/ 82 h 98"/>
                  <a:gd name="T8" fmla="*/ 21 w 39"/>
                  <a:gd name="T9" fmla="*/ 98 h 98"/>
                  <a:gd name="T10" fmla="*/ 13 w 39"/>
                  <a:gd name="T11" fmla="*/ 96 h 98"/>
                  <a:gd name="T12" fmla="*/ 5 w 39"/>
                  <a:gd name="T13" fmla="*/ 83 h 98"/>
                  <a:gd name="T14" fmla="*/ 11 w 39"/>
                  <a:gd name="T15" fmla="*/ 62 h 98"/>
                  <a:gd name="T16" fmla="*/ 9 w 39"/>
                  <a:gd name="T17" fmla="*/ 43 h 98"/>
                  <a:gd name="T18" fmla="*/ 12 w 39"/>
                  <a:gd name="T19" fmla="*/ 38 h 98"/>
                  <a:gd name="T20" fmla="*/ 18 w 39"/>
                  <a:gd name="T21" fmla="*/ 33 h 98"/>
                  <a:gd name="T22" fmla="*/ 23 w 39"/>
                  <a:gd name="T23" fmla="*/ 12 h 98"/>
                  <a:gd name="T24" fmla="*/ 11 w 39"/>
                  <a:gd name="T25" fmla="*/ 16 h 98"/>
                  <a:gd name="T26" fmla="*/ 2 w 39"/>
                  <a:gd name="T27" fmla="*/ 16 h 98"/>
                  <a:gd name="T28" fmla="*/ 0 w 39"/>
                  <a:gd name="T29" fmla="*/ 12 h 98"/>
                  <a:gd name="T30" fmla="*/ 3 w 39"/>
                  <a:gd name="T31" fmla="*/ 10 h 98"/>
                  <a:gd name="T32" fmla="*/ 16 w 39"/>
                  <a:gd name="T33" fmla="*/ 7 h 98"/>
                  <a:gd name="T34" fmla="*/ 26 w 39"/>
                  <a:gd name="T35" fmla="*/ 2 h 98"/>
                  <a:gd name="T36" fmla="*/ 32 w 39"/>
                  <a:gd name="T37" fmla="*/ 1 h 98"/>
                  <a:gd name="T38" fmla="*/ 35 w 39"/>
                  <a:gd name="T39" fmla="*/ 9 h 98"/>
                  <a:gd name="T40" fmla="*/ 34 w 39"/>
                  <a:gd name="T41" fmla="*/ 11 h 98"/>
                  <a:gd name="T42" fmla="*/ 27 w 39"/>
                  <a:gd name="T43" fmla="*/ 38 h 98"/>
                  <a:gd name="T44" fmla="*/ 28 w 39"/>
                  <a:gd name="T45" fmla="*/ 44 h 98"/>
                  <a:gd name="T46" fmla="*/ 30 w 39"/>
                  <a:gd name="T47" fmla="*/ 44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9" h="98">
                    <a:moveTo>
                      <a:pt x="30" y="44"/>
                    </a:moveTo>
                    <a:cubicBezTo>
                      <a:pt x="32" y="41"/>
                      <a:pt x="34" y="38"/>
                      <a:pt x="36" y="34"/>
                    </a:cubicBezTo>
                    <a:cubicBezTo>
                      <a:pt x="37" y="40"/>
                      <a:pt x="39" y="45"/>
                      <a:pt x="37" y="51"/>
                    </a:cubicBezTo>
                    <a:cubicBezTo>
                      <a:pt x="33" y="61"/>
                      <a:pt x="29" y="72"/>
                      <a:pt x="25" y="82"/>
                    </a:cubicBezTo>
                    <a:cubicBezTo>
                      <a:pt x="23" y="87"/>
                      <a:pt x="23" y="92"/>
                      <a:pt x="21" y="98"/>
                    </a:cubicBezTo>
                    <a:cubicBezTo>
                      <a:pt x="18" y="97"/>
                      <a:pt x="15" y="97"/>
                      <a:pt x="13" y="96"/>
                    </a:cubicBezTo>
                    <a:cubicBezTo>
                      <a:pt x="7" y="94"/>
                      <a:pt x="3" y="89"/>
                      <a:pt x="5" y="83"/>
                    </a:cubicBezTo>
                    <a:cubicBezTo>
                      <a:pt x="7" y="76"/>
                      <a:pt x="9" y="69"/>
                      <a:pt x="11" y="62"/>
                    </a:cubicBezTo>
                    <a:cubicBezTo>
                      <a:pt x="13" y="56"/>
                      <a:pt x="14" y="49"/>
                      <a:pt x="9" y="43"/>
                    </a:cubicBezTo>
                    <a:cubicBezTo>
                      <a:pt x="7" y="39"/>
                      <a:pt x="9" y="38"/>
                      <a:pt x="12" y="38"/>
                    </a:cubicBezTo>
                    <a:cubicBezTo>
                      <a:pt x="17" y="39"/>
                      <a:pt x="17" y="37"/>
                      <a:pt x="18" y="33"/>
                    </a:cubicBezTo>
                    <a:cubicBezTo>
                      <a:pt x="19" y="26"/>
                      <a:pt x="21" y="20"/>
                      <a:pt x="23" y="12"/>
                    </a:cubicBezTo>
                    <a:cubicBezTo>
                      <a:pt x="19" y="13"/>
                      <a:pt x="15" y="15"/>
                      <a:pt x="11" y="16"/>
                    </a:cubicBezTo>
                    <a:cubicBezTo>
                      <a:pt x="8" y="17"/>
                      <a:pt x="5" y="16"/>
                      <a:pt x="2" y="16"/>
                    </a:cubicBezTo>
                    <a:cubicBezTo>
                      <a:pt x="1" y="15"/>
                      <a:pt x="0" y="13"/>
                      <a:pt x="0" y="12"/>
                    </a:cubicBezTo>
                    <a:cubicBezTo>
                      <a:pt x="1" y="11"/>
                      <a:pt x="2" y="10"/>
                      <a:pt x="3" y="10"/>
                    </a:cubicBezTo>
                    <a:cubicBezTo>
                      <a:pt x="7" y="8"/>
                      <a:pt x="12" y="8"/>
                      <a:pt x="16" y="7"/>
                    </a:cubicBezTo>
                    <a:cubicBezTo>
                      <a:pt x="19" y="5"/>
                      <a:pt x="22" y="3"/>
                      <a:pt x="26" y="2"/>
                    </a:cubicBezTo>
                    <a:cubicBezTo>
                      <a:pt x="28" y="1"/>
                      <a:pt x="32" y="0"/>
                      <a:pt x="32" y="1"/>
                    </a:cubicBezTo>
                    <a:cubicBezTo>
                      <a:pt x="34" y="3"/>
                      <a:pt x="35" y="6"/>
                      <a:pt x="35" y="9"/>
                    </a:cubicBezTo>
                    <a:cubicBezTo>
                      <a:pt x="36" y="9"/>
                      <a:pt x="35" y="10"/>
                      <a:pt x="34" y="11"/>
                    </a:cubicBezTo>
                    <a:cubicBezTo>
                      <a:pt x="27" y="19"/>
                      <a:pt x="28" y="29"/>
                      <a:pt x="27" y="38"/>
                    </a:cubicBezTo>
                    <a:cubicBezTo>
                      <a:pt x="27" y="40"/>
                      <a:pt x="28" y="42"/>
                      <a:pt x="28" y="44"/>
                    </a:cubicBezTo>
                    <a:cubicBezTo>
                      <a:pt x="29" y="44"/>
                      <a:pt x="29" y="44"/>
                      <a:pt x="30" y="44"/>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grpSp>
      </p:grpSp>
    </p:spTree>
    <p:extLst>
      <p:ext uri="{BB962C8B-B14F-4D97-AF65-F5344CB8AC3E}">
        <p14:creationId xmlns:p14="http://schemas.microsoft.com/office/powerpoint/2010/main" val="672354319"/>
      </p:ext>
    </p:extLst>
  </p:cSld>
  <p:clrMapOvr>
    <a:masterClrMapping/>
  </p:clrMapOvr>
  <p:transition spd="med">
    <p:fade/>
  </p:transition>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封面样式2-尾页">
    <p:spTree>
      <p:nvGrpSpPr>
        <p:cNvPr id="1" name=""/>
        <p:cNvGrpSpPr/>
        <p:nvPr/>
      </p:nvGrpSpPr>
      <p:grpSpPr>
        <a:xfrm>
          <a:off x="0" y="0"/>
          <a:ext cx="0" cy="0"/>
          <a:chOff x="0" y="0"/>
          <a:chExt cx="0" cy="0"/>
        </a:xfrm>
      </p:grpSpPr>
      <p:sp>
        <p:nvSpPr>
          <p:cNvPr id="6" name="PA-矩形 7">
            <a:extLst>
              <a:ext uri="{FF2B5EF4-FFF2-40B4-BE49-F238E27FC236}">
                <a16:creationId xmlns:a16="http://schemas.microsoft.com/office/drawing/2014/main" id="{EEC7E5F7-20FD-444B-9E6C-FF353F66717A}"/>
              </a:ext>
            </a:extLst>
          </p:cNvPr>
          <p:cNvSpPr/>
          <p:nvPr userDrawn="1">
            <p:custDataLst>
              <p:tags r:id="rId1"/>
            </p:custDataLst>
          </p:nvPr>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PA-矩形 7">
            <a:extLst>
              <a:ext uri="{FF2B5EF4-FFF2-40B4-BE49-F238E27FC236}">
                <a16:creationId xmlns:a16="http://schemas.microsoft.com/office/drawing/2014/main" id="{59644A98-44CE-4FDE-8172-3327AAE72C45}"/>
              </a:ext>
            </a:extLst>
          </p:cNvPr>
          <p:cNvSpPr/>
          <p:nvPr userDrawn="1">
            <p:custDataLst>
              <p:tags r:id="rId2"/>
            </p:custDataLst>
          </p:nvPr>
        </p:nvSpPr>
        <p:spPr>
          <a:xfrm>
            <a:off x="0" y="0"/>
            <a:ext cx="12192000" cy="6858000"/>
          </a:xfrm>
          <a:prstGeom prst="rect">
            <a:avLst/>
          </a:prstGeom>
          <a:gradFill flip="none" rotWithShape="1">
            <a:gsLst>
              <a:gs pos="0">
                <a:schemeClr val="accent1">
                  <a:alpha val="0"/>
                </a:schemeClr>
              </a:gs>
              <a:gs pos="52200">
                <a:schemeClr val="accent1"/>
              </a:gs>
              <a:gs pos="100000">
                <a:schemeClr val="accent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任意多边形: 形状 19">
            <a:extLst>
              <a:ext uri="{FF2B5EF4-FFF2-40B4-BE49-F238E27FC236}">
                <a16:creationId xmlns:a16="http://schemas.microsoft.com/office/drawing/2014/main" id="{17BF7535-8F01-44D8-BF44-00C5CD915389}"/>
              </a:ext>
            </a:extLst>
          </p:cNvPr>
          <p:cNvSpPr/>
          <p:nvPr userDrawn="1"/>
        </p:nvSpPr>
        <p:spPr>
          <a:xfrm flipH="1" flipV="1">
            <a:off x="4442085" y="3759199"/>
            <a:ext cx="3307830" cy="2335892"/>
          </a:xfrm>
          <a:custGeom>
            <a:avLst/>
            <a:gdLst>
              <a:gd name="connsiteX0" fmla="*/ 3162300 w 3162300"/>
              <a:gd name="connsiteY0" fmla="*/ 2147409 h 2147409"/>
              <a:gd name="connsiteX1" fmla="*/ 0 w 3162300"/>
              <a:gd name="connsiteY1" fmla="*/ 2147409 h 2147409"/>
              <a:gd name="connsiteX2" fmla="*/ 0 w 3162300"/>
              <a:gd name="connsiteY2" fmla="*/ 1565265 h 2147409"/>
              <a:gd name="connsiteX3" fmla="*/ 0 w 3162300"/>
              <a:gd name="connsiteY3" fmla="*/ 1544697 h 2147409"/>
              <a:gd name="connsiteX4" fmla="*/ 0 w 3162300"/>
              <a:gd name="connsiteY4" fmla="*/ 0 h 2147409"/>
              <a:gd name="connsiteX5" fmla="*/ 1585774 w 3162300"/>
              <a:gd name="connsiteY5" fmla="*/ 1112898 h 2147409"/>
              <a:gd name="connsiteX6" fmla="*/ 3162300 w 3162300"/>
              <a:gd name="connsiteY6" fmla="*/ 0 h 2147409"/>
              <a:gd name="connsiteX7" fmla="*/ 3162300 w 3162300"/>
              <a:gd name="connsiteY7" fmla="*/ 1544697 h 2147409"/>
              <a:gd name="connsiteX8" fmla="*/ 3162300 w 3162300"/>
              <a:gd name="connsiteY8" fmla="*/ 1565265 h 2147409"/>
              <a:gd name="connsiteX0" fmla="*/ 0 w 3162300"/>
              <a:gd name="connsiteY0" fmla="*/ 2147409 h 2238849"/>
              <a:gd name="connsiteX1" fmla="*/ 0 w 3162300"/>
              <a:gd name="connsiteY1" fmla="*/ 1565265 h 2238849"/>
              <a:gd name="connsiteX2" fmla="*/ 0 w 3162300"/>
              <a:gd name="connsiteY2" fmla="*/ 1544697 h 2238849"/>
              <a:gd name="connsiteX3" fmla="*/ 0 w 3162300"/>
              <a:gd name="connsiteY3" fmla="*/ 0 h 2238849"/>
              <a:gd name="connsiteX4" fmla="*/ 1585774 w 3162300"/>
              <a:gd name="connsiteY4" fmla="*/ 1112898 h 2238849"/>
              <a:gd name="connsiteX5" fmla="*/ 3162300 w 3162300"/>
              <a:gd name="connsiteY5" fmla="*/ 0 h 2238849"/>
              <a:gd name="connsiteX6" fmla="*/ 3162300 w 3162300"/>
              <a:gd name="connsiteY6" fmla="*/ 1544697 h 2238849"/>
              <a:gd name="connsiteX7" fmla="*/ 3162300 w 3162300"/>
              <a:gd name="connsiteY7" fmla="*/ 1565265 h 2238849"/>
              <a:gd name="connsiteX8" fmla="*/ 3162300 w 3162300"/>
              <a:gd name="connsiteY8" fmla="*/ 2147409 h 2238849"/>
              <a:gd name="connsiteX9" fmla="*/ 91440 w 3162300"/>
              <a:gd name="connsiteY9" fmla="*/ 2238849 h 2238849"/>
              <a:gd name="connsiteX0" fmla="*/ 0 w 3162300"/>
              <a:gd name="connsiteY0" fmla="*/ 2147409 h 2147409"/>
              <a:gd name="connsiteX1" fmla="*/ 0 w 3162300"/>
              <a:gd name="connsiteY1" fmla="*/ 1565265 h 2147409"/>
              <a:gd name="connsiteX2" fmla="*/ 0 w 3162300"/>
              <a:gd name="connsiteY2" fmla="*/ 1544697 h 2147409"/>
              <a:gd name="connsiteX3" fmla="*/ 0 w 3162300"/>
              <a:gd name="connsiteY3" fmla="*/ 0 h 2147409"/>
              <a:gd name="connsiteX4" fmla="*/ 1585774 w 3162300"/>
              <a:gd name="connsiteY4" fmla="*/ 1112898 h 2147409"/>
              <a:gd name="connsiteX5" fmla="*/ 3162300 w 3162300"/>
              <a:gd name="connsiteY5" fmla="*/ 0 h 2147409"/>
              <a:gd name="connsiteX6" fmla="*/ 3162300 w 3162300"/>
              <a:gd name="connsiteY6" fmla="*/ 1544697 h 2147409"/>
              <a:gd name="connsiteX7" fmla="*/ 3162300 w 3162300"/>
              <a:gd name="connsiteY7" fmla="*/ 1565265 h 2147409"/>
              <a:gd name="connsiteX8" fmla="*/ 3162300 w 3162300"/>
              <a:gd name="connsiteY8" fmla="*/ 2147409 h 2147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62300" h="2147409">
                <a:moveTo>
                  <a:pt x="0" y="2147409"/>
                </a:moveTo>
                <a:lnTo>
                  <a:pt x="0" y="1565265"/>
                </a:lnTo>
                <a:lnTo>
                  <a:pt x="0" y="1544697"/>
                </a:lnTo>
                <a:lnTo>
                  <a:pt x="0" y="0"/>
                </a:lnTo>
                <a:lnTo>
                  <a:pt x="1585774" y="1112898"/>
                </a:lnTo>
                <a:lnTo>
                  <a:pt x="3162300" y="0"/>
                </a:lnTo>
                <a:lnTo>
                  <a:pt x="3162300" y="1544697"/>
                </a:lnTo>
                <a:lnTo>
                  <a:pt x="3162300" y="1565265"/>
                </a:lnTo>
                <a:lnTo>
                  <a:pt x="3162300" y="2147409"/>
                </a:lnTo>
              </a:path>
            </a:pathLst>
          </a:custGeom>
          <a:no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lang="zh-CN" altLang="en-US" dirty="0">
              <a:cs typeface="+mn-ea"/>
              <a:sym typeface="+mn-lt"/>
            </a:endParaRPr>
          </a:p>
        </p:txBody>
      </p:sp>
      <p:sp>
        <p:nvSpPr>
          <p:cNvPr id="11" name="矩形 3">
            <a:extLst>
              <a:ext uri="{FF2B5EF4-FFF2-40B4-BE49-F238E27FC236}">
                <a16:creationId xmlns:a16="http://schemas.microsoft.com/office/drawing/2014/main" id="{65B2E1B6-E350-4024-A69C-C064D4BB9540}"/>
              </a:ext>
            </a:extLst>
          </p:cNvPr>
          <p:cNvSpPr/>
          <p:nvPr userDrawn="1"/>
        </p:nvSpPr>
        <p:spPr>
          <a:xfrm>
            <a:off x="4442085" y="1015093"/>
            <a:ext cx="3307830" cy="1428368"/>
          </a:xfrm>
          <a:custGeom>
            <a:avLst/>
            <a:gdLst>
              <a:gd name="connsiteX0" fmla="*/ 0 w 3162300"/>
              <a:gd name="connsiteY0" fmla="*/ 0 h 1871961"/>
              <a:gd name="connsiteX1" fmla="*/ 3162300 w 3162300"/>
              <a:gd name="connsiteY1" fmla="*/ 0 h 1871961"/>
              <a:gd name="connsiteX2" fmla="*/ 3162300 w 3162300"/>
              <a:gd name="connsiteY2" fmla="*/ 1871961 h 1871961"/>
              <a:gd name="connsiteX3" fmla="*/ 0 w 3162300"/>
              <a:gd name="connsiteY3" fmla="*/ 1871961 h 1871961"/>
              <a:gd name="connsiteX4" fmla="*/ 0 w 3162300"/>
              <a:gd name="connsiteY4" fmla="*/ 0 h 1871961"/>
              <a:gd name="connsiteX0" fmla="*/ 0 w 3162300"/>
              <a:gd name="connsiteY0" fmla="*/ 1871961 h 1963401"/>
              <a:gd name="connsiteX1" fmla="*/ 0 w 3162300"/>
              <a:gd name="connsiteY1" fmla="*/ 0 h 1963401"/>
              <a:gd name="connsiteX2" fmla="*/ 3162300 w 3162300"/>
              <a:gd name="connsiteY2" fmla="*/ 0 h 1963401"/>
              <a:gd name="connsiteX3" fmla="*/ 3162300 w 3162300"/>
              <a:gd name="connsiteY3" fmla="*/ 1871961 h 1963401"/>
              <a:gd name="connsiteX4" fmla="*/ 91440 w 3162300"/>
              <a:gd name="connsiteY4" fmla="*/ 1963401 h 1963401"/>
              <a:gd name="connsiteX0" fmla="*/ 0 w 3162300"/>
              <a:gd name="connsiteY0" fmla="*/ 1871961 h 1871961"/>
              <a:gd name="connsiteX1" fmla="*/ 0 w 3162300"/>
              <a:gd name="connsiteY1" fmla="*/ 0 h 1871961"/>
              <a:gd name="connsiteX2" fmla="*/ 3162300 w 3162300"/>
              <a:gd name="connsiteY2" fmla="*/ 0 h 1871961"/>
              <a:gd name="connsiteX3" fmla="*/ 3162300 w 3162300"/>
              <a:gd name="connsiteY3" fmla="*/ 1871961 h 1871961"/>
            </a:gdLst>
            <a:ahLst/>
            <a:cxnLst>
              <a:cxn ang="0">
                <a:pos x="connsiteX0" y="connsiteY0"/>
              </a:cxn>
              <a:cxn ang="0">
                <a:pos x="connsiteX1" y="connsiteY1"/>
              </a:cxn>
              <a:cxn ang="0">
                <a:pos x="connsiteX2" y="connsiteY2"/>
              </a:cxn>
              <a:cxn ang="0">
                <a:pos x="connsiteX3" y="connsiteY3"/>
              </a:cxn>
            </a:cxnLst>
            <a:rect l="l" t="t" r="r" b="b"/>
            <a:pathLst>
              <a:path w="3162300" h="1871961">
                <a:moveTo>
                  <a:pt x="0" y="1871961"/>
                </a:moveTo>
                <a:lnTo>
                  <a:pt x="0" y="0"/>
                </a:lnTo>
                <a:lnTo>
                  <a:pt x="3162300" y="0"/>
                </a:lnTo>
                <a:lnTo>
                  <a:pt x="3162300" y="1871961"/>
                </a:lnTo>
              </a:path>
            </a:pathLst>
          </a:custGeom>
          <a:no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130000"/>
              </a:lnSpc>
            </a:pPr>
            <a:endParaRPr lang="zh-CN" altLang="en-US">
              <a:cs typeface="+mn-ea"/>
              <a:sym typeface="+mn-lt"/>
            </a:endParaRPr>
          </a:p>
        </p:txBody>
      </p:sp>
      <p:sp>
        <p:nvSpPr>
          <p:cNvPr id="12" name="等腰三角形 11">
            <a:extLst>
              <a:ext uri="{FF2B5EF4-FFF2-40B4-BE49-F238E27FC236}">
                <a16:creationId xmlns:a16="http://schemas.microsoft.com/office/drawing/2014/main" id="{F3B0B805-869F-4D89-BEB0-0E0DA525C8EE}"/>
              </a:ext>
            </a:extLst>
          </p:cNvPr>
          <p:cNvSpPr/>
          <p:nvPr userDrawn="1"/>
        </p:nvSpPr>
        <p:spPr>
          <a:xfrm flipV="1">
            <a:off x="6007269" y="3832178"/>
            <a:ext cx="177462" cy="152984"/>
          </a:xfrm>
          <a:prstGeom prst="triangle">
            <a:avLst/>
          </a:prstGeom>
          <a:solidFill>
            <a:schemeClr val="bg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lang="zh-CN" altLang="en-US"/>
          </a:p>
        </p:txBody>
      </p:sp>
      <p:pic>
        <p:nvPicPr>
          <p:cNvPr id="13" name="图片 12"/>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4974749" y="1401223"/>
            <a:ext cx="2256308" cy="631546"/>
          </a:xfrm>
          <a:prstGeom prst="rect">
            <a:avLst/>
          </a:prstGeom>
        </p:spPr>
      </p:pic>
    </p:spTree>
    <p:extLst>
      <p:ext uri="{BB962C8B-B14F-4D97-AF65-F5344CB8AC3E}">
        <p14:creationId xmlns:p14="http://schemas.microsoft.com/office/powerpoint/2010/main" val="41474105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封面样式3-首页">
    <p:spTree>
      <p:nvGrpSpPr>
        <p:cNvPr id="1" name=""/>
        <p:cNvGrpSpPr/>
        <p:nvPr/>
      </p:nvGrpSpPr>
      <p:grpSpPr>
        <a:xfrm>
          <a:off x="0" y="0"/>
          <a:ext cx="0" cy="0"/>
          <a:chOff x="0" y="0"/>
          <a:chExt cx="0" cy="0"/>
        </a:xfrm>
      </p:grpSpPr>
      <p:pic>
        <p:nvPicPr>
          <p:cNvPr id="6" name="图片 5"/>
          <p:cNvPicPr>
            <a:picLocks noChangeAspect="1"/>
          </p:cNvPicPr>
          <p:nvPr userDrawn="1"/>
        </p:nvPicPr>
        <p:blipFill rotWithShape="1">
          <a:blip r:embed="rId2" cstate="hqprint">
            <a:extLst>
              <a:ext uri="{28A0092B-C50C-407E-A947-70E740481C1C}">
                <a14:useLocalDpi xmlns:a14="http://schemas.microsoft.com/office/drawing/2010/main"/>
              </a:ext>
            </a:extLst>
          </a:blip>
          <a:srcRect l="128" r="23340"/>
          <a:stretch/>
        </p:blipFill>
        <p:spPr>
          <a:xfrm>
            <a:off x="4303956" y="0"/>
            <a:ext cx="7888043" cy="6858000"/>
          </a:xfrm>
          <a:prstGeom prst="rect">
            <a:avLst/>
          </a:prstGeom>
        </p:spPr>
      </p:pic>
      <p:sp>
        <p:nvSpPr>
          <p:cNvPr id="7" name="矩形 6">
            <a:extLst>
              <a:ext uri="{FF2B5EF4-FFF2-40B4-BE49-F238E27FC236}">
                <a16:creationId xmlns:a16="http://schemas.microsoft.com/office/drawing/2014/main" id="{84971C8F-15BA-41DC-9278-53FA77C2E557}"/>
              </a:ext>
            </a:extLst>
          </p:cNvPr>
          <p:cNvSpPr/>
          <p:nvPr userDrawn="1"/>
        </p:nvSpPr>
        <p:spPr>
          <a:xfrm>
            <a:off x="-1" y="0"/>
            <a:ext cx="12192000" cy="6858000"/>
          </a:xfrm>
          <a:prstGeom prst="rect">
            <a:avLst/>
          </a:prstGeom>
          <a:gradFill>
            <a:gsLst>
              <a:gs pos="100000">
                <a:schemeClr val="accent1">
                  <a:lumMod val="100000"/>
                  <a:alpha val="0"/>
                </a:schemeClr>
              </a:gs>
              <a:gs pos="50000">
                <a:schemeClr val="accent1">
                  <a:lumMod val="100000"/>
                </a:schemeClr>
              </a:gs>
              <a:gs pos="0">
                <a:schemeClr val="accent1">
                  <a:lumMod val="100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13" name="图片 12"/>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540452" y="479393"/>
            <a:ext cx="2203058" cy="616640"/>
          </a:xfrm>
          <a:prstGeom prst="rect">
            <a:avLst/>
          </a:prstGeom>
        </p:spPr>
      </p:pic>
      <p:grpSp>
        <p:nvGrpSpPr>
          <p:cNvPr id="15" name="组合 14"/>
          <p:cNvGrpSpPr/>
          <p:nvPr userDrawn="1"/>
        </p:nvGrpSpPr>
        <p:grpSpPr>
          <a:xfrm>
            <a:off x="706026" y="5927166"/>
            <a:ext cx="4041392" cy="448671"/>
            <a:chOff x="582366" y="5719539"/>
            <a:chExt cx="6136451" cy="681262"/>
          </a:xfrm>
          <a:gradFill flip="none" rotWithShape="1">
            <a:gsLst>
              <a:gs pos="100000">
                <a:schemeClr val="bg1">
                  <a:alpha val="12000"/>
                </a:schemeClr>
              </a:gs>
              <a:gs pos="0">
                <a:schemeClr val="bg1">
                  <a:alpha val="4000"/>
                </a:schemeClr>
              </a:gs>
            </a:gsLst>
            <a:lin ang="16200000" scaled="1"/>
            <a:tileRect/>
          </a:gradFill>
        </p:grpSpPr>
        <p:grpSp>
          <p:nvGrpSpPr>
            <p:cNvPr id="16" name="组合 15">
              <a:extLst>
                <a:ext uri="{FF2B5EF4-FFF2-40B4-BE49-F238E27FC236}">
                  <a16:creationId xmlns:a16="http://schemas.microsoft.com/office/drawing/2014/main" id="{2B6AF4F4-F405-428E-ACB6-6C287CCD9962}"/>
                </a:ext>
              </a:extLst>
            </p:cNvPr>
            <p:cNvGrpSpPr/>
            <p:nvPr/>
          </p:nvGrpSpPr>
          <p:grpSpPr>
            <a:xfrm>
              <a:off x="4043374" y="5725999"/>
              <a:ext cx="2675443" cy="667232"/>
              <a:chOff x="10340336" y="2247899"/>
              <a:chExt cx="2724438" cy="679451"/>
            </a:xfrm>
            <a:grpFill/>
          </p:grpSpPr>
          <p:sp>
            <p:nvSpPr>
              <p:cNvPr id="30" name="Freeform 5">
                <a:extLst>
                  <a:ext uri="{FF2B5EF4-FFF2-40B4-BE49-F238E27FC236}">
                    <a16:creationId xmlns:a16="http://schemas.microsoft.com/office/drawing/2014/main" id="{7EF8326A-A460-4F1F-A35E-22F6C0E02782}"/>
                  </a:ext>
                </a:extLst>
              </p:cNvPr>
              <p:cNvSpPr>
                <a:spLocks/>
              </p:cNvSpPr>
              <p:nvPr/>
            </p:nvSpPr>
            <p:spPr bwMode="auto">
              <a:xfrm>
                <a:off x="11868131" y="2285206"/>
                <a:ext cx="534988" cy="603250"/>
              </a:xfrm>
              <a:custGeom>
                <a:avLst/>
                <a:gdLst>
                  <a:gd name="T0" fmla="*/ 41 w 125"/>
                  <a:gd name="T1" fmla="*/ 16 h 142"/>
                  <a:gd name="T2" fmla="*/ 49 w 125"/>
                  <a:gd name="T3" fmla="*/ 3 h 142"/>
                  <a:gd name="T4" fmla="*/ 62 w 125"/>
                  <a:gd name="T5" fmla="*/ 20 h 142"/>
                  <a:gd name="T6" fmla="*/ 64 w 125"/>
                  <a:gd name="T7" fmla="*/ 33 h 142"/>
                  <a:gd name="T8" fmla="*/ 50 w 125"/>
                  <a:gd name="T9" fmla="*/ 34 h 142"/>
                  <a:gd name="T10" fmla="*/ 58 w 125"/>
                  <a:gd name="T11" fmla="*/ 58 h 142"/>
                  <a:gd name="T12" fmla="*/ 75 w 125"/>
                  <a:gd name="T13" fmla="*/ 59 h 142"/>
                  <a:gd name="T14" fmla="*/ 71 w 125"/>
                  <a:gd name="T15" fmla="*/ 50 h 142"/>
                  <a:gd name="T16" fmla="*/ 81 w 125"/>
                  <a:gd name="T17" fmla="*/ 47 h 142"/>
                  <a:gd name="T18" fmla="*/ 65 w 125"/>
                  <a:gd name="T19" fmla="*/ 42 h 142"/>
                  <a:gd name="T20" fmla="*/ 63 w 125"/>
                  <a:gd name="T21" fmla="*/ 37 h 142"/>
                  <a:gd name="T22" fmla="*/ 85 w 125"/>
                  <a:gd name="T23" fmla="*/ 27 h 142"/>
                  <a:gd name="T24" fmla="*/ 93 w 125"/>
                  <a:gd name="T25" fmla="*/ 2 h 142"/>
                  <a:gd name="T26" fmla="*/ 99 w 125"/>
                  <a:gd name="T27" fmla="*/ 5 h 142"/>
                  <a:gd name="T28" fmla="*/ 111 w 125"/>
                  <a:gd name="T29" fmla="*/ 30 h 142"/>
                  <a:gd name="T30" fmla="*/ 102 w 125"/>
                  <a:gd name="T31" fmla="*/ 34 h 142"/>
                  <a:gd name="T32" fmla="*/ 95 w 125"/>
                  <a:gd name="T33" fmla="*/ 59 h 142"/>
                  <a:gd name="T34" fmla="*/ 123 w 125"/>
                  <a:gd name="T35" fmla="*/ 61 h 142"/>
                  <a:gd name="T36" fmla="*/ 110 w 125"/>
                  <a:gd name="T37" fmla="*/ 71 h 142"/>
                  <a:gd name="T38" fmla="*/ 104 w 125"/>
                  <a:gd name="T39" fmla="*/ 82 h 142"/>
                  <a:gd name="T40" fmla="*/ 112 w 125"/>
                  <a:gd name="T41" fmla="*/ 134 h 142"/>
                  <a:gd name="T42" fmla="*/ 102 w 125"/>
                  <a:gd name="T43" fmla="*/ 140 h 142"/>
                  <a:gd name="T44" fmla="*/ 89 w 125"/>
                  <a:gd name="T45" fmla="*/ 123 h 142"/>
                  <a:gd name="T46" fmla="*/ 101 w 125"/>
                  <a:gd name="T47" fmla="*/ 128 h 142"/>
                  <a:gd name="T48" fmla="*/ 101 w 125"/>
                  <a:gd name="T49" fmla="*/ 92 h 142"/>
                  <a:gd name="T50" fmla="*/ 97 w 125"/>
                  <a:gd name="T51" fmla="*/ 99 h 142"/>
                  <a:gd name="T52" fmla="*/ 90 w 125"/>
                  <a:gd name="T53" fmla="*/ 103 h 142"/>
                  <a:gd name="T54" fmla="*/ 86 w 125"/>
                  <a:gd name="T55" fmla="*/ 110 h 142"/>
                  <a:gd name="T56" fmla="*/ 81 w 125"/>
                  <a:gd name="T57" fmla="*/ 120 h 142"/>
                  <a:gd name="T58" fmla="*/ 88 w 125"/>
                  <a:gd name="T59" fmla="*/ 71 h 142"/>
                  <a:gd name="T60" fmla="*/ 60 w 125"/>
                  <a:gd name="T61" fmla="*/ 87 h 142"/>
                  <a:gd name="T62" fmla="*/ 53 w 125"/>
                  <a:gd name="T63" fmla="*/ 89 h 142"/>
                  <a:gd name="T64" fmla="*/ 51 w 125"/>
                  <a:gd name="T65" fmla="*/ 128 h 142"/>
                  <a:gd name="T66" fmla="*/ 43 w 125"/>
                  <a:gd name="T67" fmla="*/ 134 h 142"/>
                  <a:gd name="T68" fmla="*/ 39 w 125"/>
                  <a:gd name="T69" fmla="*/ 107 h 142"/>
                  <a:gd name="T70" fmla="*/ 33 w 125"/>
                  <a:gd name="T71" fmla="*/ 114 h 142"/>
                  <a:gd name="T72" fmla="*/ 17 w 125"/>
                  <a:gd name="T73" fmla="*/ 108 h 142"/>
                  <a:gd name="T74" fmla="*/ 5 w 125"/>
                  <a:gd name="T75" fmla="*/ 81 h 142"/>
                  <a:gd name="T76" fmla="*/ 34 w 125"/>
                  <a:gd name="T77" fmla="*/ 56 h 142"/>
                  <a:gd name="T78" fmla="*/ 38 w 125"/>
                  <a:gd name="T79" fmla="*/ 33 h 142"/>
                  <a:gd name="T80" fmla="*/ 22 w 125"/>
                  <a:gd name="T81" fmla="*/ 55 h 142"/>
                  <a:gd name="T82" fmla="*/ 14 w 125"/>
                  <a:gd name="T83" fmla="*/ 55 h 142"/>
                  <a:gd name="T84" fmla="*/ 11 w 125"/>
                  <a:gd name="T85" fmla="*/ 36 h 142"/>
                  <a:gd name="T86" fmla="*/ 32 w 125"/>
                  <a:gd name="T87" fmla="*/ 22 h 142"/>
                  <a:gd name="T88" fmla="*/ 28 w 125"/>
                  <a:gd name="T89" fmla="*/ 33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5" h="142">
                    <a:moveTo>
                      <a:pt x="28" y="33"/>
                    </a:moveTo>
                    <a:cubicBezTo>
                      <a:pt x="35" y="29"/>
                      <a:pt x="41" y="25"/>
                      <a:pt x="41" y="16"/>
                    </a:cubicBezTo>
                    <a:cubicBezTo>
                      <a:pt x="41" y="13"/>
                      <a:pt x="43" y="9"/>
                      <a:pt x="44" y="6"/>
                    </a:cubicBezTo>
                    <a:cubicBezTo>
                      <a:pt x="45" y="5"/>
                      <a:pt x="48" y="3"/>
                      <a:pt x="49" y="3"/>
                    </a:cubicBezTo>
                    <a:cubicBezTo>
                      <a:pt x="54" y="4"/>
                      <a:pt x="59" y="9"/>
                      <a:pt x="59" y="15"/>
                    </a:cubicBezTo>
                    <a:cubicBezTo>
                      <a:pt x="59" y="18"/>
                      <a:pt x="60" y="19"/>
                      <a:pt x="62" y="20"/>
                    </a:cubicBezTo>
                    <a:cubicBezTo>
                      <a:pt x="65" y="22"/>
                      <a:pt x="68" y="25"/>
                      <a:pt x="69" y="28"/>
                    </a:cubicBezTo>
                    <a:cubicBezTo>
                      <a:pt x="71" y="32"/>
                      <a:pt x="68" y="34"/>
                      <a:pt x="64" y="33"/>
                    </a:cubicBezTo>
                    <a:cubicBezTo>
                      <a:pt x="62" y="32"/>
                      <a:pt x="60" y="31"/>
                      <a:pt x="57" y="30"/>
                    </a:cubicBezTo>
                    <a:cubicBezTo>
                      <a:pt x="53" y="28"/>
                      <a:pt x="51" y="29"/>
                      <a:pt x="50" y="34"/>
                    </a:cubicBezTo>
                    <a:cubicBezTo>
                      <a:pt x="48" y="45"/>
                      <a:pt x="46" y="56"/>
                      <a:pt x="52" y="66"/>
                    </a:cubicBezTo>
                    <a:cubicBezTo>
                      <a:pt x="54" y="64"/>
                      <a:pt x="56" y="62"/>
                      <a:pt x="58" y="58"/>
                    </a:cubicBezTo>
                    <a:cubicBezTo>
                      <a:pt x="61" y="62"/>
                      <a:pt x="63" y="65"/>
                      <a:pt x="65" y="69"/>
                    </a:cubicBezTo>
                    <a:cubicBezTo>
                      <a:pt x="68" y="66"/>
                      <a:pt x="72" y="62"/>
                      <a:pt x="75" y="59"/>
                    </a:cubicBezTo>
                    <a:cubicBezTo>
                      <a:pt x="76" y="58"/>
                      <a:pt x="75" y="56"/>
                      <a:pt x="75" y="55"/>
                    </a:cubicBezTo>
                    <a:cubicBezTo>
                      <a:pt x="74" y="53"/>
                      <a:pt x="71" y="51"/>
                      <a:pt x="71" y="50"/>
                    </a:cubicBezTo>
                    <a:cubicBezTo>
                      <a:pt x="72" y="47"/>
                      <a:pt x="75" y="46"/>
                      <a:pt x="78" y="47"/>
                    </a:cubicBezTo>
                    <a:cubicBezTo>
                      <a:pt x="79" y="47"/>
                      <a:pt x="80" y="47"/>
                      <a:pt x="81" y="47"/>
                    </a:cubicBezTo>
                    <a:cubicBezTo>
                      <a:pt x="81" y="44"/>
                      <a:pt x="82" y="40"/>
                      <a:pt x="83" y="35"/>
                    </a:cubicBezTo>
                    <a:cubicBezTo>
                      <a:pt x="76" y="38"/>
                      <a:pt x="71" y="40"/>
                      <a:pt x="65" y="42"/>
                    </a:cubicBezTo>
                    <a:cubicBezTo>
                      <a:pt x="61" y="44"/>
                      <a:pt x="60" y="44"/>
                      <a:pt x="57" y="40"/>
                    </a:cubicBezTo>
                    <a:cubicBezTo>
                      <a:pt x="59" y="39"/>
                      <a:pt x="61" y="38"/>
                      <a:pt x="63" y="37"/>
                    </a:cubicBezTo>
                    <a:cubicBezTo>
                      <a:pt x="69" y="35"/>
                      <a:pt x="75" y="33"/>
                      <a:pt x="81" y="30"/>
                    </a:cubicBezTo>
                    <a:cubicBezTo>
                      <a:pt x="83" y="30"/>
                      <a:pt x="84" y="28"/>
                      <a:pt x="85" y="27"/>
                    </a:cubicBezTo>
                    <a:cubicBezTo>
                      <a:pt x="87" y="21"/>
                      <a:pt x="88" y="14"/>
                      <a:pt x="90" y="8"/>
                    </a:cubicBezTo>
                    <a:cubicBezTo>
                      <a:pt x="90" y="6"/>
                      <a:pt x="92" y="3"/>
                      <a:pt x="93" y="2"/>
                    </a:cubicBezTo>
                    <a:cubicBezTo>
                      <a:pt x="94" y="0"/>
                      <a:pt x="96" y="0"/>
                      <a:pt x="98" y="0"/>
                    </a:cubicBezTo>
                    <a:cubicBezTo>
                      <a:pt x="98" y="1"/>
                      <a:pt x="99" y="4"/>
                      <a:pt x="99" y="5"/>
                    </a:cubicBezTo>
                    <a:cubicBezTo>
                      <a:pt x="93" y="12"/>
                      <a:pt x="94" y="20"/>
                      <a:pt x="92" y="28"/>
                    </a:cubicBezTo>
                    <a:cubicBezTo>
                      <a:pt x="98" y="31"/>
                      <a:pt x="105" y="25"/>
                      <a:pt x="111" y="30"/>
                    </a:cubicBezTo>
                    <a:cubicBezTo>
                      <a:pt x="109" y="33"/>
                      <a:pt x="107" y="36"/>
                      <a:pt x="103" y="35"/>
                    </a:cubicBezTo>
                    <a:cubicBezTo>
                      <a:pt x="103" y="34"/>
                      <a:pt x="102" y="34"/>
                      <a:pt x="102" y="34"/>
                    </a:cubicBezTo>
                    <a:cubicBezTo>
                      <a:pt x="92" y="34"/>
                      <a:pt x="88" y="39"/>
                      <a:pt x="90" y="49"/>
                    </a:cubicBezTo>
                    <a:cubicBezTo>
                      <a:pt x="91" y="52"/>
                      <a:pt x="93" y="55"/>
                      <a:pt x="95" y="59"/>
                    </a:cubicBezTo>
                    <a:cubicBezTo>
                      <a:pt x="99" y="59"/>
                      <a:pt x="104" y="58"/>
                      <a:pt x="109" y="57"/>
                    </a:cubicBezTo>
                    <a:cubicBezTo>
                      <a:pt x="114" y="56"/>
                      <a:pt x="119" y="58"/>
                      <a:pt x="123" y="61"/>
                    </a:cubicBezTo>
                    <a:cubicBezTo>
                      <a:pt x="125" y="63"/>
                      <a:pt x="125" y="66"/>
                      <a:pt x="122" y="67"/>
                    </a:cubicBezTo>
                    <a:cubicBezTo>
                      <a:pt x="118" y="69"/>
                      <a:pt x="114" y="71"/>
                      <a:pt x="110" y="71"/>
                    </a:cubicBezTo>
                    <a:cubicBezTo>
                      <a:pt x="103" y="70"/>
                      <a:pt x="99" y="75"/>
                      <a:pt x="95" y="79"/>
                    </a:cubicBezTo>
                    <a:cubicBezTo>
                      <a:pt x="98" y="80"/>
                      <a:pt x="102" y="80"/>
                      <a:pt x="104" y="82"/>
                    </a:cubicBezTo>
                    <a:cubicBezTo>
                      <a:pt x="106" y="83"/>
                      <a:pt x="108" y="86"/>
                      <a:pt x="109" y="88"/>
                    </a:cubicBezTo>
                    <a:cubicBezTo>
                      <a:pt x="110" y="104"/>
                      <a:pt x="111" y="119"/>
                      <a:pt x="112" y="134"/>
                    </a:cubicBezTo>
                    <a:cubicBezTo>
                      <a:pt x="112" y="137"/>
                      <a:pt x="110" y="140"/>
                      <a:pt x="110" y="142"/>
                    </a:cubicBezTo>
                    <a:cubicBezTo>
                      <a:pt x="107" y="141"/>
                      <a:pt x="104" y="141"/>
                      <a:pt x="102" y="140"/>
                    </a:cubicBezTo>
                    <a:cubicBezTo>
                      <a:pt x="97" y="136"/>
                      <a:pt x="93" y="131"/>
                      <a:pt x="90" y="127"/>
                    </a:cubicBezTo>
                    <a:cubicBezTo>
                      <a:pt x="89" y="126"/>
                      <a:pt x="89" y="124"/>
                      <a:pt x="89" y="123"/>
                    </a:cubicBezTo>
                    <a:cubicBezTo>
                      <a:pt x="92" y="125"/>
                      <a:pt x="96" y="127"/>
                      <a:pt x="100" y="130"/>
                    </a:cubicBezTo>
                    <a:cubicBezTo>
                      <a:pt x="100" y="129"/>
                      <a:pt x="101" y="129"/>
                      <a:pt x="101" y="128"/>
                    </a:cubicBezTo>
                    <a:cubicBezTo>
                      <a:pt x="101" y="121"/>
                      <a:pt x="101" y="113"/>
                      <a:pt x="101" y="105"/>
                    </a:cubicBezTo>
                    <a:cubicBezTo>
                      <a:pt x="101" y="101"/>
                      <a:pt x="101" y="96"/>
                      <a:pt x="101" y="92"/>
                    </a:cubicBezTo>
                    <a:cubicBezTo>
                      <a:pt x="99" y="85"/>
                      <a:pt x="96" y="84"/>
                      <a:pt x="90" y="90"/>
                    </a:cubicBezTo>
                    <a:cubicBezTo>
                      <a:pt x="92" y="93"/>
                      <a:pt x="97" y="93"/>
                      <a:pt x="97" y="99"/>
                    </a:cubicBezTo>
                    <a:cubicBezTo>
                      <a:pt x="94" y="98"/>
                      <a:pt x="91" y="97"/>
                      <a:pt x="88" y="96"/>
                    </a:cubicBezTo>
                    <a:cubicBezTo>
                      <a:pt x="84" y="100"/>
                      <a:pt x="84" y="101"/>
                      <a:pt x="90" y="103"/>
                    </a:cubicBezTo>
                    <a:cubicBezTo>
                      <a:pt x="95" y="106"/>
                      <a:pt x="98" y="111"/>
                      <a:pt x="96" y="112"/>
                    </a:cubicBezTo>
                    <a:cubicBezTo>
                      <a:pt x="92" y="115"/>
                      <a:pt x="89" y="112"/>
                      <a:pt x="86" y="110"/>
                    </a:cubicBezTo>
                    <a:cubicBezTo>
                      <a:pt x="85" y="110"/>
                      <a:pt x="84" y="109"/>
                      <a:pt x="83" y="108"/>
                    </a:cubicBezTo>
                    <a:cubicBezTo>
                      <a:pt x="82" y="112"/>
                      <a:pt x="82" y="116"/>
                      <a:pt x="81" y="120"/>
                    </a:cubicBezTo>
                    <a:cubicBezTo>
                      <a:pt x="74" y="118"/>
                      <a:pt x="72" y="114"/>
                      <a:pt x="73" y="108"/>
                    </a:cubicBezTo>
                    <a:cubicBezTo>
                      <a:pt x="76" y="95"/>
                      <a:pt x="81" y="83"/>
                      <a:pt x="88" y="71"/>
                    </a:cubicBezTo>
                    <a:cubicBezTo>
                      <a:pt x="84" y="74"/>
                      <a:pt x="80" y="76"/>
                      <a:pt x="76" y="78"/>
                    </a:cubicBezTo>
                    <a:cubicBezTo>
                      <a:pt x="71" y="81"/>
                      <a:pt x="65" y="84"/>
                      <a:pt x="60" y="87"/>
                    </a:cubicBezTo>
                    <a:cubicBezTo>
                      <a:pt x="60" y="87"/>
                      <a:pt x="60" y="87"/>
                      <a:pt x="59" y="87"/>
                    </a:cubicBezTo>
                    <a:cubicBezTo>
                      <a:pt x="57" y="88"/>
                      <a:pt x="54" y="88"/>
                      <a:pt x="53" y="89"/>
                    </a:cubicBezTo>
                    <a:cubicBezTo>
                      <a:pt x="51" y="93"/>
                      <a:pt x="49" y="97"/>
                      <a:pt x="49" y="101"/>
                    </a:cubicBezTo>
                    <a:cubicBezTo>
                      <a:pt x="49" y="110"/>
                      <a:pt x="50" y="119"/>
                      <a:pt x="51" y="128"/>
                    </a:cubicBezTo>
                    <a:cubicBezTo>
                      <a:pt x="51" y="131"/>
                      <a:pt x="51" y="134"/>
                      <a:pt x="51" y="137"/>
                    </a:cubicBezTo>
                    <a:cubicBezTo>
                      <a:pt x="48" y="136"/>
                      <a:pt x="45" y="136"/>
                      <a:pt x="43" y="134"/>
                    </a:cubicBezTo>
                    <a:cubicBezTo>
                      <a:pt x="40" y="132"/>
                      <a:pt x="37" y="130"/>
                      <a:pt x="38" y="125"/>
                    </a:cubicBezTo>
                    <a:cubicBezTo>
                      <a:pt x="40" y="119"/>
                      <a:pt x="39" y="113"/>
                      <a:pt x="39" y="107"/>
                    </a:cubicBezTo>
                    <a:cubicBezTo>
                      <a:pt x="38" y="107"/>
                      <a:pt x="38" y="107"/>
                      <a:pt x="37" y="106"/>
                    </a:cubicBezTo>
                    <a:cubicBezTo>
                      <a:pt x="36" y="109"/>
                      <a:pt x="34" y="111"/>
                      <a:pt x="33" y="114"/>
                    </a:cubicBezTo>
                    <a:cubicBezTo>
                      <a:pt x="30" y="120"/>
                      <a:pt x="25" y="122"/>
                      <a:pt x="21" y="120"/>
                    </a:cubicBezTo>
                    <a:cubicBezTo>
                      <a:pt x="16" y="118"/>
                      <a:pt x="15" y="113"/>
                      <a:pt x="17" y="108"/>
                    </a:cubicBezTo>
                    <a:cubicBezTo>
                      <a:pt x="20" y="99"/>
                      <a:pt x="23" y="91"/>
                      <a:pt x="26" y="81"/>
                    </a:cubicBezTo>
                    <a:cubicBezTo>
                      <a:pt x="19" y="90"/>
                      <a:pt x="12" y="85"/>
                      <a:pt x="5" y="81"/>
                    </a:cubicBezTo>
                    <a:cubicBezTo>
                      <a:pt x="0" y="79"/>
                      <a:pt x="0" y="76"/>
                      <a:pt x="5" y="73"/>
                    </a:cubicBezTo>
                    <a:cubicBezTo>
                      <a:pt x="15" y="68"/>
                      <a:pt x="25" y="62"/>
                      <a:pt x="34" y="56"/>
                    </a:cubicBezTo>
                    <a:cubicBezTo>
                      <a:pt x="35" y="55"/>
                      <a:pt x="37" y="54"/>
                      <a:pt x="37" y="52"/>
                    </a:cubicBezTo>
                    <a:cubicBezTo>
                      <a:pt x="38" y="46"/>
                      <a:pt x="38" y="39"/>
                      <a:pt x="38" y="33"/>
                    </a:cubicBezTo>
                    <a:cubicBezTo>
                      <a:pt x="38" y="32"/>
                      <a:pt x="38" y="32"/>
                      <a:pt x="37" y="32"/>
                    </a:cubicBezTo>
                    <a:cubicBezTo>
                      <a:pt x="32" y="40"/>
                      <a:pt x="27" y="48"/>
                      <a:pt x="22" y="55"/>
                    </a:cubicBezTo>
                    <a:cubicBezTo>
                      <a:pt x="22" y="56"/>
                      <a:pt x="22" y="56"/>
                      <a:pt x="23" y="57"/>
                    </a:cubicBezTo>
                    <a:cubicBezTo>
                      <a:pt x="20" y="56"/>
                      <a:pt x="17" y="56"/>
                      <a:pt x="14" y="55"/>
                    </a:cubicBezTo>
                    <a:cubicBezTo>
                      <a:pt x="9" y="53"/>
                      <a:pt x="7" y="49"/>
                      <a:pt x="9" y="44"/>
                    </a:cubicBezTo>
                    <a:cubicBezTo>
                      <a:pt x="10" y="42"/>
                      <a:pt x="10" y="39"/>
                      <a:pt x="11" y="36"/>
                    </a:cubicBezTo>
                    <a:cubicBezTo>
                      <a:pt x="13" y="28"/>
                      <a:pt x="18" y="23"/>
                      <a:pt x="26" y="20"/>
                    </a:cubicBezTo>
                    <a:cubicBezTo>
                      <a:pt x="27" y="19"/>
                      <a:pt x="30" y="20"/>
                      <a:pt x="32" y="22"/>
                    </a:cubicBezTo>
                    <a:cubicBezTo>
                      <a:pt x="34" y="23"/>
                      <a:pt x="32" y="25"/>
                      <a:pt x="31" y="27"/>
                    </a:cubicBezTo>
                    <a:cubicBezTo>
                      <a:pt x="29" y="28"/>
                      <a:pt x="29" y="31"/>
                      <a:pt x="28" y="33"/>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1" name="Freeform 6">
                <a:extLst>
                  <a:ext uri="{FF2B5EF4-FFF2-40B4-BE49-F238E27FC236}">
                    <a16:creationId xmlns:a16="http://schemas.microsoft.com/office/drawing/2014/main" id="{CC1FA68D-3307-481A-8E89-D3CB2E8693F4}"/>
                  </a:ext>
                </a:extLst>
              </p:cNvPr>
              <p:cNvSpPr>
                <a:spLocks/>
              </p:cNvSpPr>
              <p:nvPr/>
            </p:nvSpPr>
            <p:spPr bwMode="auto">
              <a:xfrm>
                <a:off x="12756799" y="2388393"/>
                <a:ext cx="307975" cy="463550"/>
              </a:xfrm>
              <a:custGeom>
                <a:avLst/>
                <a:gdLst>
                  <a:gd name="T0" fmla="*/ 33 w 72"/>
                  <a:gd name="T1" fmla="*/ 76 h 109"/>
                  <a:gd name="T2" fmla="*/ 44 w 72"/>
                  <a:gd name="T3" fmla="*/ 73 h 109"/>
                  <a:gd name="T4" fmla="*/ 59 w 72"/>
                  <a:gd name="T5" fmla="*/ 71 h 109"/>
                  <a:gd name="T6" fmla="*/ 69 w 72"/>
                  <a:gd name="T7" fmla="*/ 92 h 109"/>
                  <a:gd name="T8" fmla="*/ 66 w 72"/>
                  <a:gd name="T9" fmla="*/ 94 h 109"/>
                  <a:gd name="T10" fmla="*/ 49 w 72"/>
                  <a:gd name="T11" fmla="*/ 96 h 109"/>
                  <a:gd name="T12" fmla="*/ 28 w 72"/>
                  <a:gd name="T13" fmla="*/ 106 h 109"/>
                  <a:gd name="T14" fmla="*/ 16 w 72"/>
                  <a:gd name="T15" fmla="*/ 106 h 109"/>
                  <a:gd name="T16" fmla="*/ 1 w 72"/>
                  <a:gd name="T17" fmla="*/ 80 h 109"/>
                  <a:gd name="T18" fmla="*/ 2 w 72"/>
                  <a:gd name="T19" fmla="*/ 74 h 109"/>
                  <a:gd name="T20" fmla="*/ 23 w 72"/>
                  <a:gd name="T21" fmla="*/ 31 h 109"/>
                  <a:gd name="T22" fmla="*/ 22 w 72"/>
                  <a:gd name="T23" fmla="*/ 26 h 109"/>
                  <a:gd name="T24" fmla="*/ 12 w 72"/>
                  <a:gd name="T25" fmla="*/ 16 h 109"/>
                  <a:gd name="T26" fmla="*/ 15 w 72"/>
                  <a:gd name="T27" fmla="*/ 10 h 109"/>
                  <a:gd name="T28" fmla="*/ 32 w 72"/>
                  <a:gd name="T29" fmla="*/ 5 h 109"/>
                  <a:gd name="T30" fmla="*/ 60 w 72"/>
                  <a:gd name="T31" fmla="*/ 18 h 109"/>
                  <a:gd name="T32" fmla="*/ 59 w 72"/>
                  <a:gd name="T33" fmla="*/ 26 h 109"/>
                  <a:gd name="T34" fmla="*/ 52 w 72"/>
                  <a:gd name="T35" fmla="*/ 36 h 109"/>
                  <a:gd name="T36" fmla="*/ 34 w 72"/>
                  <a:gd name="T37" fmla="*/ 72 h 109"/>
                  <a:gd name="T38" fmla="*/ 33 w 72"/>
                  <a:gd name="T39" fmla="*/ 76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2" h="109">
                    <a:moveTo>
                      <a:pt x="33" y="76"/>
                    </a:moveTo>
                    <a:cubicBezTo>
                      <a:pt x="37" y="74"/>
                      <a:pt x="40" y="73"/>
                      <a:pt x="44" y="73"/>
                    </a:cubicBezTo>
                    <a:cubicBezTo>
                      <a:pt x="49" y="72"/>
                      <a:pt x="54" y="71"/>
                      <a:pt x="59" y="71"/>
                    </a:cubicBezTo>
                    <a:cubicBezTo>
                      <a:pt x="66" y="72"/>
                      <a:pt x="72" y="85"/>
                      <a:pt x="69" y="92"/>
                    </a:cubicBezTo>
                    <a:cubicBezTo>
                      <a:pt x="68" y="93"/>
                      <a:pt x="67" y="94"/>
                      <a:pt x="66" y="94"/>
                    </a:cubicBezTo>
                    <a:cubicBezTo>
                      <a:pt x="60" y="95"/>
                      <a:pt x="54" y="94"/>
                      <a:pt x="49" y="96"/>
                    </a:cubicBezTo>
                    <a:cubicBezTo>
                      <a:pt x="42" y="99"/>
                      <a:pt x="35" y="102"/>
                      <a:pt x="28" y="106"/>
                    </a:cubicBezTo>
                    <a:cubicBezTo>
                      <a:pt x="24" y="108"/>
                      <a:pt x="21" y="109"/>
                      <a:pt x="16" y="106"/>
                    </a:cubicBezTo>
                    <a:cubicBezTo>
                      <a:pt x="7" y="100"/>
                      <a:pt x="3" y="90"/>
                      <a:pt x="1" y="80"/>
                    </a:cubicBezTo>
                    <a:cubicBezTo>
                      <a:pt x="0" y="78"/>
                      <a:pt x="1" y="76"/>
                      <a:pt x="2" y="74"/>
                    </a:cubicBezTo>
                    <a:cubicBezTo>
                      <a:pt x="9" y="60"/>
                      <a:pt x="16" y="45"/>
                      <a:pt x="23" y="31"/>
                    </a:cubicBezTo>
                    <a:cubicBezTo>
                      <a:pt x="23" y="30"/>
                      <a:pt x="23" y="28"/>
                      <a:pt x="22" y="26"/>
                    </a:cubicBezTo>
                    <a:cubicBezTo>
                      <a:pt x="19" y="23"/>
                      <a:pt x="15" y="20"/>
                      <a:pt x="12" y="16"/>
                    </a:cubicBezTo>
                    <a:cubicBezTo>
                      <a:pt x="10" y="13"/>
                      <a:pt x="11" y="11"/>
                      <a:pt x="15" y="10"/>
                    </a:cubicBezTo>
                    <a:cubicBezTo>
                      <a:pt x="21" y="9"/>
                      <a:pt x="26" y="7"/>
                      <a:pt x="32" y="5"/>
                    </a:cubicBezTo>
                    <a:cubicBezTo>
                      <a:pt x="44" y="0"/>
                      <a:pt x="57" y="6"/>
                      <a:pt x="60" y="18"/>
                    </a:cubicBezTo>
                    <a:cubicBezTo>
                      <a:pt x="61" y="21"/>
                      <a:pt x="60" y="24"/>
                      <a:pt x="59" y="26"/>
                    </a:cubicBezTo>
                    <a:cubicBezTo>
                      <a:pt x="57" y="29"/>
                      <a:pt x="54" y="33"/>
                      <a:pt x="52" y="36"/>
                    </a:cubicBezTo>
                    <a:cubicBezTo>
                      <a:pt x="46" y="48"/>
                      <a:pt x="40" y="60"/>
                      <a:pt x="34" y="72"/>
                    </a:cubicBezTo>
                    <a:cubicBezTo>
                      <a:pt x="34" y="72"/>
                      <a:pt x="34" y="74"/>
                      <a:pt x="33" y="76"/>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grpSp>
            <p:nvGrpSpPr>
              <p:cNvPr id="32" name="组合 31">
                <a:extLst>
                  <a:ext uri="{FF2B5EF4-FFF2-40B4-BE49-F238E27FC236}">
                    <a16:creationId xmlns:a16="http://schemas.microsoft.com/office/drawing/2014/main" id="{C7A6E3E5-9A1F-4E06-9E71-F1D7E5C11C32}"/>
                  </a:ext>
                </a:extLst>
              </p:cNvPr>
              <p:cNvGrpSpPr/>
              <p:nvPr/>
            </p:nvGrpSpPr>
            <p:grpSpPr>
              <a:xfrm>
                <a:off x="10340336" y="2247899"/>
                <a:ext cx="547688" cy="679451"/>
                <a:chOff x="5548313" y="2084388"/>
                <a:chExt cx="547688" cy="679451"/>
              </a:xfrm>
              <a:grpFill/>
            </p:grpSpPr>
            <p:sp>
              <p:nvSpPr>
                <p:cNvPr id="37" name="Freeform 7">
                  <a:extLst>
                    <a:ext uri="{FF2B5EF4-FFF2-40B4-BE49-F238E27FC236}">
                      <a16:creationId xmlns:a16="http://schemas.microsoft.com/office/drawing/2014/main" id="{02368C72-9CA0-44B0-93EC-F396645A3423}"/>
                    </a:ext>
                  </a:extLst>
                </p:cNvPr>
                <p:cNvSpPr>
                  <a:spLocks/>
                </p:cNvSpPr>
                <p:nvPr/>
              </p:nvSpPr>
              <p:spPr bwMode="auto">
                <a:xfrm>
                  <a:off x="5548313" y="2084388"/>
                  <a:ext cx="547688" cy="446088"/>
                </a:xfrm>
                <a:custGeom>
                  <a:avLst/>
                  <a:gdLst>
                    <a:gd name="T0" fmla="*/ 101 w 128"/>
                    <a:gd name="T1" fmla="*/ 58 h 105"/>
                    <a:gd name="T2" fmla="*/ 74 w 128"/>
                    <a:gd name="T3" fmla="*/ 56 h 105"/>
                    <a:gd name="T4" fmla="*/ 68 w 128"/>
                    <a:gd name="T5" fmla="*/ 57 h 105"/>
                    <a:gd name="T6" fmla="*/ 51 w 128"/>
                    <a:gd name="T7" fmla="*/ 59 h 105"/>
                    <a:gd name="T8" fmla="*/ 36 w 128"/>
                    <a:gd name="T9" fmla="*/ 65 h 105"/>
                    <a:gd name="T10" fmla="*/ 28 w 128"/>
                    <a:gd name="T11" fmla="*/ 73 h 105"/>
                    <a:gd name="T12" fmla="*/ 16 w 128"/>
                    <a:gd name="T13" fmla="*/ 102 h 105"/>
                    <a:gd name="T14" fmla="*/ 13 w 128"/>
                    <a:gd name="T15" fmla="*/ 104 h 105"/>
                    <a:gd name="T16" fmla="*/ 1 w 128"/>
                    <a:gd name="T17" fmla="*/ 98 h 105"/>
                    <a:gd name="T18" fmla="*/ 0 w 128"/>
                    <a:gd name="T19" fmla="*/ 93 h 105"/>
                    <a:gd name="T20" fmla="*/ 15 w 128"/>
                    <a:gd name="T21" fmla="*/ 60 h 105"/>
                    <a:gd name="T22" fmla="*/ 16 w 128"/>
                    <a:gd name="T23" fmla="*/ 58 h 105"/>
                    <a:gd name="T24" fmla="*/ 20 w 128"/>
                    <a:gd name="T25" fmla="*/ 52 h 105"/>
                    <a:gd name="T26" fmla="*/ 32 w 128"/>
                    <a:gd name="T27" fmla="*/ 54 h 105"/>
                    <a:gd name="T28" fmla="*/ 39 w 128"/>
                    <a:gd name="T29" fmla="*/ 55 h 105"/>
                    <a:gd name="T30" fmla="*/ 72 w 128"/>
                    <a:gd name="T31" fmla="*/ 21 h 105"/>
                    <a:gd name="T32" fmla="*/ 74 w 128"/>
                    <a:gd name="T33" fmla="*/ 16 h 105"/>
                    <a:gd name="T34" fmla="*/ 74 w 128"/>
                    <a:gd name="T35" fmla="*/ 11 h 105"/>
                    <a:gd name="T36" fmla="*/ 71 w 128"/>
                    <a:gd name="T37" fmla="*/ 11 h 105"/>
                    <a:gd name="T38" fmla="*/ 68 w 128"/>
                    <a:gd name="T39" fmla="*/ 15 h 105"/>
                    <a:gd name="T40" fmla="*/ 68 w 128"/>
                    <a:gd name="T41" fmla="*/ 21 h 105"/>
                    <a:gd name="T42" fmla="*/ 59 w 128"/>
                    <a:gd name="T43" fmla="*/ 29 h 105"/>
                    <a:gd name="T44" fmla="*/ 53 w 128"/>
                    <a:gd name="T45" fmla="*/ 27 h 105"/>
                    <a:gd name="T46" fmla="*/ 47 w 128"/>
                    <a:gd name="T47" fmla="*/ 24 h 105"/>
                    <a:gd name="T48" fmla="*/ 47 w 128"/>
                    <a:gd name="T49" fmla="*/ 32 h 105"/>
                    <a:gd name="T50" fmla="*/ 47 w 128"/>
                    <a:gd name="T51" fmla="*/ 34 h 105"/>
                    <a:gd name="T52" fmla="*/ 43 w 128"/>
                    <a:gd name="T53" fmla="*/ 45 h 105"/>
                    <a:gd name="T54" fmla="*/ 31 w 128"/>
                    <a:gd name="T55" fmla="*/ 39 h 105"/>
                    <a:gd name="T56" fmla="*/ 29 w 128"/>
                    <a:gd name="T57" fmla="*/ 23 h 105"/>
                    <a:gd name="T58" fmla="*/ 33 w 128"/>
                    <a:gd name="T59" fmla="*/ 14 h 105"/>
                    <a:gd name="T60" fmla="*/ 36 w 128"/>
                    <a:gd name="T61" fmla="*/ 9 h 105"/>
                    <a:gd name="T62" fmla="*/ 42 w 128"/>
                    <a:gd name="T63" fmla="*/ 13 h 105"/>
                    <a:gd name="T64" fmla="*/ 44 w 128"/>
                    <a:gd name="T65" fmla="*/ 16 h 105"/>
                    <a:gd name="T66" fmla="*/ 57 w 128"/>
                    <a:gd name="T67" fmla="*/ 14 h 105"/>
                    <a:gd name="T68" fmla="*/ 62 w 128"/>
                    <a:gd name="T69" fmla="*/ 11 h 105"/>
                    <a:gd name="T70" fmla="*/ 84 w 128"/>
                    <a:gd name="T71" fmla="*/ 0 h 105"/>
                    <a:gd name="T72" fmla="*/ 96 w 128"/>
                    <a:gd name="T73" fmla="*/ 7 h 105"/>
                    <a:gd name="T74" fmla="*/ 96 w 128"/>
                    <a:gd name="T75" fmla="*/ 20 h 105"/>
                    <a:gd name="T76" fmla="*/ 83 w 128"/>
                    <a:gd name="T77" fmla="*/ 43 h 105"/>
                    <a:gd name="T78" fmla="*/ 94 w 128"/>
                    <a:gd name="T79" fmla="*/ 44 h 105"/>
                    <a:gd name="T80" fmla="*/ 122 w 128"/>
                    <a:gd name="T81" fmla="*/ 59 h 105"/>
                    <a:gd name="T82" fmla="*/ 120 w 128"/>
                    <a:gd name="T83" fmla="*/ 73 h 105"/>
                    <a:gd name="T84" fmla="*/ 98 w 128"/>
                    <a:gd name="T85" fmla="*/ 73 h 105"/>
                    <a:gd name="T86" fmla="*/ 97 w 128"/>
                    <a:gd name="T87" fmla="*/ 66 h 105"/>
                    <a:gd name="T88" fmla="*/ 101 w 128"/>
                    <a:gd name="T89" fmla="*/ 58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8" h="105">
                      <a:moveTo>
                        <a:pt x="101" y="58"/>
                      </a:moveTo>
                      <a:cubicBezTo>
                        <a:pt x="94" y="52"/>
                        <a:pt x="81" y="52"/>
                        <a:pt x="74" y="56"/>
                      </a:cubicBezTo>
                      <a:cubicBezTo>
                        <a:pt x="73" y="57"/>
                        <a:pt x="70" y="58"/>
                        <a:pt x="68" y="57"/>
                      </a:cubicBezTo>
                      <a:cubicBezTo>
                        <a:pt x="62" y="56"/>
                        <a:pt x="57" y="57"/>
                        <a:pt x="51" y="59"/>
                      </a:cubicBezTo>
                      <a:cubicBezTo>
                        <a:pt x="46" y="61"/>
                        <a:pt x="41" y="63"/>
                        <a:pt x="36" y="65"/>
                      </a:cubicBezTo>
                      <a:cubicBezTo>
                        <a:pt x="32" y="67"/>
                        <a:pt x="29" y="69"/>
                        <a:pt x="28" y="73"/>
                      </a:cubicBezTo>
                      <a:cubicBezTo>
                        <a:pt x="24" y="82"/>
                        <a:pt x="20" y="92"/>
                        <a:pt x="16" y="102"/>
                      </a:cubicBezTo>
                      <a:cubicBezTo>
                        <a:pt x="16" y="103"/>
                        <a:pt x="14" y="105"/>
                        <a:pt x="13" y="104"/>
                      </a:cubicBezTo>
                      <a:cubicBezTo>
                        <a:pt x="9" y="103"/>
                        <a:pt x="5" y="100"/>
                        <a:pt x="1" y="98"/>
                      </a:cubicBezTo>
                      <a:cubicBezTo>
                        <a:pt x="0" y="97"/>
                        <a:pt x="0" y="95"/>
                        <a:pt x="0" y="93"/>
                      </a:cubicBezTo>
                      <a:cubicBezTo>
                        <a:pt x="5" y="82"/>
                        <a:pt x="10" y="71"/>
                        <a:pt x="15" y="60"/>
                      </a:cubicBezTo>
                      <a:cubicBezTo>
                        <a:pt x="15" y="59"/>
                        <a:pt x="16" y="59"/>
                        <a:pt x="16" y="58"/>
                      </a:cubicBezTo>
                      <a:cubicBezTo>
                        <a:pt x="18" y="56"/>
                        <a:pt x="19" y="52"/>
                        <a:pt x="20" y="52"/>
                      </a:cubicBezTo>
                      <a:cubicBezTo>
                        <a:pt x="24" y="52"/>
                        <a:pt x="29" y="52"/>
                        <a:pt x="32" y="54"/>
                      </a:cubicBezTo>
                      <a:cubicBezTo>
                        <a:pt x="35" y="55"/>
                        <a:pt x="36" y="56"/>
                        <a:pt x="39" y="55"/>
                      </a:cubicBezTo>
                      <a:cubicBezTo>
                        <a:pt x="57" y="50"/>
                        <a:pt x="66" y="37"/>
                        <a:pt x="72" y="21"/>
                      </a:cubicBezTo>
                      <a:cubicBezTo>
                        <a:pt x="72" y="20"/>
                        <a:pt x="73" y="18"/>
                        <a:pt x="74" y="16"/>
                      </a:cubicBezTo>
                      <a:cubicBezTo>
                        <a:pt x="74" y="14"/>
                        <a:pt x="74" y="13"/>
                        <a:pt x="74" y="11"/>
                      </a:cubicBezTo>
                      <a:cubicBezTo>
                        <a:pt x="74" y="11"/>
                        <a:pt x="72" y="10"/>
                        <a:pt x="71" y="11"/>
                      </a:cubicBezTo>
                      <a:cubicBezTo>
                        <a:pt x="70" y="12"/>
                        <a:pt x="68" y="13"/>
                        <a:pt x="68" y="15"/>
                      </a:cubicBezTo>
                      <a:cubicBezTo>
                        <a:pt x="67" y="17"/>
                        <a:pt x="68" y="19"/>
                        <a:pt x="68" y="21"/>
                      </a:cubicBezTo>
                      <a:cubicBezTo>
                        <a:pt x="69" y="28"/>
                        <a:pt x="68" y="30"/>
                        <a:pt x="59" y="29"/>
                      </a:cubicBezTo>
                      <a:cubicBezTo>
                        <a:pt x="57" y="29"/>
                        <a:pt x="55" y="28"/>
                        <a:pt x="53" y="27"/>
                      </a:cubicBezTo>
                      <a:cubicBezTo>
                        <a:pt x="51" y="26"/>
                        <a:pt x="49" y="25"/>
                        <a:pt x="47" y="24"/>
                      </a:cubicBezTo>
                      <a:cubicBezTo>
                        <a:pt x="47" y="27"/>
                        <a:pt x="47" y="29"/>
                        <a:pt x="47" y="32"/>
                      </a:cubicBezTo>
                      <a:cubicBezTo>
                        <a:pt x="47" y="33"/>
                        <a:pt x="47" y="33"/>
                        <a:pt x="47" y="34"/>
                      </a:cubicBezTo>
                      <a:cubicBezTo>
                        <a:pt x="47" y="38"/>
                        <a:pt x="48" y="43"/>
                        <a:pt x="43" y="45"/>
                      </a:cubicBezTo>
                      <a:cubicBezTo>
                        <a:pt x="39" y="46"/>
                        <a:pt x="34" y="44"/>
                        <a:pt x="31" y="39"/>
                      </a:cubicBezTo>
                      <a:cubicBezTo>
                        <a:pt x="28" y="34"/>
                        <a:pt x="25" y="29"/>
                        <a:pt x="29" y="23"/>
                      </a:cubicBezTo>
                      <a:cubicBezTo>
                        <a:pt x="31" y="20"/>
                        <a:pt x="31" y="17"/>
                        <a:pt x="33" y="14"/>
                      </a:cubicBezTo>
                      <a:cubicBezTo>
                        <a:pt x="34" y="12"/>
                        <a:pt x="35" y="9"/>
                        <a:pt x="36" y="9"/>
                      </a:cubicBezTo>
                      <a:cubicBezTo>
                        <a:pt x="38" y="10"/>
                        <a:pt x="40" y="11"/>
                        <a:pt x="42" y="13"/>
                      </a:cubicBezTo>
                      <a:cubicBezTo>
                        <a:pt x="42" y="13"/>
                        <a:pt x="43" y="15"/>
                        <a:pt x="44" y="16"/>
                      </a:cubicBezTo>
                      <a:cubicBezTo>
                        <a:pt x="48" y="13"/>
                        <a:pt x="52" y="11"/>
                        <a:pt x="57" y="14"/>
                      </a:cubicBezTo>
                      <a:cubicBezTo>
                        <a:pt x="58" y="15"/>
                        <a:pt x="61" y="13"/>
                        <a:pt x="62" y="11"/>
                      </a:cubicBezTo>
                      <a:cubicBezTo>
                        <a:pt x="69" y="5"/>
                        <a:pt x="75" y="0"/>
                        <a:pt x="84" y="0"/>
                      </a:cubicBezTo>
                      <a:cubicBezTo>
                        <a:pt x="89" y="0"/>
                        <a:pt x="93" y="2"/>
                        <a:pt x="96" y="7"/>
                      </a:cubicBezTo>
                      <a:cubicBezTo>
                        <a:pt x="99" y="11"/>
                        <a:pt x="98" y="15"/>
                        <a:pt x="96" y="20"/>
                      </a:cubicBezTo>
                      <a:cubicBezTo>
                        <a:pt x="91" y="27"/>
                        <a:pt x="87" y="35"/>
                        <a:pt x="83" y="43"/>
                      </a:cubicBezTo>
                      <a:cubicBezTo>
                        <a:pt x="88" y="43"/>
                        <a:pt x="91" y="44"/>
                        <a:pt x="94" y="44"/>
                      </a:cubicBezTo>
                      <a:cubicBezTo>
                        <a:pt x="105" y="46"/>
                        <a:pt x="115" y="50"/>
                        <a:pt x="122" y="59"/>
                      </a:cubicBezTo>
                      <a:cubicBezTo>
                        <a:pt x="128" y="65"/>
                        <a:pt x="127" y="68"/>
                        <a:pt x="120" y="73"/>
                      </a:cubicBezTo>
                      <a:cubicBezTo>
                        <a:pt x="113" y="77"/>
                        <a:pt x="105" y="77"/>
                        <a:pt x="98" y="73"/>
                      </a:cubicBezTo>
                      <a:cubicBezTo>
                        <a:pt x="95" y="71"/>
                        <a:pt x="95" y="69"/>
                        <a:pt x="97" y="66"/>
                      </a:cubicBezTo>
                      <a:cubicBezTo>
                        <a:pt x="98" y="64"/>
                        <a:pt x="100" y="61"/>
                        <a:pt x="101" y="5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8" name="Freeform 8">
                  <a:extLst>
                    <a:ext uri="{FF2B5EF4-FFF2-40B4-BE49-F238E27FC236}">
                      <a16:creationId xmlns:a16="http://schemas.microsoft.com/office/drawing/2014/main" id="{68AB8704-3F31-41E0-B209-31D0A83BAA2E}"/>
                    </a:ext>
                  </a:extLst>
                </p:cNvPr>
                <p:cNvSpPr>
                  <a:spLocks/>
                </p:cNvSpPr>
                <p:nvPr/>
              </p:nvSpPr>
              <p:spPr bwMode="auto">
                <a:xfrm>
                  <a:off x="5664200" y="2355851"/>
                  <a:ext cx="341313" cy="407988"/>
                </a:xfrm>
                <a:custGeom>
                  <a:avLst/>
                  <a:gdLst>
                    <a:gd name="T0" fmla="*/ 46 w 80"/>
                    <a:gd name="T1" fmla="*/ 29 h 96"/>
                    <a:gd name="T2" fmla="*/ 65 w 80"/>
                    <a:gd name="T3" fmla="*/ 29 h 96"/>
                    <a:gd name="T4" fmla="*/ 79 w 80"/>
                    <a:gd name="T5" fmla="*/ 41 h 96"/>
                    <a:gd name="T6" fmla="*/ 74 w 80"/>
                    <a:gd name="T7" fmla="*/ 43 h 96"/>
                    <a:gd name="T8" fmla="*/ 60 w 80"/>
                    <a:gd name="T9" fmla="*/ 43 h 96"/>
                    <a:gd name="T10" fmla="*/ 52 w 80"/>
                    <a:gd name="T11" fmla="*/ 50 h 96"/>
                    <a:gd name="T12" fmla="*/ 49 w 80"/>
                    <a:gd name="T13" fmla="*/ 87 h 96"/>
                    <a:gd name="T14" fmla="*/ 37 w 80"/>
                    <a:gd name="T15" fmla="*/ 95 h 96"/>
                    <a:gd name="T16" fmla="*/ 21 w 80"/>
                    <a:gd name="T17" fmla="*/ 68 h 96"/>
                    <a:gd name="T18" fmla="*/ 22 w 80"/>
                    <a:gd name="T19" fmla="*/ 62 h 96"/>
                    <a:gd name="T20" fmla="*/ 30 w 80"/>
                    <a:gd name="T21" fmla="*/ 72 h 96"/>
                    <a:gd name="T22" fmla="*/ 40 w 80"/>
                    <a:gd name="T23" fmla="*/ 70 h 96"/>
                    <a:gd name="T24" fmla="*/ 43 w 80"/>
                    <a:gd name="T25" fmla="*/ 46 h 96"/>
                    <a:gd name="T26" fmla="*/ 24 w 80"/>
                    <a:gd name="T27" fmla="*/ 52 h 96"/>
                    <a:gd name="T28" fmla="*/ 19 w 80"/>
                    <a:gd name="T29" fmla="*/ 54 h 96"/>
                    <a:gd name="T30" fmla="*/ 6 w 80"/>
                    <a:gd name="T31" fmla="*/ 54 h 96"/>
                    <a:gd name="T32" fmla="*/ 2 w 80"/>
                    <a:gd name="T33" fmla="*/ 40 h 96"/>
                    <a:gd name="T34" fmla="*/ 6 w 80"/>
                    <a:gd name="T35" fmla="*/ 37 h 96"/>
                    <a:gd name="T36" fmla="*/ 28 w 80"/>
                    <a:gd name="T37" fmla="*/ 33 h 96"/>
                    <a:gd name="T38" fmla="*/ 33 w 80"/>
                    <a:gd name="T39" fmla="*/ 32 h 96"/>
                    <a:gd name="T40" fmla="*/ 36 w 80"/>
                    <a:gd name="T41" fmla="*/ 22 h 96"/>
                    <a:gd name="T42" fmla="*/ 46 w 80"/>
                    <a:gd name="T43" fmla="*/ 12 h 96"/>
                    <a:gd name="T44" fmla="*/ 45 w 80"/>
                    <a:gd name="T45" fmla="*/ 10 h 96"/>
                    <a:gd name="T46" fmla="*/ 26 w 80"/>
                    <a:gd name="T47" fmla="*/ 17 h 96"/>
                    <a:gd name="T48" fmla="*/ 15 w 80"/>
                    <a:gd name="T49" fmla="*/ 24 h 96"/>
                    <a:gd name="T50" fmla="*/ 5 w 80"/>
                    <a:gd name="T51" fmla="*/ 22 h 96"/>
                    <a:gd name="T52" fmla="*/ 1 w 80"/>
                    <a:gd name="T53" fmla="*/ 17 h 96"/>
                    <a:gd name="T54" fmla="*/ 36 w 80"/>
                    <a:gd name="T55" fmla="*/ 2 h 96"/>
                    <a:gd name="T56" fmla="*/ 55 w 80"/>
                    <a:gd name="T57" fmla="*/ 0 h 96"/>
                    <a:gd name="T58" fmla="*/ 61 w 80"/>
                    <a:gd name="T59" fmla="*/ 6 h 96"/>
                    <a:gd name="T60" fmla="*/ 59 w 80"/>
                    <a:gd name="T61" fmla="*/ 13 h 96"/>
                    <a:gd name="T62" fmla="*/ 46 w 80"/>
                    <a:gd name="T63" fmla="*/ 29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 h="96">
                      <a:moveTo>
                        <a:pt x="46" y="29"/>
                      </a:moveTo>
                      <a:cubicBezTo>
                        <a:pt x="53" y="30"/>
                        <a:pt x="59" y="31"/>
                        <a:pt x="65" y="29"/>
                      </a:cubicBezTo>
                      <a:cubicBezTo>
                        <a:pt x="71" y="27"/>
                        <a:pt x="80" y="34"/>
                        <a:pt x="79" y="41"/>
                      </a:cubicBezTo>
                      <a:cubicBezTo>
                        <a:pt x="79" y="42"/>
                        <a:pt x="76" y="43"/>
                        <a:pt x="74" y="43"/>
                      </a:cubicBezTo>
                      <a:cubicBezTo>
                        <a:pt x="70" y="43"/>
                        <a:pt x="65" y="43"/>
                        <a:pt x="60" y="43"/>
                      </a:cubicBezTo>
                      <a:cubicBezTo>
                        <a:pt x="53" y="42"/>
                        <a:pt x="52" y="44"/>
                        <a:pt x="52" y="50"/>
                      </a:cubicBezTo>
                      <a:cubicBezTo>
                        <a:pt x="51" y="62"/>
                        <a:pt x="51" y="75"/>
                        <a:pt x="49" y="87"/>
                      </a:cubicBezTo>
                      <a:cubicBezTo>
                        <a:pt x="48" y="95"/>
                        <a:pt x="45" y="96"/>
                        <a:pt x="37" y="95"/>
                      </a:cubicBezTo>
                      <a:cubicBezTo>
                        <a:pt x="25" y="92"/>
                        <a:pt x="15" y="82"/>
                        <a:pt x="21" y="68"/>
                      </a:cubicBezTo>
                      <a:cubicBezTo>
                        <a:pt x="21" y="66"/>
                        <a:pt x="21" y="64"/>
                        <a:pt x="22" y="62"/>
                      </a:cubicBezTo>
                      <a:cubicBezTo>
                        <a:pt x="24" y="65"/>
                        <a:pt x="27" y="69"/>
                        <a:pt x="30" y="72"/>
                      </a:cubicBezTo>
                      <a:cubicBezTo>
                        <a:pt x="33" y="76"/>
                        <a:pt x="39" y="75"/>
                        <a:pt x="40" y="70"/>
                      </a:cubicBezTo>
                      <a:cubicBezTo>
                        <a:pt x="41" y="62"/>
                        <a:pt x="42" y="54"/>
                        <a:pt x="43" y="46"/>
                      </a:cubicBezTo>
                      <a:cubicBezTo>
                        <a:pt x="35" y="45"/>
                        <a:pt x="30" y="49"/>
                        <a:pt x="24" y="52"/>
                      </a:cubicBezTo>
                      <a:cubicBezTo>
                        <a:pt x="22" y="52"/>
                        <a:pt x="21" y="54"/>
                        <a:pt x="19" y="54"/>
                      </a:cubicBezTo>
                      <a:cubicBezTo>
                        <a:pt x="14" y="58"/>
                        <a:pt x="11" y="57"/>
                        <a:pt x="6" y="54"/>
                      </a:cubicBezTo>
                      <a:cubicBezTo>
                        <a:pt x="3" y="51"/>
                        <a:pt x="0" y="44"/>
                        <a:pt x="2" y="40"/>
                      </a:cubicBezTo>
                      <a:cubicBezTo>
                        <a:pt x="2" y="39"/>
                        <a:pt x="5" y="37"/>
                        <a:pt x="6" y="37"/>
                      </a:cubicBezTo>
                      <a:cubicBezTo>
                        <a:pt x="14" y="39"/>
                        <a:pt x="20" y="35"/>
                        <a:pt x="28" y="33"/>
                      </a:cubicBezTo>
                      <a:cubicBezTo>
                        <a:pt x="29" y="33"/>
                        <a:pt x="31" y="32"/>
                        <a:pt x="33" y="32"/>
                      </a:cubicBezTo>
                      <a:cubicBezTo>
                        <a:pt x="31" y="27"/>
                        <a:pt x="31" y="24"/>
                        <a:pt x="36" y="22"/>
                      </a:cubicBezTo>
                      <a:cubicBezTo>
                        <a:pt x="39" y="19"/>
                        <a:pt x="42" y="15"/>
                        <a:pt x="46" y="12"/>
                      </a:cubicBezTo>
                      <a:cubicBezTo>
                        <a:pt x="45" y="11"/>
                        <a:pt x="45" y="11"/>
                        <a:pt x="45" y="10"/>
                      </a:cubicBezTo>
                      <a:cubicBezTo>
                        <a:pt x="38" y="13"/>
                        <a:pt x="32" y="15"/>
                        <a:pt x="26" y="17"/>
                      </a:cubicBezTo>
                      <a:cubicBezTo>
                        <a:pt x="22" y="19"/>
                        <a:pt x="18" y="22"/>
                        <a:pt x="15" y="24"/>
                      </a:cubicBezTo>
                      <a:cubicBezTo>
                        <a:pt x="11" y="26"/>
                        <a:pt x="7" y="27"/>
                        <a:pt x="5" y="22"/>
                      </a:cubicBezTo>
                      <a:cubicBezTo>
                        <a:pt x="4" y="20"/>
                        <a:pt x="3" y="19"/>
                        <a:pt x="1" y="17"/>
                      </a:cubicBezTo>
                      <a:cubicBezTo>
                        <a:pt x="13" y="12"/>
                        <a:pt x="25" y="6"/>
                        <a:pt x="36" y="2"/>
                      </a:cubicBezTo>
                      <a:cubicBezTo>
                        <a:pt x="42" y="0"/>
                        <a:pt x="49" y="0"/>
                        <a:pt x="55" y="0"/>
                      </a:cubicBezTo>
                      <a:cubicBezTo>
                        <a:pt x="57" y="0"/>
                        <a:pt x="60" y="4"/>
                        <a:pt x="61" y="6"/>
                      </a:cubicBezTo>
                      <a:cubicBezTo>
                        <a:pt x="62" y="8"/>
                        <a:pt x="61" y="11"/>
                        <a:pt x="59" y="13"/>
                      </a:cubicBezTo>
                      <a:cubicBezTo>
                        <a:pt x="55" y="18"/>
                        <a:pt x="51" y="23"/>
                        <a:pt x="46"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33" name="组合 32">
                <a:extLst>
                  <a:ext uri="{FF2B5EF4-FFF2-40B4-BE49-F238E27FC236}">
                    <a16:creationId xmlns:a16="http://schemas.microsoft.com/office/drawing/2014/main" id="{B92E7EB9-3312-4310-B5FA-50F0FA6CFB99}"/>
                  </a:ext>
                </a:extLst>
              </p:cNvPr>
              <p:cNvGrpSpPr/>
              <p:nvPr/>
            </p:nvGrpSpPr>
            <p:grpSpPr>
              <a:xfrm>
                <a:off x="11192276" y="2400300"/>
                <a:ext cx="322175" cy="373063"/>
                <a:chOff x="3792874" y="3138488"/>
                <a:chExt cx="322175" cy="373063"/>
              </a:xfrm>
              <a:grpFill/>
            </p:grpSpPr>
            <p:sp>
              <p:nvSpPr>
                <p:cNvPr id="34" name="Freeform 15">
                  <a:extLst>
                    <a:ext uri="{FF2B5EF4-FFF2-40B4-BE49-F238E27FC236}">
                      <a16:creationId xmlns:a16="http://schemas.microsoft.com/office/drawing/2014/main" id="{4A24723D-38DD-4916-B1AF-76A903317407}"/>
                    </a:ext>
                  </a:extLst>
                </p:cNvPr>
                <p:cNvSpPr>
                  <a:spLocks/>
                </p:cNvSpPr>
                <p:nvPr/>
              </p:nvSpPr>
              <p:spPr bwMode="auto">
                <a:xfrm>
                  <a:off x="3792874" y="3235325"/>
                  <a:ext cx="112625" cy="246063"/>
                </a:xfrm>
                <a:custGeom>
                  <a:avLst/>
                  <a:gdLst>
                    <a:gd name="T0" fmla="*/ 16 w 39"/>
                    <a:gd name="T1" fmla="*/ 29 h 58"/>
                    <a:gd name="T2" fmla="*/ 27 w 39"/>
                    <a:gd name="T3" fmla="*/ 7 h 58"/>
                    <a:gd name="T4" fmla="*/ 31 w 39"/>
                    <a:gd name="T5" fmla="*/ 1 h 58"/>
                    <a:gd name="T6" fmla="*/ 34 w 39"/>
                    <a:gd name="T7" fmla="*/ 6 h 58"/>
                    <a:gd name="T8" fmla="*/ 35 w 39"/>
                    <a:gd name="T9" fmla="*/ 26 h 58"/>
                    <a:gd name="T10" fmla="*/ 20 w 39"/>
                    <a:gd name="T11" fmla="*/ 52 h 58"/>
                    <a:gd name="T12" fmla="*/ 9 w 39"/>
                    <a:gd name="T13" fmla="*/ 57 h 58"/>
                    <a:gd name="T14" fmla="*/ 1 w 39"/>
                    <a:gd name="T15" fmla="*/ 43 h 58"/>
                    <a:gd name="T16" fmla="*/ 4 w 39"/>
                    <a:gd name="T17" fmla="*/ 6 h 58"/>
                    <a:gd name="T18" fmla="*/ 8 w 39"/>
                    <a:gd name="T19" fmla="*/ 0 h 58"/>
                    <a:gd name="T20" fmla="*/ 15 w 39"/>
                    <a:gd name="T21" fmla="*/ 6 h 58"/>
                    <a:gd name="T22" fmla="*/ 14 w 39"/>
                    <a:gd name="T23" fmla="*/ 20 h 58"/>
                    <a:gd name="T24" fmla="*/ 14 w 39"/>
                    <a:gd name="T25" fmla="*/ 28 h 58"/>
                    <a:gd name="T26" fmla="*/ 16 w 39"/>
                    <a:gd name="T27" fmla="*/ 29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9" h="58">
                      <a:moveTo>
                        <a:pt x="16" y="29"/>
                      </a:moveTo>
                      <a:cubicBezTo>
                        <a:pt x="19" y="21"/>
                        <a:pt x="23" y="14"/>
                        <a:pt x="27" y="7"/>
                      </a:cubicBezTo>
                      <a:cubicBezTo>
                        <a:pt x="28" y="5"/>
                        <a:pt x="29" y="3"/>
                        <a:pt x="31" y="1"/>
                      </a:cubicBezTo>
                      <a:cubicBezTo>
                        <a:pt x="32" y="3"/>
                        <a:pt x="33" y="4"/>
                        <a:pt x="34" y="6"/>
                      </a:cubicBezTo>
                      <a:cubicBezTo>
                        <a:pt x="37" y="12"/>
                        <a:pt x="39" y="19"/>
                        <a:pt x="35" y="26"/>
                      </a:cubicBezTo>
                      <a:cubicBezTo>
                        <a:pt x="30" y="34"/>
                        <a:pt x="25" y="43"/>
                        <a:pt x="20" y="52"/>
                      </a:cubicBezTo>
                      <a:cubicBezTo>
                        <a:pt x="18" y="56"/>
                        <a:pt x="12" y="58"/>
                        <a:pt x="9" y="57"/>
                      </a:cubicBezTo>
                      <a:cubicBezTo>
                        <a:pt x="2" y="54"/>
                        <a:pt x="0" y="50"/>
                        <a:pt x="1" y="43"/>
                      </a:cubicBezTo>
                      <a:cubicBezTo>
                        <a:pt x="2" y="31"/>
                        <a:pt x="3" y="18"/>
                        <a:pt x="4" y="6"/>
                      </a:cubicBezTo>
                      <a:cubicBezTo>
                        <a:pt x="4" y="4"/>
                        <a:pt x="4" y="0"/>
                        <a:pt x="8" y="0"/>
                      </a:cubicBezTo>
                      <a:cubicBezTo>
                        <a:pt x="11" y="0"/>
                        <a:pt x="15" y="1"/>
                        <a:pt x="15" y="6"/>
                      </a:cubicBezTo>
                      <a:cubicBezTo>
                        <a:pt x="15" y="10"/>
                        <a:pt x="14" y="15"/>
                        <a:pt x="14" y="20"/>
                      </a:cubicBezTo>
                      <a:cubicBezTo>
                        <a:pt x="14" y="23"/>
                        <a:pt x="14" y="25"/>
                        <a:pt x="14" y="28"/>
                      </a:cubicBezTo>
                      <a:cubicBezTo>
                        <a:pt x="14" y="28"/>
                        <a:pt x="15" y="28"/>
                        <a:pt x="16"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5" name="Freeform 16">
                  <a:extLst>
                    <a:ext uri="{FF2B5EF4-FFF2-40B4-BE49-F238E27FC236}">
                      <a16:creationId xmlns:a16="http://schemas.microsoft.com/office/drawing/2014/main" id="{FB4C6AFE-87EF-4FB7-829C-F7529116EE44}"/>
                    </a:ext>
                  </a:extLst>
                </p:cNvPr>
                <p:cNvSpPr>
                  <a:spLocks/>
                </p:cNvSpPr>
                <p:nvPr/>
              </p:nvSpPr>
              <p:spPr bwMode="auto">
                <a:xfrm>
                  <a:off x="3980111" y="3138488"/>
                  <a:ext cx="134938" cy="373063"/>
                </a:xfrm>
                <a:custGeom>
                  <a:avLst/>
                  <a:gdLst>
                    <a:gd name="T0" fmla="*/ 9 w 47"/>
                    <a:gd name="T1" fmla="*/ 73 h 88"/>
                    <a:gd name="T2" fmla="*/ 3 w 47"/>
                    <a:gd name="T3" fmla="*/ 67 h 88"/>
                    <a:gd name="T4" fmla="*/ 3 w 47"/>
                    <a:gd name="T5" fmla="*/ 57 h 88"/>
                    <a:gd name="T6" fmla="*/ 20 w 47"/>
                    <a:gd name="T7" fmla="*/ 38 h 88"/>
                    <a:gd name="T8" fmla="*/ 33 w 47"/>
                    <a:gd name="T9" fmla="*/ 20 h 88"/>
                    <a:gd name="T10" fmla="*/ 33 w 47"/>
                    <a:gd name="T11" fmla="*/ 4 h 88"/>
                    <a:gd name="T12" fmla="*/ 32 w 47"/>
                    <a:gd name="T13" fmla="*/ 1 h 88"/>
                    <a:gd name="T14" fmla="*/ 33 w 47"/>
                    <a:gd name="T15" fmla="*/ 0 h 88"/>
                    <a:gd name="T16" fmla="*/ 41 w 47"/>
                    <a:gd name="T17" fmla="*/ 6 h 88"/>
                    <a:gd name="T18" fmla="*/ 43 w 47"/>
                    <a:gd name="T19" fmla="*/ 26 h 88"/>
                    <a:gd name="T20" fmla="*/ 29 w 47"/>
                    <a:gd name="T21" fmla="*/ 48 h 88"/>
                    <a:gd name="T22" fmla="*/ 30 w 47"/>
                    <a:gd name="T23" fmla="*/ 52 h 88"/>
                    <a:gd name="T24" fmla="*/ 40 w 47"/>
                    <a:gd name="T25" fmla="*/ 73 h 88"/>
                    <a:gd name="T26" fmla="*/ 41 w 47"/>
                    <a:gd name="T27" fmla="*/ 84 h 88"/>
                    <a:gd name="T28" fmla="*/ 37 w 47"/>
                    <a:gd name="T29" fmla="*/ 86 h 88"/>
                    <a:gd name="T30" fmla="*/ 31 w 47"/>
                    <a:gd name="T31" fmla="*/ 75 h 88"/>
                    <a:gd name="T32" fmla="*/ 28 w 47"/>
                    <a:gd name="T33" fmla="*/ 60 h 88"/>
                    <a:gd name="T34" fmla="*/ 22 w 47"/>
                    <a:gd name="T35" fmla="*/ 59 h 88"/>
                    <a:gd name="T36" fmla="*/ 9 w 47"/>
                    <a:gd name="T37" fmla="*/ 73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7" h="88">
                      <a:moveTo>
                        <a:pt x="9" y="73"/>
                      </a:moveTo>
                      <a:cubicBezTo>
                        <a:pt x="7" y="71"/>
                        <a:pt x="5" y="69"/>
                        <a:pt x="3" y="67"/>
                      </a:cubicBezTo>
                      <a:cubicBezTo>
                        <a:pt x="1" y="64"/>
                        <a:pt x="0" y="61"/>
                        <a:pt x="3" y="57"/>
                      </a:cubicBezTo>
                      <a:cubicBezTo>
                        <a:pt x="9" y="51"/>
                        <a:pt x="14" y="45"/>
                        <a:pt x="20" y="38"/>
                      </a:cubicBezTo>
                      <a:cubicBezTo>
                        <a:pt x="24" y="32"/>
                        <a:pt x="28" y="26"/>
                        <a:pt x="33" y="20"/>
                      </a:cubicBezTo>
                      <a:cubicBezTo>
                        <a:pt x="36" y="15"/>
                        <a:pt x="36" y="9"/>
                        <a:pt x="33" y="4"/>
                      </a:cubicBezTo>
                      <a:cubicBezTo>
                        <a:pt x="32" y="3"/>
                        <a:pt x="32" y="2"/>
                        <a:pt x="32" y="1"/>
                      </a:cubicBezTo>
                      <a:cubicBezTo>
                        <a:pt x="32" y="1"/>
                        <a:pt x="33" y="0"/>
                        <a:pt x="33" y="0"/>
                      </a:cubicBezTo>
                      <a:cubicBezTo>
                        <a:pt x="36" y="2"/>
                        <a:pt x="39" y="4"/>
                        <a:pt x="41" y="6"/>
                      </a:cubicBezTo>
                      <a:cubicBezTo>
                        <a:pt x="46" y="11"/>
                        <a:pt x="47" y="20"/>
                        <a:pt x="43" y="26"/>
                      </a:cubicBezTo>
                      <a:cubicBezTo>
                        <a:pt x="39" y="33"/>
                        <a:pt x="34" y="40"/>
                        <a:pt x="29" y="48"/>
                      </a:cubicBezTo>
                      <a:cubicBezTo>
                        <a:pt x="29" y="49"/>
                        <a:pt x="29" y="52"/>
                        <a:pt x="30" y="52"/>
                      </a:cubicBezTo>
                      <a:cubicBezTo>
                        <a:pt x="38" y="57"/>
                        <a:pt x="38" y="65"/>
                        <a:pt x="40" y="73"/>
                      </a:cubicBezTo>
                      <a:cubicBezTo>
                        <a:pt x="41" y="76"/>
                        <a:pt x="41" y="80"/>
                        <a:pt x="41" y="84"/>
                      </a:cubicBezTo>
                      <a:cubicBezTo>
                        <a:pt x="41" y="87"/>
                        <a:pt x="39" y="88"/>
                        <a:pt x="37" y="86"/>
                      </a:cubicBezTo>
                      <a:cubicBezTo>
                        <a:pt x="33" y="83"/>
                        <a:pt x="31" y="81"/>
                        <a:pt x="31" y="75"/>
                      </a:cubicBezTo>
                      <a:cubicBezTo>
                        <a:pt x="31" y="70"/>
                        <a:pt x="30" y="65"/>
                        <a:pt x="28" y="60"/>
                      </a:cubicBezTo>
                      <a:cubicBezTo>
                        <a:pt x="27" y="55"/>
                        <a:pt x="25" y="56"/>
                        <a:pt x="22" y="59"/>
                      </a:cubicBezTo>
                      <a:cubicBezTo>
                        <a:pt x="18" y="64"/>
                        <a:pt x="14" y="68"/>
                        <a:pt x="9"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6" name="Freeform 17">
                  <a:extLst>
                    <a:ext uri="{FF2B5EF4-FFF2-40B4-BE49-F238E27FC236}">
                      <a16:creationId xmlns:a16="http://schemas.microsoft.com/office/drawing/2014/main" id="{7BBE01C1-D3BA-489E-BE5E-C63059DA7AF9}"/>
                    </a:ext>
                  </a:extLst>
                </p:cNvPr>
                <p:cNvSpPr>
                  <a:spLocks/>
                </p:cNvSpPr>
                <p:nvPr/>
              </p:nvSpPr>
              <p:spPr bwMode="auto">
                <a:xfrm>
                  <a:off x="3872924" y="3138488"/>
                  <a:ext cx="75438" cy="79375"/>
                </a:xfrm>
                <a:custGeom>
                  <a:avLst/>
                  <a:gdLst>
                    <a:gd name="T0" fmla="*/ 0 w 26"/>
                    <a:gd name="T1" fmla="*/ 0 h 19"/>
                    <a:gd name="T2" fmla="*/ 20 w 26"/>
                    <a:gd name="T3" fmla="*/ 1 h 19"/>
                    <a:gd name="T4" fmla="*/ 23 w 26"/>
                    <a:gd name="T5" fmla="*/ 12 h 19"/>
                    <a:gd name="T6" fmla="*/ 12 w 26"/>
                    <a:gd name="T7" fmla="*/ 18 h 19"/>
                    <a:gd name="T8" fmla="*/ 3 w 26"/>
                    <a:gd name="T9" fmla="*/ 11 h 19"/>
                    <a:gd name="T10" fmla="*/ 0 w 26"/>
                    <a:gd name="T11" fmla="*/ 0 h 19"/>
                  </a:gdLst>
                  <a:ahLst/>
                  <a:cxnLst>
                    <a:cxn ang="0">
                      <a:pos x="T0" y="T1"/>
                    </a:cxn>
                    <a:cxn ang="0">
                      <a:pos x="T2" y="T3"/>
                    </a:cxn>
                    <a:cxn ang="0">
                      <a:pos x="T4" y="T5"/>
                    </a:cxn>
                    <a:cxn ang="0">
                      <a:pos x="T6" y="T7"/>
                    </a:cxn>
                    <a:cxn ang="0">
                      <a:pos x="T8" y="T9"/>
                    </a:cxn>
                    <a:cxn ang="0">
                      <a:pos x="T10" y="T11"/>
                    </a:cxn>
                  </a:cxnLst>
                  <a:rect l="0" t="0" r="r" b="b"/>
                  <a:pathLst>
                    <a:path w="26" h="19">
                      <a:moveTo>
                        <a:pt x="0" y="0"/>
                      </a:moveTo>
                      <a:cubicBezTo>
                        <a:pt x="8" y="1"/>
                        <a:pt x="14" y="1"/>
                        <a:pt x="20" y="1"/>
                      </a:cubicBezTo>
                      <a:cubicBezTo>
                        <a:pt x="24" y="1"/>
                        <a:pt x="26" y="8"/>
                        <a:pt x="23" y="12"/>
                      </a:cubicBezTo>
                      <a:cubicBezTo>
                        <a:pt x="21" y="16"/>
                        <a:pt x="17" y="19"/>
                        <a:pt x="12" y="18"/>
                      </a:cubicBezTo>
                      <a:cubicBezTo>
                        <a:pt x="8" y="18"/>
                        <a:pt x="5" y="15"/>
                        <a:pt x="3" y="11"/>
                      </a:cubicBezTo>
                      <a:cubicBezTo>
                        <a:pt x="2" y="8"/>
                        <a:pt x="1" y="4"/>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grpSp>
          <p:nvGrpSpPr>
            <p:cNvPr id="17" name="组合 16">
              <a:extLst>
                <a:ext uri="{FF2B5EF4-FFF2-40B4-BE49-F238E27FC236}">
                  <a16:creationId xmlns:a16="http://schemas.microsoft.com/office/drawing/2014/main" id="{E582171C-E91E-4DDB-B720-D9EDE8C54B5C}"/>
                </a:ext>
              </a:extLst>
            </p:cNvPr>
            <p:cNvGrpSpPr/>
            <p:nvPr/>
          </p:nvGrpSpPr>
          <p:grpSpPr>
            <a:xfrm>
              <a:off x="582366" y="5719539"/>
              <a:ext cx="2716733" cy="681262"/>
              <a:chOff x="6738929" y="2270918"/>
              <a:chExt cx="2766486" cy="693738"/>
            </a:xfrm>
            <a:grpFill/>
          </p:grpSpPr>
          <p:grpSp>
            <p:nvGrpSpPr>
              <p:cNvPr id="18" name="组合 17">
                <a:extLst>
                  <a:ext uri="{FF2B5EF4-FFF2-40B4-BE49-F238E27FC236}">
                    <a16:creationId xmlns:a16="http://schemas.microsoft.com/office/drawing/2014/main" id="{4EB45816-40C4-4065-9181-C29D2BECD84E}"/>
                  </a:ext>
                </a:extLst>
              </p:cNvPr>
              <p:cNvGrpSpPr/>
              <p:nvPr/>
            </p:nvGrpSpPr>
            <p:grpSpPr>
              <a:xfrm>
                <a:off x="8180494" y="2355056"/>
                <a:ext cx="484188" cy="509588"/>
                <a:chOff x="6113463" y="3541713"/>
                <a:chExt cx="484188" cy="509588"/>
              </a:xfrm>
              <a:grpFill/>
            </p:grpSpPr>
            <p:sp>
              <p:nvSpPr>
                <p:cNvPr id="28" name="Freeform 9">
                  <a:extLst>
                    <a:ext uri="{FF2B5EF4-FFF2-40B4-BE49-F238E27FC236}">
                      <a16:creationId xmlns:a16="http://schemas.microsoft.com/office/drawing/2014/main" id="{70888479-5294-457A-8111-462CE4F104F2}"/>
                    </a:ext>
                  </a:extLst>
                </p:cNvPr>
                <p:cNvSpPr>
                  <a:spLocks noEditPoints="1"/>
                </p:cNvSpPr>
                <p:nvPr/>
              </p:nvSpPr>
              <p:spPr bwMode="auto">
                <a:xfrm>
                  <a:off x="6113463" y="3579813"/>
                  <a:ext cx="252413" cy="428625"/>
                </a:xfrm>
                <a:custGeom>
                  <a:avLst/>
                  <a:gdLst>
                    <a:gd name="T0" fmla="*/ 39 w 59"/>
                    <a:gd name="T1" fmla="*/ 78 h 101"/>
                    <a:gd name="T2" fmla="*/ 17 w 59"/>
                    <a:gd name="T3" fmla="*/ 94 h 101"/>
                    <a:gd name="T4" fmla="*/ 8 w 59"/>
                    <a:gd name="T5" fmla="*/ 94 h 101"/>
                    <a:gd name="T6" fmla="*/ 0 w 59"/>
                    <a:gd name="T7" fmla="*/ 79 h 101"/>
                    <a:gd name="T8" fmla="*/ 17 w 59"/>
                    <a:gd name="T9" fmla="*/ 73 h 101"/>
                    <a:gd name="T10" fmla="*/ 10 w 59"/>
                    <a:gd name="T11" fmla="*/ 68 h 101"/>
                    <a:gd name="T12" fmla="*/ 8 w 59"/>
                    <a:gd name="T13" fmla="*/ 60 h 101"/>
                    <a:gd name="T14" fmla="*/ 18 w 59"/>
                    <a:gd name="T15" fmla="*/ 23 h 101"/>
                    <a:gd name="T16" fmla="*/ 26 w 59"/>
                    <a:gd name="T17" fmla="*/ 17 h 101"/>
                    <a:gd name="T18" fmla="*/ 36 w 59"/>
                    <a:gd name="T19" fmla="*/ 26 h 101"/>
                    <a:gd name="T20" fmla="*/ 36 w 59"/>
                    <a:gd name="T21" fmla="*/ 27 h 101"/>
                    <a:gd name="T22" fmla="*/ 43 w 59"/>
                    <a:gd name="T23" fmla="*/ 40 h 101"/>
                    <a:gd name="T24" fmla="*/ 42 w 59"/>
                    <a:gd name="T25" fmla="*/ 12 h 101"/>
                    <a:gd name="T26" fmla="*/ 21 w 59"/>
                    <a:gd name="T27" fmla="*/ 5 h 101"/>
                    <a:gd name="T28" fmla="*/ 44 w 59"/>
                    <a:gd name="T29" fmla="*/ 1 h 101"/>
                    <a:gd name="T30" fmla="*/ 57 w 59"/>
                    <a:gd name="T31" fmla="*/ 17 h 101"/>
                    <a:gd name="T32" fmla="*/ 56 w 59"/>
                    <a:gd name="T33" fmla="*/ 48 h 101"/>
                    <a:gd name="T34" fmla="*/ 57 w 59"/>
                    <a:gd name="T35" fmla="*/ 55 h 101"/>
                    <a:gd name="T36" fmla="*/ 55 w 59"/>
                    <a:gd name="T37" fmla="*/ 64 h 101"/>
                    <a:gd name="T38" fmla="*/ 54 w 59"/>
                    <a:gd name="T39" fmla="*/ 71 h 101"/>
                    <a:gd name="T40" fmla="*/ 52 w 59"/>
                    <a:gd name="T41" fmla="*/ 95 h 101"/>
                    <a:gd name="T42" fmla="*/ 49 w 59"/>
                    <a:gd name="T43" fmla="*/ 101 h 101"/>
                    <a:gd name="T44" fmla="*/ 43 w 59"/>
                    <a:gd name="T45" fmla="*/ 98 h 101"/>
                    <a:gd name="T46" fmla="*/ 38 w 59"/>
                    <a:gd name="T47" fmla="*/ 86 h 101"/>
                    <a:gd name="T48" fmla="*/ 39 w 59"/>
                    <a:gd name="T49" fmla="*/ 78 h 101"/>
                    <a:gd name="T50" fmla="*/ 42 w 59"/>
                    <a:gd name="T51" fmla="*/ 47 h 101"/>
                    <a:gd name="T52" fmla="*/ 32 w 59"/>
                    <a:gd name="T53" fmla="*/ 44 h 101"/>
                    <a:gd name="T54" fmla="*/ 29 w 59"/>
                    <a:gd name="T55" fmla="*/ 64 h 101"/>
                    <a:gd name="T56" fmla="*/ 42 w 59"/>
                    <a:gd name="T57" fmla="*/ 4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9" h="101">
                      <a:moveTo>
                        <a:pt x="39" y="78"/>
                      </a:moveTo>
                      <a:cubicBezTo>
                        <a:pt x="31" y="84"/>
                        <a:pt x="24" y="89"/>
                        <a:pt x="17" y="94"/>
                      </a:cubicBezTo>
                      <a:cubicBezTo>
                        <a:pt x="14" y="97"/>
                        <a:pt x="11" y="96"/>
                        <a:pt x="8" y="94"/>
                      </a:cubicBezTo>
                      <a:cubicBezTo>
                        <a:pt x="4" y="90"/>
                        <a:pt x="0" y="86"/>
                        <a:pt x="0" y="79"/>
                      </a:cubicBezTo>
                      <a:cubicBezTo>
                        <a:pt x="6" y="82"/>
                        <a:pt x="12" y="80"/>
                        <a:pt x="17" y="73"/>
                      </a:cubicBezTo>
                      <a:cubicBezTo>
                        <a:pt x="15" y="72"/>
                        <a:pt x="13" y="70"/>
                        <a:pt x="10" y="68"/>
                      </a:cubicBezTo>
                      <a:cubicBezTo>
                        <a:pt x="7" y="66"/>
                        <a:pt x="7" y="63"/>
                        <a:pt x="8" y="60"/>
                      </a:cubicBezTo>
                      <a:cubicBezTo>
                        <a:pt x="11" y="48"/>
                        <a:pt x="15" y="36"/>
                        <a:pt x="18" y="23"/>
                      </a:cubicBezTo>
                      <a:cubicBezTo>
                        <a:pt x="19" y="20"/>
                        <a:pt x="20" y="16"/>
                        <a:pt x="26" y="17"/>
                      </a:cubicBezTo>
                      <a:cubicBezTo>
                        <a:pt x="32" y="18"/>
                        <a:pt x="36" y="21"/>
                        <a:pt x="36" y="26"/>
                      </a:cubicBezTo>
                      <a:cubicBezTo>
                        <a:pt x="36" y="26"/>
                        <a:pt x="36" y="27"/>
                        <a:pt x="36" y="27"/>
                      </a:cubicBezTo>
                      <a:cubicBezTo>
                        <a:pt x="35" y="33"/>
                        <a:pt x="38" y="37"/>
                        <a:pt x="43" y="40"/>
                      </a:cubicBezTo>
                      <a:cubicBezTo>
                        <a:pt x="43" y="31"/>
                        <a:pt x="42" y="22"/>
                        <a:pt x="42" y="12"/>
                      </a:cubicBezTo>
                      <a:cubicBezTo>
                        <a:pt x="30" y="16"/>
                        <a:pt x="20" y="12"/>
                        <a:pt x="21" y="5"/>
                      </a:cubicBezTo>
                      <a:cubicBezTo>
                        <a:pt x="29" y="3"/>
                        <a:pt x="36" y="1"/>
                        <a:pt x="44" y="1"/>
                      </a:cubicBezTo>
                      <a:cubicBezTo>
                        <a:pt x="54" y="0"/>
                        <a:pt x="59" y="8"/>
                        <a:pt x="57" y="17"/>
                      </a:cubicBezTo>
                      <a:cubicBezTo>
                        <a:pt x="56" y="27"/>
                        <a:pt x="56" y="38"/>
                        <a:pt x="56" y="48"/>
                      </a:cubicBezTo>
                      <a:cubicBezTo>
                        <a:pt x="56" y="50"/>
                        <a:pt x="57" y="52"/>
                        <a:pt x="57" y="55"/>
                      </a:cubicBezTo>
                      <a:cubicBezTo>
                        <a:pt x="57" y="58"/>
                        <a:pt x="56" y="61"/>
                        <a:pt x="55" y="64"/>
                      </a:cubicBezTo>
                      <a:cubicBezTo>
                        <a:pt x="55" y="66"/>
                        <a:pt x="54" y="68"/>
                        <a:pt x="54" y="71"/>
                      </a:cubicBezTo>
                      <a:cubicBezTo>
                        <a:pt x="53" y="79"/>
                        <a:pt x="53" y="87"/>
                        <a:pt x="52" y="95"/>
                      </a:cubicBezTo>
                      <a:cubicBezTo>
                        <a:pt x="52" y="97"/>
                        <a:pt x="51" y="100"/>
                        <a:pt x="49" y="101"/>
                      </a:cubicBezTo>
                      <a:cubicBezTo>
                        <a:pt x="47" y="101"/>
                        <a:pt x="44" y="100"/>
                        <a:pt x="43" y="98"/>
                      </a:cubicBezTo>
                      <a:cubicBezTo>
                        <a:pt x="39" y="95"/>
                        <a:pt x="36" y="92"/>
                        <a:pt x="38" y="86"/>
                      </a:cubicBezTo>
                      <a:cubicBezTo>
                        <a:pt x="39" y="84"/>
                        <a:pt x="39" y="81"/>
                        <a:pt x="39" y="78"/>
                      </a:cubicBezTo>
                      <a:close/>
                      <a:moveTo>
                        <a:pt x="42" y="47"/>
                      </a:moveTo>
                      <a:cubicBezTo>
                        <a:pt x="39" y="46"/>
                        <a:pt x="36" y="45"/>
                        <a:pt x="32" y="44"/>
                      </a:cubicBezTo>
                      <a:cubicBezTo>
                        <a:pt x="31" y="51"/>
                        <a:pt x="30" y="57"/>
                        <a:pt x="29" y="64"/>
                      </a:cubicBezTo>
                      <a:cubicBezTo>
                        <a:pt x="39" y="61"/>
                        <a:pt x="42" y="57"/>
                        <a:pt x="42" y="4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9" name="Freeform 10">
                  <a:extLst>
                    <a:ext uri="{FF2B5EF4-FFF2-40B4-BE49-F238E27FC236}">
                      <a16:creationId xmlns:a16="http://schemas.microsoft.com/office/drawing/2014/main" id="{3C581795-C09D-460E-9472-8181F266F0EF}"/>
                    </a:ext>
                  </a:extLst>
                </p:cNvPr>
                <p:cNvSpPr>
                  <a:spLocks noEditPoints="1"/>
                </p:cNvSpPr>
                <p:nvPr/>
              </p:nvSpPr>
              <p:spPr bwMode="auto">
                <a:xfrm>
                  <a:off x="6361113" y="3541713"/>
                  <a:ext cx="236538" cy="509588"/>
                </a:xfrm>
                <a:custGeom>
                  <a:avLst/>
                  <a:gdLst>
                    <a:gd name="T0" fmla="*/ 11 w 55"/>
                    <a:gd name="T1" fmla="*/ 89 h 120"/>
                    <a:gd name="T2" fmla="*/ 10 w 55"/>
                    <a:gd name="T3" fmla="*/ 100 h 120"/>
                    <a:gd name="T4" fmla="*/ 6 w 55"/>
                    <a:gd name="T5" fmla="*/ 104 h 120"/>
                    <a:gd name="T6" fmla="*/ 1 w 55"/>
                    <a:gd name="T7" fmla="*/ 99 h 120"/>
                    <a:gd name="T8" fmla="*/ 3 w 55"/>
                    <a:gd name="T9" fmla="*/ 84 h 120"/>
                    <a:gd name="T10" fmla="*/ 14 w 55"/>
                    <a:gd name="T11" fmla="*/ 37 h 120"/>
                    <a:gd name="T12" fmla="*/ 22 w 55"/>
                    <a:gd name="T13" fmla="*/ 11 h 120"/>
                    <a:gd name="T14" fmla="*/ 26 w 55"/>
                    <a:gd name="T15" fmla="*/ 19 h 120"/>
                    <a:gd name="T16" fmla="*/ 20 w 55"/>
                    <a:gd name="T17" fmla="*/ 40 h 120"/>
                    <a:gd name="T18" fmla="*/ 27 w 55"/>
                    <a:gd name="T19" fmla="*/ 35 h 120"/>
                    <a:gd name="T20" fmla="*/ 35 w 55"/>
                    <a:gd name="T21" fmla="*/ 30 h 120"/>
                    <a:gd name="T22" fmla="*/ 33 w 55"/>
                    <a:gd name="T23" fmla="*/ 9 h 120"/>
                    <a:gd name="T24" fmla="*/ 28 w 55"/>
                    <a:gd name="T25" fmla="*/ 8 h 120"/>
                    <a:gd name="T26" fmla="*/ 19 w 55"/>
                    <a:gd name="T27" fmla="*/ 12 h 120"/>
                    <a:gd name="T28" fmla="*/ 12 w 55"/>
                    <a:gd name="T29" fmla="*/ 15 h 120"/>
                    <a:gd name="T30" fmla="*/ 9 w 55"/>
                    <a:gd name="T31" fmla="*/ 11 h 120"/>
                    <a:gd name="T32" fmla="*/ 11 w 55"/>
                    <a:gd name="T33" fmla="*/ 8 h 120"/>
                    <a:gd name="T34" fmla="*/ 31 w 55"/>
                    <a:gd name="T35" fmla="*/ 0 h 120"/>
                    <a:gd name="T36" fmla="*/ 45 w 55"/>
                    <a:gd name="T37" fmla="*/ 15 h 120"/>
                    <a:gd name="T38" fmla="*/ 44 w 55"/>
                    <a:gd name="T39" fmla="*/ 46 h 120"/>
                    <a:gd name="T40" fmla="*/ 48 w 55"/>
                    <a:gd name="T41" fmla="*/ 54 h 120"/>
                    <a:gd name="T42" fmla="*/ 48 w 55"/>
                    <a:gd name="T43" fmla="*/ 71 h 120"/>
                    <a:gd name="T44" fmla="*/ 44 w 55"/>
                    <a:gd name="T45" fmla="*/ 77 h 120"/>
                    <a:gd name="T46" fmla="*/ 44 w 55"/>
                    <a:gd name="T47" fmla="*/ 110 h 120"/>
                    <a:gd name="T48" fmla="*/ 44 w 55"/>
                    <a:gd name="T49" fmla="*/ 114 h 120"/>
                    <a:gd name="T50" fmla="*/ 41 w 55"/>
                    <a:gd name="T51" fmla="*/ 120 h 120"/>
                    <a:gd name="T52" fmla="*/ 32 w 55"/>
                    <a:gd name="T53" fmla="*/ 118 h 120"/>
                    <a:gd name="T54" fmla="*/ 13 w 55"/>
                    <a:gd name="T55" fmla="*/ 91 h 120"/>
                    <a:gd name="T56" fmla="*/ 12 w 55"/>
                    <a:gd name="T57" fmla="*/ 89 h 120"/>
                    <a:gd name="T58" fmla="*/ 11 w 55"/>
                    <a:gd name="T59" fmla="*/ 89 h 120"/>
                    <a:gd name="T60" fmla="*/ 24 w 55"/>
                    <a:gd name="T61" fmla="*/ 76 h 120"/>
                    <a:gd name="T62" fmla="*/ 23 w 55"/>
                    <a:gd name="T63" fmla="*/ 74 h 120"/>
                    <a:gd name="T64" fmla="*/ 27 w 55"/>
                    <a:gd name="T65" fmla="*/ 71 h 120"/>
                    <a:gd name="T66" fmla="*/ 33 w 55"/>
                    <a:gd name="T67" fmla="*/ 67 h 120"/>
                    <a:gd name="T68" fmla="*/ 32 w 55"/>
                    <a:gd name="T69" fmla="*/ 63 h 120"/>
                    <a:gd name="T70" fmla="*/ 22 w 55"/>
                    <a:gd name="T71" fmla="*/ 52 h 120"/>
                    <a:gd name="T72" fmla="*/ 18 w 55"/>
                    <a:gd name="T73" fmla="*/ 89 h 120"/>
                    <a:gd name="T74" fmla="*/ 33 w 55"/>
                    <a:gd name="T75" fmla="*/ 107 h 120"/>
                    <a:gd name="T76" fmla="*/ 35 w 55"/>
                    <a:gd name="T77" fmla="*/ 77 h 120"/>
                    <a:gd name="T78" fmla="*/ 31 w 55"/>
                    <a:gd name="T79" fmla="*/ 75 h 120"/>
                    <a:gd name="T80" fmla="*/ 24 w 55"/>
                    <a:gd name="T81" fmla="*/ 76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5" h="120">
                      <a:moveTo>
                        <a:pt x="11" y="89"/>
                      </a:moveTo>
                      <a:cubicBezTo>
                        <a:pt x="10" y="93"/>
                        <a:pt x="10" y="96"/>
                        <a:pt x="10" y="100"/>
                      </a:cubicBezTo>
                      <a:cubicBezTo>
                        <a:pt x="9" y="102"/>
                        <a:pt x="9" y="104"/>
                        <a:pt x="6" y="104"/>
                      </a:cubicBezTo>
                      <a:cubicBezTo>
                        <a:pt x="3" y="104"/>
                        <a:pt x="0" y="103"/>
                        <a:pt x="1" y="99"/>
                      </a:cubicBezTo>
                      <a:cubicBezTo>
                        <a:pt x="2" y="94"/>
                        <a:pt x="2" y="89"/>
                        <a:pt x="3" y="84"/>
                      </a:cubicBezTo>
                      <a:cubicBezTo>
                        <a:pt x="7" y="68"/>
                        <a:pt x="10" y="53"/>
                        <a:pt x="14" y="37"/>
                      </a:cubicBezTo>
                      <a:cubicBezTo>
                        <a:pt x="16" y="29"/>
                        <a:pt x="19" y="20"/>
                        <a:pt x="22" y="11"/>
                      </a:cubicBezTo>
                      <a:cubicBezTo>
                        <a:pt x="26" y="13"/>
                        <a:pt x="27" y="15"/>
                        <a:pt x="26" y="19"/>
                      </a:cubicBezTo>
                      <a:cubicBezTo>
                        <a:pt x="24" y="25"/>
                        <a:pt x="22" y="32"/>
                        <a:pt x="20" y="40"/>
                      </a:cubicBezTo>
                      <a:cubicBezTo>
                        <a:pt x="23" y="37"/>
                        <a:pt x="25" y="36"/>
                        <a:pt x="27" y="35"/>
                      </a:cubicBezTo>
                      <a:cubicBezTo>
                        <a:pt x="30" y="33"/>
                        <a:pt x="34" y="32"/>
                        <a:pt x="35" y="30"/>
                      </a:cubicBezTo>
                      <a:cubicBezTo>
                        <a:pt x="36" y="23"/>
                        <a:pt x="37" y="16"/>
                        <a:pt x="33" y="9"/>
                      </a:cubicBezTo>
                      <a:cubicBezTo>
                        <a:pt x="33" y="8"/>
                        <a:pt x="30" y="7"/>
                        <a:pt x="28" y="8"/>
                      </a:cubicBezTo>
                      <a:cubicBezTo>
                        <a:pt x="25" y="9"/>
                        <a:pt x="22" y="11"/>
                        <a:pt x="19" y="12"/>
                      </a:cubicBezTo>
                      <a:cubicBezTo>
                        <a:pt x="17" y="13"/>
                        <a:pt x="15" y="15"/>
                        <a:pt x="12" y="15"/>
                      </a:cubicBezTo>
                      <a:cubicBezTo>
                        <a:pt x="11" y="15"/>
                        <a:pt x="9" y="13"/>
                        <a:pt x="9" y="11"/>
                      </a:cubicBezTo>
                      <a:cubicBezTo>
                        <a:pt x="8" y="11"/>
                        <a:pt x="10" y="9"/>
                        <a:pt x="11" y="8"/>
                      </a:cubicBezTo>
                      <a:cubicBezTo>
                        <a:pt x="17" y="4"/>
                        <a:pt x="23" y="0"/>
                        <a:pt x="31" y="0"/>
                      </a:cubicBezTo>
                      <a:cubicBezTo>
                        <a:pt x="41" y="1"/>
                        <a:pt x="46" y="5"/>
                        <a:pt x="45" y="15"/>
                      </a:cubicBezTo>
                      <a:cubicBezTo>
                        <a:pt x="45" y="25"/>
                        <a:pt x="45" y="36"/>
                        <a:pt x="44" y="46"/>
                      </a:cubicBezTo>
                      <a:cubicBezTo>
                        <a:pt x="44" y="50"/>
                        <a:pt x="45" y="52"/>
                        <a:pt x="48" y="54"/>
                      </a:cubicBezTo>
                      <a:cubicBezTo>
                        <a:pt x="55" y="60"/>
                        <a:pt x="55" y="66"/>
                        <a:pt x="48" y="71"/>
                      </a:cubicBezTo>
                      <a:cubicBezTo>
                        <a:pt x="45" y="72"/>
                        <a:pt x="44" y="74"/>
                        <a:pt x="44" y="77"/>
                      </a:cubicBezTo>
                      <a:cubicBezTo>
                        <a:pt x="45" y="88"/>
                        <a:pt x="44" y="99"/>
                        <a:pt x="44" y="110"/>
                      </a:cubicBezTo>
                      <a:cubicBezTo>
                        <a:pt x="44" y="112"/>
                        <a:pt x="45" y="113"/>
                        <a:pt x="44" y="114"/>
                      </a:cubicBezTo>
                      <a:cubicBezTo>
                        <a:pt x="43" y="116"/>
                        <a:pt x="42" y="120"/>
                        <a:pt x="41" y="120"/>
                      </a:cubicBezTo>
                      <a:cubicBezTo>
                        <a:pt x="38" y="120"/>
                        <a:pt x="34" y="120"/>
                        <a:pt x="32" y="118"/>
                      </a:cubicBezTo>
                      <a:cubicBezTo>
                        <a:pt x="25" y="109"/>
                        <a:pt x="19" y="100"/>
                        <a:pt x="13" y="91"/>
                      </a:cubicBezTo>
                      <a:cubicBezTo>
                        <a:pt x="12" y="90"/>
                        <a:pt x="12" y="90"/>
                        <a:pt x="12" y="89"/>
                      </a:cubicBezTo>
                      <a:cubicBezTo>
                        <a:pt x="11" y="89"/>
                        <a:pt x="11" y="89"/>
                        <a:pt x="11" y="89"/>
                      </a:cubicBezTo>
                      <a:close/>
                      <a:moveTo>
                        <a:pt x="24" y="76"/>
                      </a:moveTo>
                      <a:cubicBezTo>
                        <a:pt x="23" y="75"/>
                        <a:pt x="23" y="75"/>
                        <a:pt x="23" y="74"/>
                      </a:cubicBezTo>
                      <a:cubicBezTo>
                        <a:pt x="24" y="73"/>
                        <a:pt x="26" y="72"/>
                        <a:pt x="27" y="71"/>
                      </a:cubicBezTo>
                      <a:cubicBezTo>
                        <a:pt x="29" y="70"/>
                        <a:pt x="31" y="69"/>
                        <a:pt x="33" y="67"/>
                      </a:cubicBezTo>
                      <a:cubicBezTo>
                        <a:pt x="35" y="66"/>
                        <a:pt x="35" y="63"/>
                        <a:pt x="32" y="63"/>
                      </a:cubicBezTo>
                      <a:cubicBezTo>
                        <a:pt x="27" y="61"/>
                        <a:pt x="24" y="58"/>
                        <a:pt x="22" y="52"/>
                      </a:cubicBezTo>
                      <a:cubicBezTo>
                        <a:pt x="17" y="65"/>
                        <a:pt x="13" y="77"/>
                        <a:pt x="18" y="89"/>
                      </a:cubicBezTo>
                      <a:cubicBezTo>
                        <a:pt x="21" y="97"/>
                        <a:pt x="27" y="101"/>
                        <a:pt x="33" y="107"/>
                      </a:cubicBezTo>
                      <a:cubicBezTo>
                        <a:pt x="34" y="97"/>
                        <a:pt x="34" y="87"/>
                        <a:pt x="35" y="77"/>
                      </a:cubicBezTo>
                      <a:cubicBezTo>
                        <a:pt x="35" y="77"/>
                        <a:pt x="32" y="75"/>
                        <a:pt x="31" y="75"/>
                      </a:cubicBezTo>
                      <a:cubicBezTo>
                        <a:pt x="29" y="75"/>
                        <a:pt x="26" y="76"/>
                        <a:pt x="24" y="7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19" name="组合 18">
                <a:extLst>
                  <a:ext uri="{FF2B5EF4-FFF2-40B4-BE49-F238E27FC236}">
                    <a16:creationId xmlns:a16="http://schemas.microsoft.com/office/drawing/2014/main" id="{C43281D5-D15F-4210-8FEF-5D0B83A54FD6}"/>
                  </a:ext>
                </a:extLst>
              </p:cNvPr>
              <p:cNvGrpSpPr/>
              <p:nvPr/>
            </p:nvGrpSpPr>
            <p:grpSpPr>
              <a:xfrm>
                <a:off x="6738929" y="2270918"/>
                <a:ext cx="549275" cy="693738"/>
                <a:chOff x="6108700" y="2066926"/>
                <a:chExt cx="549275" cy="693738"/>
              </a:xfrm>
              <a:grpFill/>
            </p:grpSpPr>
            <p:sp>
              <p:nvSpPr>
                <p:cNvPr id="26" name="Freeform 13">
                  <a:extLst>
                    <a:ext uri="{FF2B5EF4-FFF2-40B4-BE49-F238E27FC236}">
                      <a16:creationId xmlns:a16="http://schemas.microsoft.com/office/drawing/2014/main" id="{0965091B-D712-42AC-844D-24578409DB9A}"/>
                    </a:ext>
                  </a:extLst>
                </p:cNvPr>
                <p:cNvSpPr>
                  <a:spLocks noEditPoints="1"/>
                </p:cNvSpPr>
                <p:nvPr/>
              </p:nvSpPr>
              <p:spPr bwMode="auto">
                <a:xfrm>
                  <a:off x="6108700" y="2066926"/>
                  <a:ext cx="549275" cy="655638"/>
                </a:xfrm>
                <a:custGeom>
                  <a:avLst/>
                  <a:gdLst>
                    <a:gd name="T0" fmla="*/ 54 w 128"/>
                    <a:gd name="T1" fmla="*/ 76 h 154"/>
                    <a:gd name="T2" fmla="*/ 66 w 128"/>
                    <a:gd name="T3" fmla="*/ 53 h 154"/>
                    <a:gd name="T4" fmla="*/ 49 w 128"/>
                    <a:gd name="T5" fmla="*/ 47 h 154"/>
                    <a:gd name="T6" fmla="*/ 64 w 128"/>
                    <a:gd name="T7" fmla="*/ 44 h 154"/>
                    <a:gd name="T8" fmla="*/ 83 w 128"/>
                    <a:gd name="T9" fmla="*/ 6 h 154"/>
                    <a:gd name="T10" fmla="*/ 91 w 128"/>
                    <a:gd name="T11" fmla="*/ 11 h 154"/>
                    <a:gd name="T12" fmla="*/ 96 w 128"/>
                    <a:gd name="T13" fmla="*/ 36 h 154"/>
                    <a:gd name="T14" fmla="*/ 106 w 128"/>
                    <a:gd name="T15" fmla="*/ 41 h 154"/>
                    <a:gd name="T16" fmla="*/ 82 w 128"/>
                    <a:gd name="T17" fmla="*/ 50 h 154"/>
                    <a:gd name="T18" fmla="*/ 71 w 128"/>
                    <a:gd name="T19" fmla="*/ 65 h 154"/>
                    <a:gd name="T20" fmla="*/ 110 w 128"/>
                    <a:gd name="T21" fmla="*/ 74 h 154"/>
                    <a:gd name="T22" fmla="*/ 101 w 128"/>
                    <a:gd name="T23" fmla="*/ 87 h 154"/>
                    <a:gd name="T24" fmla="*/ 111 w 128"/>
                    <a:gd name="T25" fmla="*/ 98 h 154"/>
                    <a:gd name="T26" fmla="*/ 92 w 128"/>
                    <a:gd name="T27" fmla="*/ 104 h 154"/>
                    <a:gd name="T28" fmla="*/ 86 w 128"/>
                    <a:gd name="T29" fmla="*/ 116 h 154"/>
                    <a:gd name="T30" fmla="*/ 124 w 128"/>
                    <a:gd name="T31" fmla="*/ 112 h 154"/>
                    <a:gd name="T32" fmla="*/ 120 w 128"/>
                    <a:gd name="T33" fmla="*/ 122 h 154"/>
                    <a:gd name="T34" fmla="*/ 111 w 128"/>
                    <a:gd name="T35" fmla="*/ 144 h 154"/>
                    <a:gd name="T36" fmla="*/ 105 w 128"/>
                    <a:gd name="T37" fmla="*/ 153 h 154"/>
                    <a:gd name="T38" fmla="*/ 55 w 128"/>
                    <a:gd name="T39" fmla="*/ 129 h 154"/>
                    <a:gd name="T40" fmla="*/ 53 w 128"/>
                    <a:gd name="T41" fmla="*/ 121 h 154"/>
                    <a:gd name="T42" fmla="*/ 61 w 128"/>
                    <a:gd name="T43" fmla="*/ 125 h 154"/>
                    <a:gd name="T44" fmla="*/ 94 w 128"/>
                    <a:gd name="T45" fmla="*/ 140 h 154"/>
                    <a:gd name="T46" fmla="*/ 85 w 128"/>
                    <a:gd name="T47" fmla="*/ 127 h 154"/>
                    <a:gd name="T48" fmla="*/ 71 w 128"/>
                    <a:gd name="T49" fmla="*/ 108 h 154"/>
                    <a:gd name="T50" fmla="*/ 52 w 128"/>
                    <a:gd name="T51" fmla="*/ 113 h 154"/>
                    <a:gd name="T52" fmla="*/ 38 w 128"/>
                    <a:gd name="T53" fmla="*/ 97 h 154"/>
                    <a:gd name="T54" fmla="*/ 51 w 128"/>
                    <a:gd name="T55" fmla="*/ 97 h 154"/>
                    <a:gd name="T56" fmla="*/ 34 w 128"/>
                    <a:gd name="T57" fmla="*/ 93 h 154"/>
                    <a:gd name="T58" fmla="*/ 35 w 128"/>
                    <a:gd name="T59" fmla="*/ 105 h 154"/>
                    <a:gd name="T60" fmla="*/ 26 w 128"/>
                    <a:gd name="T61" fmla="*/ 154 h 154"/>
                    <a:gd name="T62" fmla="*/ 20 w 128"/>
                    <a:gd name="T63" fmla="*/ 118 h 154"/>
                    <a:gd name="T64" fmla="*/ 0 w 128"/>
                    <a:gd name="T65" fmla="*/ 103 h 154"/>
                    <a:gd name="T66" fmla="*/ 19 w 128"/>
                    <a:gd name="T67" fmla="*/ 72 h 154"/>
                    <a:gd name="T68" fmla="*/ 25 w 128"/>
                    <a:gd name="T69" fmla="*/ 51 h 154"/>
                    <a:gd name="T70" fmla="*/ 39 w 128"/>
                    <a:gd name="T71" fmla="*/ 14 h 154"/>
                    <a:gd name="T72" fmla="*/ 51 w 128"/>
                    <a:gd name="T73" fmla="*/ 24 h 154"/>
                    <a:gd name="T74" fmla="*/ 39 w 128"/>
                    <a:gd name="T75" fmla="*/ 44 h 154"/>
                    <a:gd name="T76" fmla="*/ 48 w 128"/>
                    <a:gd name="T77" fmla="*/ 73 h 154"/>
                    <a:gd name="T78" fmla="*/ 81 w 128"/>
                    <a:gd name="T79" fmla="*/ 90 h 154"/>
                    <a:gd name="T80" fmla="*/ 92 w 128"/>
                    <a:gd name="T81" fmla="*/ 71 h 154"/>
                    <a:gd name="T82" fmla="*/ 81 w 128"/>
                    <a:gd name="T83" fmla="*/ 80 h 154"/>
                    <a:gd name="T84" fmla="*/ 76 w 128"/>
                    <a:gd name="T85" fmla="*/ 73 h 154"/>
                    <a:gd name="T86" fmla="*/ 67 w 128"/>
                    <a:gd name="T87" fmla="*/ 79 h 154"/>
                    <a:gd name="T88" fmla="*/ 76 w 128"/>
                    <a:gd name="T89" fmla="*/ 73 h 154"/>
                    <a:gd name="T90" fmla="*/ 56 w 128"/>
                    <a:gd name="T91" fmla="*/ 88 h 154"/>
                    <a:gd name="T92" fmla="*/ 63 w 128"/>
                    <a:gd name="T93" fmla="*/ 81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28" h="154">
                      <a:moveTo>
                        <a:pt x="48" y="73"/>
                      </a:moveTo>
                      <a:cubicBezTo>
                        <a:pt x="50" y="74"/>
                        <a:pt x="52" y="75"/>
                        <a:pt x="54" y="76"/>
                      </a:cubicBezTo>
                      <a:cubicBezTo>
                        <a:pt x="57" y="74"/>
                        <a:pt x="60" y="72"/>
                        <a:pt x="63" y="70"/>
                      </a:cubicBezTo>
                      <a:cubicBezTo>
                        <a:pt x="58" y="63"/>
                        <a:pt x="65" y="59"/>
                        <a:pt x="66" y="53"/>
                      </a:cubicBezTo>
                      <a:cubicBezTo>
                        <a:pt x="63" y="53"/>
                        <a:pt x="59" y="53"/>
                        <a:pt x="56" y="52"/>
                      </a:cubicBezTo>
                      <a:cubicBezTo>
                        <a:pt x="54" y="51"/>
                        <a:pt x="51" y="49"/>
                        <a:pt x="49" y="47"/>
                      </a:cubicBezTo>
                      <a:cubicBezTo>
                        <a:pt x="49" y="46"/>
                        <a:pt x="50" y="46"/>
                        <a:pt x="50" y="46"/>
                      </a:cubicBezTo>
                      <a:cubicBezTo>
                        <a:pt x="55" y="45"/>
                        <a:pt x="59" y="45"/>
                        <a:pt x="64" y="44"/>
                      </a:cubicBezTo>
                      <a:cubicBezTo>
                        <a:pt x="68" y="44"/>
                        <a:pt x="70" y="42"/>
                        <a:pt x="71" y="38"/>
                      </a:cubicBezTo>
                      <a:cubicBezTo>
                        <a:pt x="75" y="27"/>
                        <a:pt x="79" y="16"/>
                        <a:pt x="83" y="6"/>
                      </a:cubicBezTo>
                      <a:cubicBezTo>
                        <a:pt x="84" y="3"/>
                        <a:pt x="84" y="0"/>
                        <a:pt x="88" y="2"/>
                      </a:cubicBezTo>
                      <a:cubicBezTo>
                        <a:pt x="92" y="4"/>
                        <a:pt x="94" y="9"/>
                        <a:pt x="91" y="11"/>
                      </a:cubicBezTo>
                      <a:cubicBezTo>
                        <a:pt x="83" y="19"/>
                        <a:pt x="83" y="30"/>
                        <a:pt x="80" y="41"/>
                      </a:cubicBezTo>
                      <a:cubicBezTo>
                        <a:pt x="85" y="39"/>
                        <a:pt x="91" y="37"/>
                        <a:pt x="96" y="36"/>
                      </a:cubicBezTo>
                      <a:cubicBezTo>
                        <a:pt x="98" y="35"/>
                        <a:pt x="101" y="35"/>
                        <a:pt x="102" y="36"/>
                      </a:cubicBezTo>
                      <a:cubicBezTo>
                        <a:pt x="104" y="37"/>
                        <a:pt x="106" y="39"/>
                        <a:pt x="106" y="41"/>
                      </a:cubicBezTo>
                      <a:cubicBezTo>
                        <a:pt x="106" y="42"/>
                        <a:pt x="105" y="44"/>
                        <a:pt x="103" y="44"/>
                      </a:cubicBezTo>
                      <a:cubicBezTo>
                        <a:pt x="96" y="46"/>
                        <a:pt x="89" y="48"/>
                        <a:pt x="82" y="50"/>
                      </a:cubicBezTo>
                      <a:cubicBezTo>
                        <a:pt x="78" y="50"/>
                        <a:pt x="77" y="51"/>
                        <a:pt x="76" y="54"/>
                      </a:cubicBezTo>
                      <a:cubicBezTo>
                        <a:pt x="74" y="58"/>
                        <a:pt x="73" y="61"/>
                        <a:pt x="71" y="65"/>
                      </a:cubicBezTo>
                      <a:cubicBezTo>
                        <a:pt x="82" y="63"/>
                        <a:pt x="92" y="62"/>
                        <a:pt x="102" y="66"/>
                      </a:cubicBezTo>
                      <a:cubicBezTo>
                        <a:pt x="106" y="67"/>
                        <a:pt x="110" y="69"/>
                        <a:pt x="110" y="74"/>
                      </a:cubicBezTo>
                      <a:cubicBezTo>
                        <a:pt x="111" y="79"/>
                        <a:pt x="109" y="83"/>
                        <a:pt x="104" y="85"/>
                      </a:cubicBezTo>
                      <a:cubicBezTo>
                        <a:pt x="103" y="85"/>
                        <a:pt x="102" y="86"/>
                        <a:pt x="101" y="87"/>
                      </a:cubicBezTo>
                      <a:cubicBezTo>
                        <a:pt x="103" y="88"/>
                        <a:pt x="105" y="88"/>
                        <a:pt x="106" y="89"/>
                      </a:cubicBezTo>
                      <a:cubicBezTo>
                        <a:pt x="110" y="91"/>
                        <a:pt x="112" y="94"/>
                        <a:pt x="111" y="98"/>
                      </a:cubicBezTo>
                      <a:cubicBezTo>
                        <a:pt x="110" y="102"/>
                        <a:pt x="107" y="103"/>
                        <a:pt x="104" y="103"/>
                      </a:cubicBezTo>
                      <a:cubicBezTo>
                        <a:pt x="100" y="103"/>
                        <a:pt x="96" y="104"/>
                        <a:pt x="92" y="104"/>
                      </a:cubicBezTo>
                      <a:cubicBezTo>
                        <a:pt x="86" y="105"/>
                        <a:pt x="81" y="111"/>
                        <a:pt x="82" y="117"/>
                      </a:cubicBezTo>
                      <a:cubicBezTo>
                        <a:pt x="83" y="117"/>
                        <a:pt x="85" y="117"/>
                        <a:pt x="86" y="116"/>
                      </a:cubicBezTo>
                      <a:cubicBezTo>
                        <a:pt x="95" y="111"/>
                        <a:pt x="104" y="109"/>
                        <a:pt x="114" y="109"/>
                      </a:cubicBezTo>
                      <a:cubicBezTo>
                        <a:pt x="118" y="110"/>
                        <a:pt x="121" y="111"/>
                        <a:pt x="124" y="112"/>
                      </a:cubicBezTo>
                      <a:cubicBezTo>
                        <a:pt x="128" y="114"/>
                        <a:pt x="128" y="117"/>
                        <a:pt x="126" y="120"/>
                      </a:cubicBezTo>
                      <a:cubicBezTo>
                        <a:pt x="125" y="123"/>
                        <a:pt x="122" y="123"/>
                        <a:pt x="120" y="122"/>
                      </a:cubicBezTo>
                      <a:cubicBezTo>
                        <a:pt x="111" y="118"/>
                        <a:pt x="104" y="120"/>
                        <a:pt x="97" y="123"/>
                      </a:cubicBezTo>
                      <a:cubicBezTo>
                        <a:pt x="101" y="130"/>
                        <a:pt x="106" y="137"/>
                        <a:pt x="111" y="144"/>
                      </a:cubicBezTo>
                      <a:cubicBezTo>
                        <a:pt x="112" y="146"/>
                        <a:pt x="112" y="150"/>
                        <a:pt x="111" y="152"/>
                      </a:cubicBezTo>
                      <a:cubicBezTo>
                        <a:pt x="111" y="153"/>
                        <a:pt x="107" y="153"/>
                        <a:pt x="105" y="153"/>
                      </a:cubicBezTo>
                      <a:cubicBezTo>
                        <a:pt x="91" y="150"/>
                        <a:pt x="77" y="146"/>
                        <a:pt x="66" y="138"/>
                      </a:cubicBezTo>
                      <a:cubicBezTo>
                        <a:pt x="62" y="135"/>
                        <a:pt x="59" y="132"/>
                        <a:pt x="55" y="129"/>
                      </a:cubicBezTo>
                      <a:cubicBezTo>
                        <a:pt x="54" y="128"/>
                        <a:pt x="53" y="127"/>
                        <a:pt x="53" y="126"/>
                      </a:cubicBezTo>
                      <a:cubicBezTo>
                        <a:pt x="53" y="124"/>
                        <a:pt x="53" y="122"/>
                        <a:pt x="53" y="121"/>
                      </a:cubicBezTo>
                      <a:cubicBezTo>
                        <a:pt x="55" y="121"/>
                        <a:pt x="57" y="121"/>
                        <a:pt x="58" y="121"/>
                      </a:cubicBezTo>
                      <a:cubicBezTo>
                        <a:pt x="59" y="122"/>
                        <a:pt x="60" y="123"/>
                        <a:pt x="61" y="125"/>
                      </a:cubicBezTo>
                      <a:cubicBezTo>
                        <a:pt x="70" y="134"/>
                        <a:pt x="80" y="139"/>
                        <a:pt x="92" y="140"/>
                      </a:cubicBezTo>
                      <a:cubicBezTo>
                        <a:pt x="93" y="140"/>
                        <a:pt x="93" y="140"/>
                        <a:pt x="94" y="140"/>
                      </a:cubicBezTo>
                      <a:cubicBezTo>
                        <a:pt x="92" y="136"/>
                        <a:pt x="90" y="132"/>
                        <a:pt x="88" y="128"/>
                      </a:cubicBezTo>
                      <a:cubicBezTo>
                        <a:pt x="88" y="128"/>
                        <a:pt x="86" y="127"/>
                        <a:pt x="85" y="127"/>
                      </a:cubicBezTo>
                      <a:cubicBezTo>
                        <a:pt x="71" y="126"/>
                        <a:pt x="70" y="124"/>
                        <a:pt x="71" y="111"/>
                      </a:cubicBezTo>
                      <a:cubicBezTo>
                        <a:pt x="71" y="110"/>
                        <a:pt x="71" y="109"/>
                        <a:pt x="71" y="108"/>
                      </a:cubicBezTo>
                      <a:cubicBezTo>
                        <a:pt x="68" y="109"/>
                        <a:pt x="65" y="109"/>
                        <a:pt x="62" y="110"/>
                      </a:cubicBezTo>
                      <a:cubicBezTo>
                        <a:pt x="59" y="111"/>
                        <a:pt x="55" y="112"/>
                        <a:pt x="52" y="113"/>
                      </a:cubicBezTo>
                      <a:cubicBezTo>
                        <a:pt x="48" y="114"/>
                        <a:pt x="44" y="115"/>
                        <a:pt x="41" y="111"/>
                      </a:cubicBezTo>
                      <a:cubicBezTo>
                        <a:pt x="37" y="107"/>
                        <a:pt x="37" y="102"/>
                        <a:pt x="38" y="97"/>
                      </a:cubicBezTo>
                      <a:cubicBezTo>
                        <a:pt x="38" y="96"/>
                        <a:pt x="40" y="96"/>
                        <a:pt x="42" y="96"/>
                      </a:cubicBezTo>
                      <a:cubicBezTo>
                        <a:pt x="45" y="96"/>
                        <a:pt x="48" y="96"/>
                        <a:pt x="51" y="97"/>
                      </a:cubicBezTo>
                      <a:cubicBezTo>
                        <a:pt x="48" y="90"/>
                        <a:pt x="46" y="84"/>
                        <a:pt x="43" y="78"/>
                      </a:cubicBezTo>
                      <a:cubicBezTo>
                        <a:pt x="40" y="83"/>
                        <a:pt x="37" y="88"/>
                        <a:pt x="34" y="93"/>
                      </a:cubicBezTo>
                      <a:cubicBezTo>
                        <a:pt x="33" y="94"/>
                        <a:pt x="33" y="96"/>
                        <a:pt x="34" y="98"/>
                      </a:cubicBezTo>
                      <a:cubicBezTo>
                        <a:pt x="34" y="100"/>
                        <a:pt x="35" y="103"/>
                        <a:pt x="35" y="105"/>
                      </a:cubicBezTo>
                      <a:cubicBezTo>
                        <a:pt x="32" y="121"/>
                        <a:pt x="29" y="136"/>
                        <a:pt x="27" y="151"/>
                      </a:cubicBezTo>
                      <a:cubicBezTo>
                        <a:pt x="26" y="152"/>
                        <a:pt x="26" y="153"/>
                        <a:pt x="26" y="154"/>
                      </a:cubicBezTo>
                      <a:cubicBezTo>
                        <a:pt x="17" y="153"/>
                        <a:pt x="14" y="149"/>
                        <a:pt x="15" y="141"/>
                      </a:cubicBezTo>
                      <a:cubicBezTo>
                        <a:pt x="17" y="134"/>
                        <a:pt x="18" y="126"/>
                        <a:pt x="20" y="118"/>
                      </a:cubicBezTo>
                      <a:cubicBezTo>
                        <a:pt x="15" y="123"/>
                        <a:pt x="12" y="122"/>
                        <a:pt x="7" y="118"/>
                      </a:cubicBezTo>
                      <a:cubicBezTo>
                        <a:pt x="3" y="114"/>
                        <a:pt x="0" y="109"/>
                        <a:pt x="0" y="103"/>
                      </a:cubicBezTo>
                      <a:cubicBezTo>
                        <a:pt x="0" y="102"/>
                        <a:pt x="1" y="101"/>
                        <a:pt x="1" y="100"/>
                      </a:cubicBezTo>
                      <a:cubicBezTo>
                        <a:pt x="7" y="91"/>
                        <a:pt x="14" y="82"/>
                        <a:pt x="19" y="72"/>
                      </a:cubicBezTo>
                      <a:cubicBezTo>
                        <a:pt x="22" y="67"/>
                        <a:pt x="24" y="61"/>
                        <a:pt x="26" y="55"/>
                      </a:cubicBezTo>
                      <a:cubicBezTo>
                        <a:pt x="27" y="54"/>
                        <a:pt x="25" y="53"/>
                        <a:pt x="25" y="51"/>
                      </a:cubicBezTo>
                      <a:cubicBezTo>
                        <a:pt x="18" y="43"/>
                        <a:pt x="18" y="39"/>
                        <a:pt x="23" y="30"/>
                      </a:cubicBezTo>
                      <a:cubicBezTo>
                        <a:pt x="27" y="23"/>
                        <a:pt x="32" y="17"/>
                        <a:pt x="39" y="14"/>
                      </a:cubicBezTo>
                      <a:cubicBezTo>
                        <a:pt x="45" y="11"/>
                        <a:pt x="50" y="12"/>
                        <a:pt x="53" y="16"/>
                      </a:cubicBezTo>
                      <a:cubicBezTo>
                        <a:pt x="56" y="20"/>
                        <a:pt x="56" y="22"/>
                        <a:pt x="51" y="24"/>
                      </a:cubicBezTo>
                      <a:cubicBezTo>
                        <a:pt x="44" y="26"/>
                        <a:pt x="41" y="31"/>
                        <a:pt x="37" y="36"/>
                      </a:cubicBezTo>
                      <a:cubicBezTo>
                        <a:pt x="36" y="39"/>
                        <a:pt x="36" y="42"/>
                        <a:pt x="39" y="44"/>
                      </a:cubicBezTo>
                      <a:cubicBezTo>
                        <a:pt x="41" y="45"/>
                        <a:pt x="42" y="47"/>
                        <a:pt x="43" y="48"/>
                      </a:cubicBezTo>
                      <a:cubicBezTo>
                        <a:pt x="52" y="58"/>
                        <a:pt x="54" y="62"/>
                        <a:pt x="48" y="73"/>
                      </a:cubicBezTo>
                      <a:close/>
                      <a:moveTo>
                        <a:pt x="79" y="89"/>
                      </a:moveTo>
                      <a:cubicBezTo>
                        <a:pt x="80" y="89"/>
                        <a:pt x="80" y="90"/>
                        <a:pt x="81" y="90"/>
                      </a:cubicBezTo>
                      <a:cubicBezTo>
                        <a:pt x="85" y="86"/>
                        <a:pt x="90" y="81"/>
                        <a:pt x="95" y="76"/>
                      </a:cubicBezTo>
                      <a:cubicBezTo>
                        <a:pt x="97" y="73"/>
                        <a:pt x="95" y="71"/>
                        <a:pt x="92" y="71"/>
                      </a:cubicBezTo>
                      <a:cubicBezTo>
                        <a:pt x="88" y="71"/>
                        <a:pt x="85" y="71"/>
                        <a:pt x="81" y="71"/>
                      </a:cubicBezTo>
                      <a:cubicBezTo>
                        <a:pt x="81" y="75"/>
                        <a:pt x="81" y="77"/>
                        <a:pt x="81" y="80"/>
                      </a:cubicBezTo>
                      <a:cubicBezTo>
                        <a:pt x="81" y="83"/>
                        <a:pt x="80" y="86"/>
                        <a:pt x="79" y="89"/>
                      </a:cubicBezTo>
                      <a:close/>
                      <a:moveTo>
                        <a:pt x="76" y="73"/>
                      </a:moveTo>
                      <a:cubicBezTo>
                        <a:pt x="73" y="74"/>
                        <a:pt x="71" y="75"/>
                        <a:pt x="69" y="77"/>
                      </a:cubicBezTo>
                      <a:cubicBezTo>
                        <a:pt x="68" y="77"/>
                        <a:pt x="67" y="78"/>
                        <a:pt x="67" y="79"/>
                      </a:cubicBezTo>
                      <a:cubicBezTo>
                        <a:pt x="67" y="84"/>
                        <a:pt x="68" y="88"/>
                        <a:pt x="68" y="92"/>
                      </a:cubicBezTo>
                      <a:cubicBezTo>
                        <a:pt x="74" y="91"/>
                        <a:pt x="77" y="83"/>
                        <a:pt x="76" y="73"/>
                      </a:cubicBezTo>
                      <a:close/>
                      <a:moveTo>
                        <a:pt x="63" y="81"/>
                      </a:moveTo>
                      <a:cubicBezTo>
                        <a:pt x="55" y="84"/>
                        <a:pt x="54" y="85"/>
                        <a:pt x="56" y="88"/>
                      </a:cubicBezTo>
                      <a:cubicBezTo>
                        <a:pt x="58" y="94"/>
                        <a:pt x="60" y="95"/>
                        <a:pt x="65" y="93"/>
                      </a:cubicBezTo>
                      <a:cubicBezTo>
                        <a:pt x="64" y="89"/>
                        <a:pt x="63" y="85"/>
                        <a:pt x="63" y="8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7" name="Freeform 14">
                  <a:extLst>
                    <a:ext uri="{FF2B5EF4-FFF2-40B4-BE49-F238E27FC236}">
                      <a16:creationId xmlns:a16="http://schemas.microsoft.com/office/drawing/2014/main" id="{EDF1A89C-87D3-4066-B020-1AF4B9A41344}"/>
                    </a:ext>
                  </a:extLst>
                </p:cNvPr>
                <p:cNvSpPr>
                  <a:spLocks/>
                </p:cNvSpPr>
                <p:nvPr/>
              </p:nvSpPr>
              <p:spPr bwMode="auto">
                <a:xfrm>
                  <a:off x="6259513" y="2578101"/>
                  <a:ext cx="68263" cy="182563"/>
                </a:xfrm>
                <a:custGeom>
                  <a:avLst/>
                  <a:gdLst>
                    <a:gd name="T0" fmla="*/ 9 w 16"/>
                    <a:gd name="T1" fmla="*/ 0 h 43"/>
                    <a:gd name="T2" fmla="*/ 15 w 16"/>
                    <a:gd name="T3" fmla="*/ 11 h 43"/>
                    <a:gd name="T4" fmla="*/ 9 w 16"/>
                    <a:gd name="T5" fmla="*/ 43 h 43"/>
                    <a:gd name="T6" fmla="*/ 2 w 16"/>
                    <a:gd name="T7" fmla="*/ 39 h 43"/>
                    <a:gd name="T8" fmla="*/ 0 w 16"/>
                    <a:gd name="T9" fmla="*/ 35 h 43"/>
                    <a:gd name="T10" fmla="*/ 9 w 16"/>
                    <a:gd name="T11" fmla="*/ 0 h 43"/>
                  </a:gdLst>
                  <a:ahLst/>
                  <a:cxnLst>
                    <a:cxn ang="0">
                      <a:pos x="T0" y="T1"/>
                    </a:cxn>
                    <a:cxn ang="0">
                      <a:pos x="T2" y="T3"/>
                    </a:cxn>
                    <a:cxn ang="0">
                      <a:pos x="T4" y="T5"/>
                    </a:cxn>
                    <a:cxn ang="0">
                      <a:pos x="T6" y="T7"/>
                    </a:cxn>
                    <a:cxn ang="0">
                      <a:pos x="T8" y="T9"/>
                    </a:cxn>
                    <a:cxn ang="0">
                      <a:pos x="T10" y="T11"/>
                    </a:cxn>
                  </a:cxnLst>
                  <a:rect l="0" t="0" r="r" b="b"/>
                  <a:pathLst>
                    <a:path w="16" h="43">
                      <a:moveTo>
                        <a:pt x="9" y="0"/>
                      </a:moveTo>
                      <a:cubicBezTo>
                        <a:pt x="15" y="3"/>
                        <a:pt x="16" y="6"/>
                        <a:pt x="15" y="11"/>
                      </a:cubicBezTo>
                      <a:cubicBezTo>
                        <a:pt x="12" y="21"/>
                        <a:pt x="11" y="32"/>
                        <a:pt x="9" y="43"/>
                      </a:cubicBezTo>
                      <a:cubicBezTo>
                        <a:pt x="6" y="41"/>
                        <a:pt x="4" y="40"/>
                        <a:pt x="2" y="39"/>
                      </a:cubicBezTo>
                      <a:cubicBezTo>
                        <a:pt x="1" y="38"/>
                        <a:pt x="0" y="37"/>
                        <a:pt x="0" y="35"/>
                      </a:cubicBezTo>
                      <a:cubicBezTo>
                        <a:pt x="3" y="24"/>
                        <a:pt x="6" y="12"/>
                        <a:pt x="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20" name="组合 19">
                <a:extLst>
                  <a:ext uri="{FF2B5EF4-FFF2-40B4-BE49-F238E27FC236}">
                    <a16:creationId xmlns:a16="http://schemas.microsoft.com/office/drawing/2014/main" id="{CD1C2EA2-DECB-4C4E-997D-8417E76BE944}"/>
                  </a:ext>
                </a:extLst>
              </p:cNvPr>
              <p:cNvGrpSpPr/>
              <p:nvPr/>
            </p:nvGrpSpPr>
            <p:grpSpPr>
              <a:xfrm>
                <a:off x="7532962" y="2451100"/>
                <a:ext cx="368300" cy="317500"/>
                <a:chOff x="6186488" y="2930526"/>
                <a:chExt cx="368300" cy="317500"/>
              </a:xfrm>
              <a:grpFill/>
            </p:grpSpPr>
            <p:sp>
              <p:nvSpPr>
                <p:cNvPr id="23" name="Freeform 18">
                  <a:extLst>
                    <a:ext uri="{FF2B5EF4-FFF2-40B4-BE49-F238E27FC236}">
                      <a16:creationId xmlns:a16="http://schemas.microsoft.com/office/drawing/2014/main" id="{58E0037C-7932-4788-ADA9-47256329EEB7}"/>
                    </a:ext>
                  </a:extLst>
                </p:cNvPr>
                <p:cNvSpPr>
                  <a:spLocks/>
                </p:cNvSpPr>
                <p:nvPr/>
              </p:nvSpPr>
              <p:spPr bwMode="auto">
                <a:xfrm>
                  <a:off x="6310313" y="2930526"/>
                  <a:ext cx="244475" cy="317500"/>
                </a:xfrm>
                <a:custGeom>
                  <a:avLst/>
                  <a:gdLst>
                    <a:gd name="T0" fmla="*/ 49 w 57"/>
                    <a:gd name="T1" fmla="*/ 74 h 75"/>
                    <a:gd name="T2" fmla="*/ 40 w 57"/>
                    <a:gd name="T3" fmla="*/ 67 h 75"/>
                    <a:gd name="T4" fmla="*/ 33 w 57"/>
                    <a:gd name="T5" fmla="*/ 48 h 75"/>
                    <a:gd name="T6" fmla="*/ 27 w 57"/>
                    <a:gd name="T7" fmla="*/ 46 h 75"/>
                    <a:gd name="T8" fmla="*/ 11 w 57"/>
                    <a:gd name="T9" fmla="*/ 60 h 75"/>
                    <a:gd name="T10" fmla="*/ 5 w 57"/>
                    <a:gd name="T11" fmla="*/ 60 h 75"/>
                    <a:gd name="T12" fmla="*/ 6 w 57"/>
                    <a:gd name="T13" fmla="*/ 46 h 75"/>
                    <a:gd name="T14" fmla="*/ 27 w 57"/>
                    <a:gd name="T15" fmla="*/ 26 h 75"/>
                    <a:gd name="T16" fmla="*/ 40 w 57"/>
                    <a:gd name="T17" fmla="*/ 10 h 75"/>
                    <a:gd name="T18" fmla="*/ 41 w 57"/>
                    <a:gd name="T19" fmla="*/ 6 h 75"/>
                    <a:gd name="T20" fmla="*/ 45 w 57"/>
                    <a:gd name="T21" fmla="*/ 0 h 75"/>
                    <a:gd name="T22" fmla="*/ 53 w 57"/>
                    <a:gd name="T23" fmla="*/ 3 h 75"/>
                    <a:gd name="T24" fmla="*/ 53 w 57"/>
                    <a:gd name="T25" fmla="*/ 20 h 75"/>
                    <a:gd name="T26" fmla="*/ 37 w 57"/>
                    <a:gd name="T27" fmla="*/ 38 h 75"/>
                    <a:gd name="T28" fmla="*/ 49 w 57"/>
                    <a:gd name="T29" fmla="*/ 74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7" h="75">
                      <a:moveTo>
                        <a:pt x="49" y="74"/>
                      </a:moveTo>
                      <a:cubicBezTo>
                        <a:pt x="43" y="75"/>
                        <a:pt x="41" y="72"/>
                        <a:pt x="40" y="67"/>
                      </a:cubicBezTo>
                      <a:cubicBezTo>
                        <a:pt x="38" y="61"/>
                        <a:pt x="35" y="54"/>
                        <a:pt x="33" y="48"/>
                      </a:cubicBezTo>
                      <a:cubicBezTo>
                        <a:pt x="32" y="45"/>
                        <a:pt x="30" y="44"/>
                        <a:pt x="27" y="46"/>
                      </a:cubicBezTo>
                      <a:cubicBezTo>
                        <a:pt x="22" y="51"/>
                        <a:pt x="16" y="55"/>
                        <a:pt x="11" y="60"/>
                      </a:cubicBezTo>
                      <a:cubicBezTo>
                        <a:pt x="8" y="63"/>
                        <a:pt x="7" y="62"/>
                        <a:pt x="5" y="60"/>
                      </a:cubicBezTo>
                      <a:cubicBezTo>
                        <a:pt x="0" y="54"/>
                        <a:pt x="0" y="51"/>
                        <a:pt x="6" y="46"/>
                      </a:cubicBezTo>
                      <a:cubicBezTo>
                        <a:pt x="13" y="39"/>
                        <a:pt x="20" y="33"/>
                        <a:pt x="27" y="26"/>
                      </a:cubicBezTo>
                      <a:cubicBezTo>
                        <a:pt x="32" y="21"/>
                        <a:pt x="36" y="15"/>
                        <a:pt x="40" y="10"/>
                      </a:cubicBezTo>
                      <a:cubicBezTo>
                        <a:pt x="40" y="9"/>
                        <a:pt x="41" y="7"/>
                        <a:pt x="41" y="6"/>
                      </a:cubicBezTo>
                      <a:cubicBezTo>
                        <a:pt x="40" y="3"/>
                        <a:pt x="42" y="0"/>
                        <a:pt x="45" y="0"/>
                      </a:cubicBezTo>
                      <a:cubicBezTo>
                        <a:pt x="48" y="0"/>
                        <a:pt x="51" y="1"/>
                        <a:pt x="53" y="3"/>
                      </a:cubicBezTo>
                      <a:cubicBezTo>
                        <a:pt x="57" y="6"/>
                        <a:pt x="57" y="16"/>
                        <a:pt x="53" y="20"/>
                      </a:cubicBezTo>
                      <a:cubicBezTo>
                        <a:pt x="48" y="26"/>
                        <a:pt x="42" y="32"/>
                        <a:pt x="37" y="38"/>
                      </a:cubicBezTo>
                      <a:cubicBezTo>
                        <a:pt x="44" y="49"/>
                        <a:pt x="49" y="61"/>
                        <a:pt x="49" y="7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4" name="Freeform 19">
                  <a:extLst>
                    <a:ext uri="{FF2B5EF4-FFF2-40B4-BE49-F238E27FC236}">
                      <a16:creationId xmlns:a16="http://schemas.microsoft.com/office/drawing/2014/main" id="{B78F413E-1D51-491F-A6EC-02810949F837}"/>
                    </a:ext>
                  </a:extLst>
                </p:cNvPr>
                <p:cNvSpPr>
                  <a:spLocks/>
                </p:cNvSpPr>
                <p:nvPr/>
              </p:nvSpPr>
              <p:spPr bwMode="auto">
                <a:xfrm>
                  <a:off x="6186488" y="3009901"/>
                  <a:ext cx="123825" cy="234950"/>
                </a:xfrm>
                <a:custGeom>
                  <a:avLst/>
                  <a:gdLst>
                    <a:gd name="T0" fmla="*/ 12 w 29"/>
                    <a:gd name="T1" fmla="*/ 30 h 55"/>
                    <a:gd name="T2" fmla="*/ 20 w 29"/>
                    <a:gd name="T3" fmla="*/ 7 h 55"/>
                    <a:gd name="T4" fmla="*/ 25 w 29"/>
                    <a:gd name="T5" fmla="*/ 1 h 55"/>
                    <a:gd name="T6" fmla="*/ 26 w 29"/>
                    <a:gd name="T7" fmla="*/ 9 h 55"/>
                    <a:gd name="T8" fmla="*/ 16 w 29"/>
                    <a:gd name="T9" fmla="*/ 39 h 55"/>
                    <a:gd name="T10" fmla="*/ 13 w 29"/>
                    <a:gd name="T11" fmla="*/ 52 h 55"/>
                    <a:gd name="T12" fmla="*/ 7 w 29"/>
                    <a:gd name="T13" fmla="*/ 54 h 55"/>
                    <a:gd name="T14" fmla="*/ 2 w 29"/>
                    <a:gd name="T15" fmla="*/ 41 h 55"/>
                    <a:gd name="T16" fmla="*/ 3 w 29"/>
                    <a:gd name="T17" fmla="*/ 32 h 55"/>
                    <a:gd name="T18" fmla="*/ 2 w 29"/>
                    <a:gd name="T19" fmla="*/ 6 h 55"/>
                    <a:gd name="T20" fmla="*/ 6 w 29"/>
                    <a:gd name="T21" fmla="*/ 5 h 55"/>
                    <a:gd name="T22" fmla="*/ 10 w 29"/>
                    <a:gd name="T23" fmla="*/ 14 h 55"/>
                    <a:gd name="T24" fmla="*/ 11 w 29"/>
                    <a:gd name="T25" fmla="*/ 30 h 55"/>
                    <a:gd name="T26" fmla="*/ 12 w 29"/>
                    <a:gd name="T27" fmla="*/ 3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55">
                      <a:moveTo>
                        <a:pt x="12" y="30"/>
                      </a:moveTo>
                      <a:cubicBezTo>
                        <a:pt x="15" y="23"/>
                        <a:pt x="17" y="15"/>
                        <a:pt x="20" y="7"/>
                      </a:cubicBezTo>
                      <a:cubicBezTo>
                        <a:pt x="21" y="5"/>
                        <a:pt x="21" y="0"/>
                        <a:pt x="25" y="1"/>
                      </a:cubicBezTo>
                      <a:cubicBezTo>
                        <a:pt x="29" y="2"/>
                        <a:pt x="27" y="6"/>
                        <a:pt x="26" y="9"/>
                      </a:cubicBezTo>
                      <a:cubicBezTo>
                        <a:pt x="23" y="19"/>
                        <a:pt x="19" y="29"/>
                        <a:pt x="16" y="39"/>
                      </a:cubicBezTo>
                      <a:cubicBezTo>
                        <a:pt x="15" y="43"/>
                        <a:pt x="14" y="48"/>
                        <a:pt x="13" y="52"/>
                      </a:cubicBezTo>
                      <a:cubicBezTo>
                        <a:pt x="12" y="55"/>
                        <a:pt x="10" y="55"/>
                        <a:pt x="7" y="54"/>
                      </a:cubicBezTo>
                      <a:cubicBezTo>
                        <a:pt x="1" y="50"/>
                        <a:pt x="0" y="49"/>
                        <a:pt x="2" y="41"/>
                      </a:cubicBezTo>
                      <a:cubicBezTo>
                        <a:pt x="3" y="38"/>
                        <a:pt x="3" y="35"/>
                        <a:pt x="3" y="32"/>
                      </a:cubicBezTo>
                      <a:cubicBezTo>
                        <a:pt x="3" y="23"/>
                        <a:pt x="2" y="15"/>
                        <a:pt x="2" y="6"/>
                      </a:cubicBezTo>
                      <a:cubicBezTo>
                        <a:pt x="2" y="3"/>
                        <a:pt x="5" y="3"/>
                        <a:pt x="6" y="5"/>
                      </a:cubicBezTo>
                      <a:cubicBezTo>
                        <a:pt x="8" y="7"/>
                        <a:pt x="10" y="11"/>
                        <a:pt x="10" y="14"/>
                      </a:cubicBezTo>
                      <a:cubicBezTo>
                        <a:pt x="11" y="19"/>
                        <a:pt x="11" y="25"/>
                        <a:pt x="11" y="30"/>
                      </a:cubicBezTo>
                      <a:cubicBezTo>
                        <a:pt x="11" y="30"/>
                        <a:pt x="12" y="30"/>
                        <a:pt x="12"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5" name="Freeform 20">
                  <a:extLst>
                    <a:ext uri="{FF2B5EF4-FFF2-40B4-BE49-F238E27FC236}">
                      <a16:creationId xmlns:a16="http://schemas.microsoft.com/office/drawing/2014/main" id="{28D425C4-CE02-4413-BBE1-2E9FA0CC0E90}"/>
                    </a:ext>
                  </a:extLst>
                </p:cNvPr>
                <p:cNvSpPr>
                  <a:spLocks/>
                </p:cNvSpPr>
                <p:nvPr/>
              </p:nvSpPr>
              <p:spPr bwMode="auto">
                <a:xfrm>
                  <a:off x="6259513" y="2933701"/>
                  <a:ext cx="114300" cy="73025"/>
                </a:xfrm>
                <a:custGeom>
                  <a:avLst/>
                  <a:gdLst>
                    <a:gd name="T0" fmla="*/ 27 w 27"/>
                    <a:gd name="T1" fmla="*/ 1 h 17"/>
                    <a:gd name="T2" fmla="*/ 16 w 27"/>
                    <a:gd name="T3" fmla="*/ 14 h 17"/>
                    <a:gd name="T4" fmla="*/ 5 w 27"/>
                    <a:gd name="T5" fmla="*/ 13 h 17"/>
                    <a:gd name="T6" fmla="*/ 0 w 27"/>
                    <a:gd name="T7" fmla="*/ 4 h 17"/>
                    <a:gd name="T8" fmla="*/ 9 w 27"/>
                    <a:gd name="T9" fmla="*/ 2 h 17"/>
                    <a:gd name="T10" fmla="*/ 27 w 27"/>
                    <a:gd name="T11" fmla="*/ 0 h 17"/>
                    <a:gd name="T12" fmla="*/ 27 w 27"/>
                    <a:gd name="T13" fmla="*/ 1 h 17"/>
                  </a:gdLst>
                  <a:ahLst/>
                  <a:cxnLst>
                    <a:cxn ang="0">
                      <a:pos x="T0" y="T1"/>
                    </a:cxn>
                    <a:cxn ang="0">
                      <a:pos x="T2" y="T3"/>
                    </a:cxn>
                    <a:cxn ang="0">
                      <a:pos x="T4" y="T5"/>
                    </a:cxn>
                    <a:cxn ang="0">
                      <a:pos x="T6" y="T7"/>
                    </a:cxn>
                    <a:cxn ang="0">
                      <a:pos x="T8" y="T9"/>
                    </a:cxn>
                    <a:cxn ang="0">
                      <a:pos x="T10" y="T11"/>
                    </a:cxn>
                    <a:cxn ang="0">
                      <a:pos x="T12" y="T13"/>
                    </a:cxn>
                  </a:cxnLst>
                  <a:rect l="0" t="0" r="r" b="b"/>
                  <a:pathLst>
                    <a:path w="27" h="17">
                      <a:moveTo>
                        <a:pt x="27" y="1"/>
                      </a:moveTo>
                      <a:cubicBezTo>
                        <a:pt x="24" y="6"/>
                        <a:pt x="20" y="10"/>
                        <a:pt x="16" y="14"/>
                      </a:cubicBezTo>
                      <a:cubicBezTo>
                        <a:pt x="14" y="17"/>
                        <a:pt x="8" y="16"/>
                        <a:pt x="5" y="13"/>
                      </a:cubicBezTo>
                      <a:cubicBezTo>
                        <a:pt x="3" y="10"/>
                        <a:pt x="1" y="7"/>
                        <a:pt x="0" y="4"/>
                      </a:cubicBezTo>
                      <a:cubicBezTo>
                        <a:pt x="3" y="3"/>
                        <a:pt x="6" y="2"/>
                        <a:pt x="9" y="2"/>
                      </a:cubicBezTo>
                      <a:cubicBezTo>
                        <a:pt x="15" y="1"/>
                        <a:pt x="21" y="1"/>
                        <a:pt x="27" y="0"/>
                      </a:cubicBezTo>
                      <a:cubicBezTo>
                        <a:pt x="27" y="1"/>
                        <a:pt x="27" y="1"/>
                        <a:pt x="2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sp>
            <p:nvSpPr>
              <p:cNvPr id="21" name="Freeform 11">
                <a:extLst>
                  <a:ext uri="{FF2B5EF4-FFF2-40B4-BE49-F238E27FC236}">
                    <a16:creationId xmlns:a16="http://schemas.microsoft.com/office/drawing/2014/main" id="{9E7CBDC3-9BA0-4307-8967-3267E5966ED9}"/>
                  </a:ext>
                </a:extLst>
              </p:cNvPr>
              <p:cNvSpPr>
                <a:spLocks noEditPoints="1"/>
              </p:cNvSpPr>
              <p:nvPr/>
            </p:nvSpPr>
            <p:spPr bwMode="auto">
              <a:xfrm>
                <a:off x="9065451" y="2270918"/>
                <a:ext cx="439964" cy="615950"/>
              </a:xfrm>
              <a:custGeom>
                <a:avLst/>
                <a:gdLst>
                  <a:gd name="T0" fmla="*/ 29 w 72"/>
                  <a:gd name="T1" fmla="*/ 49 h 102"/>
                  <a:gd name="T2" fmla="*/ 15 w 72"/>
                  <a:gd name="T3" fmla="*/ 43 h 102"/>
                  <a:gd name="T4" fmla="*/ 10 w 72"/>
                  <a:gd name="T5" fmla="*/ 21 h 102"/>
                  <a:gd name="T6" fmla="*/ 13 w 72"/>
                  <a:gd name="T7" fmla="*/ 15 h 102"/>
                  <a:gd name="T8" fmla="*/ 19 w 72"/>
                  <a:gd name="T9" fmla="*/ 18 h 102"/>
                  <a:gd name="T10" fmla="*/ 20 w 72"/>
                  <a:gd name="T11" fmla="*/ 26 h 102"/>
                  <a:gd name="T12" fmla="*/ 35 w 72"/>
                  <a:gd name="T13" fmla="*/ 22 h 102"/>
                  <a:gd name="T14" fmla="*/ 40 w 72"/>
                  <a:gd name="T15" fmla="*/ 16 h 102"/>
                  <a:gd name="T16" fmla="*/ 43 w 72"/>
                  <a:gd name="T17" fmla="*/ 14 h 102"/>
                  <a:gd name="T18" fmla="*/ 44 w 72"/>
                  <a:gd name="T19" fmla="*/ 19 h 102"/>
                  <a:gd name="T20" fmla="*/ 43 w 72"/>
                  <a:gd name="T21" fmla="*/ 28 h 102"/>
                  <a:gd name="T22" fmla="*/ 36 w 72"/>
                  <a:gd name="T23" fmla="*/ 40 h 102"/>
                  <a:gd name="T24" fmla="*/ 37 w 72"/>
                  <a:gd name="T25" fmla="*/ 42 h 102"/>
                  <a:gd name="T26" fmla="*/ 44 w 72"/>
                  <a:gd name="T27" fmla="*/ 38 h 102"/>
                  <a:gd name="T28" fmla="*/ 56 w 72"/>
                  <a:gd name="T29" fmla="*/ 20 h 102"/>
                  <a:gd name="T30" fmla="*/ 49 w 72"/>
                  <a:gd name="T31" fmla="*/ 9 h 102"/>
                  <a:gd name="T32" fmla="*/ 28 w 72"/>
                  <a:gd name="T33" fmla="*/ 14 h 102"/>
                  <a:gd name="T34" fmla="*/ 20 w 72"/>
                  <a:gd name="T35" fmla="*/ 13 h 102"/>
                  <a:gd name="T36" fmla="*/ 22 w 72"/>
                  <a:gd name="T37" fmla="*/ 6 h 102"/>
                  <a:gd name="T38" fmla="*/ 50 w 72"/>
                  <a:gd name="T39" fmla="*/ 1 h 102"/>
                  <a:gd name="T40" fmla="*/ 68 w 72"/>
                  <a:gd name="T41" fmla="*/ 12 h 102"/>
                  <a:gd name="T42" fmla="*/ 67 w 72"/>
                  <a:gd name="T43" fmla="*/ 24 h 102"/>
                  <a:gd name="T44" fmla="*/ 49 w 72"/>
                  <a:gd name="T45" fmla="*/ 48 h 102"/>
                  <a:gd name="T46" fmla="*/ 42 w 72"/>
                  <a:gd name="T47" fmla="*/ 49 h 102"/>
                  <a:gd name="T48" fmla="*/ 37 w 72"/>
                  <a:gd name="T49" fmla="*/ 47 h 102"/>
                  <a:gd name="T50" fmla="*/ 35 w 72"/>
                  <a:gd name="T51" fmla="*/ 52 h 102"/>
                  <a:gd name="T52" fmla="*/ 41 w 72"/>
                  <a:gd name="T53" fmla="*/ 58 h 102"/>
                  <a:gd name="T54" fmla="*/ 48 w 72"/>
                  <a:gd name="T55" fmla="*/ 57 h 102"/>
                  <a:gd name="T56" fmla="*/ 53 w 72"/>
                  <a:gd name="T57" fmla="*/ 59 h 102"/>
                  <a:gd name="T58" fmla="*/ 53 w 72"/>
                  <a:gd name="T59" fmla="*/ 66 h 102"/>
                  <a:gd name="T60" fmla="*/ 48 w 72"/>
                  <a:gd name="T61" fmla="*/ 70 h 102"/>
                  <a:gd name="T62" fmla="*/ 37 w 72"/>
                  <a:gd name="T63" fmla="*/ 81 h 102"/>
                  <a:gd name="T64" fmla="*/ 45 w 72"/>
                  <a:gd name="T65" fmla="*/ 81 h 102"/>
                  <a:gd name="T66" fmla="*/ 57 w 72"/>
                  <a:gd name="T67" fmla="*/ 89 h 102"/>
                  <a:gd name="T68" fmla="*/ 51 w 72"/>
                  <a:gd name="T69" fmla="*/ 98 h 102"/>
                  <a:gd name="T70" fmla="*/ 26 w 72"/>
                  <a:gd name="T71" fmla="*/ 101 h 102"/>
                  <a:gd name="T72" fmla="*/ 17 w 72"/>
                  <a:gd name="T73" fmla="*/ 96 h 102"/>
                  <a:gd name="T74" fmla="*/ 15 w 72"/>
                  <a:gd name="T75" fmla="*/ 94 h 102"/>
                  <a:gd name="T76" fmla="*/ 19 w 72"/>
                  <a:gd name="T77" fmla="*/ 77 h 102"/>
                  <a:gd name="T78" fmla="*/ 27 w 72"/>
                  <a:gd name="T79" fmla="*/ 70 h 102"/>
                  <a:gd name="T80" fmla="*/ 27 w 72"/>
                  <a:gd name="T81" fmla="*/ 69 h 102"/>
                  <a:gd name="T82" fmla="*/ 21 w 72"/>
                  <a:gd name="T83" fmla="*/ 71 h 102"/>
                  <a:gd name="T84" fmla="*/ 9 w 72"/>
                  <a:gd name="T85" fmla="*/ 76 h 102"/>
                  <a:gd name="T86" fmla="*/ 3 w 72"/>
                  <a:gd name="T87" fmla="*/ 75 h 102"/>
                  <a:gd name="T88" fmla="*/ 4 w 72"/>
                  <a:gd name="T89" fmla="*/ 69 h 102"/>
                  <a:gd name="T90" fmla="*/ 26 w 72"/>
                  <a:gd name="T91" fmla="*/ 60 h 102"/>
                  <a:gd name="T92" fmla="*/ 28 w 72"/>
                  <a:gd name="T93" fmla="*/ 57 h 102"/>
                  <a:gd name="T94" fmla="*/ 29 w 72"/>
                  <a:gd name="T95" fmla="*/ 49 h 102"/>
                  <a:gd name="T96" fmla="*/ 34 w 72"/>
                  <a:gd name="T97" fmla="*/ 29 h 102"/>
                  <a:gd name="T98" fmla="*/ 33 w 72"/>
                  <a:gd name="T99" fmla="*/ 28 h 102"/>
                  <a:gd name="T100" fmla="*/ 26 w 72"/>
                  <a:gd name="T101" fmla="*/ 32 h 102"/>
                  <a:gd name="T102" fmla="*/ 23 w 72"/>
                  <a:gd name="T103" fmla="*/ 36 h 102"/>
                  <a:gd name="T104" fmla="*/ 26 w 72"/>
                  <a:gd name="T105" fmla="*/ 42 h 102"/>
                  <a:gd name="T106" fmla="*/ 31 w 72"/>
                  <a:gd name="T107" fmla="*/ 40 h 102"/>
                  <a:gd name="T108" fmla="*/ 34 w 72"/>
                  <a:gd name="T109" fmla="*/ 29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2" h="102">
                    <a:moveTo>
                      <a:pt x="29" y="49"/>
                    </a:moveTo>
                    <a:cubicBezTo>
                      <a:pt x="19" y="52"/>
                      <a:pt x="18" y="52"/>
                      <a:pt x="15" y="43"/>
                    </a:cubicBezTo>
                    <a:cubicBezTo>
                      <a:pt x="13" y="36"/>
                      <a:pt x="11" y="28"/>
                      <a:pt x="10" y="21"/>
                    </a:cubicBezTo>
                    <a:cubicBezTo>
                      <a:pt x="9" y="19"/>
                      <a:pt x="11" y="16"/>
                      <a:pt x="13" y="15"/>
                    </a:cubicBezTo>
                    <a:cubicBezTo>
                      <a:pt x="16" y="13"/>
                      <a:pt x="18" y="16"/>
                      <a:pt x="19" y="18"/>
                    </a:cubicBezTo>
                    <a:cubicBezTo>
                      <a:pt x="19" y="21"/>
                      <a:pt x="20" y="23"/>
                      <a:pt x="20" y="26"/>
                    </a:cubicBezTo>
                    <a:cubicBezTo>
                      <a:pt x="26" y="25"/>
                      <a:pt x="31" y="24"/>
                      <a:pt x="35" y="22"/>
                    </a:cubicBezTo>
                    <a:cubicBezTo>
                      <a:pt x="37" y="21"/>
                      <a:pt x="38" y="18"/>
                      <a:pt x="40" y="16"/>
                    </a:cubicBezTo>
                    <a:cubicBezTo>
                      <a:pt x="41" y="15"/>
                      <a:pt x="42" y="14"/>
                      <a:pt x="43" y="14"/>
                    </a:cubicBezTo>
                    <a:cubicBezTo>
                      <a:pt x="44" y="15"/>
                      <a:pt x="44" y="17"/>
                      <a:pt x="44" y="19"/>
                    </a:cubicBezTo>
                    <a:cubicBezTo>
                      <a:pt x="44" y="22"/>
                      <a:pt x="43" y="25"/>
                      <a:pt x="43" y="28"/>
                    </a:cubicBezTo>
                    <a:cubicBezTo>
                      <a:pt x="37" y="29"/>
                      <a:pt x="39" y="36"/>
                      <a:pt x="36" y="40"/>
                    </a:cubicBezTo>
                    <a:cubicBezTo>
                      <a:pt x="36" y="41"/>
                      <a:pt x="37" y="41"/>
                      <a:pt x="37" y="42"/>
                    </a:cubicBezTo>
                    <a:cubicBezTo>
                      <a:pt x="39" y="41"/>
                      <a:pt x="42" y="40"/>
                      <a:pt x="44" y="38"/>
                    </a:cubicBezTo>
                    <a:cubicBezTo>
                      <a:pt x="48" y="32"/>
                      <a:pt x="52" y="26"/>
                      <a:pt x="56" y="20"/>
                    </a:cubicBezTo>
                    <a:cubicBezTo>
                      <a:pt x="59" y="15"/>
                      <a:pt x="56" y="9"/>
                      <a:pt x="49" y="9"/>
                    </a:cubicBezTo>
                    <a:cubicBezTo>
                      <a:pt x="42" y="8"/>
                      <a:pt x="34" y="10"/>
                      <a:pt x="28" y="14"/>
                    </a:cubicBezTo>
                    <a:cubicBezTo>
                      <a:pt x="25" y="16"/>
                      <a:pt x="22" y="15"/>
                      <a:pt x="20" y="13"/>
                    </a:cubicBezTo>
                    <a:cubicBezTo>
                      <a:pt x="17" y="9"/>
                      <a:pt x="17" y="7"/>
                      <a:pt x="22" y="6"/>
                    </a:cubicBezTo>
                    <a:cubicBezTo>
                      <a:pt x="31" y="3"/>
                      <a:pt x="40" y="0"/>
                      <a:pt x="50" y="1"/>
                    </a:cubicBezTo>
                    <a:cubicBezTo>
                      <a:pt x="58" y="1"/>
                      <a:pt x="63" y="7"/>
                      <a:pt x="68" y="12"/>
                    </a:cubicBezTo>
                    <a:cubicBezTo>
                      <a:pt x="72" y="15"/>
                      <a:pt x="70" y="20"/>
                      <a:pt x="67" y="24"/>
                    </a:cubicBezTo>
                    <a:cubicBezTo>
                      <a:pt x="61" y="32"/>
                      <a:pt x="55" y="40"/>
                      <a:pt x="49" y="48"/>
                    </a:cubicBezTo>
                    <a:cubicBezTo>
                      <a:pt x="47" y="51"/>
                      <a:pt x="45" y="52"/>
                      <a:pt x="42" y="49"/>
                    </a:cubicBezTo>
                    <a:cubicBezTo>
                      <a:pt x="41" y="48"/>
                      <a:pt x="38" y="47"/>
                      <a:pt x="37" y="47"/>
                    </a:cubicBezTo>
                    <a:cubicBezTo>
                      <a:pt x="36" y="48"/>
                      <a:pt x="35" y="50"/>
                      <a:pt x="35" y="52"/>
                    </a:cubicBezTo>
                    <a:cubicBezTo>
                      <a:pt x="34" y="59"/>
                      <a:pt x="34" y="59"/>
                      <a:pt x="41" y="58"/>
                    </a:cubicBezTo>
                    <a:cubicBezTo>
                      <a:pt x="43" y="57"/>
                      <a:pt x="46" y="56"/>
                      <a:pt x="48" y="57"/>
                    </a:cubicBezTo>
                    <a:cubicBezTo>
                      <a:pt x="50" y="57"/>
                      <a:pt x="53" y="58"/>
                      <a:pt x="53" y="59"/>
                    </a:cubicBezTo>
                    <a:cubicBezTo>
                      <a:pt x="54" y="61"/>
                      <a:pt x="54" y="64"/>
                      <a:pt x="53" y="66"/>
                    </a:cubicBezTo>
                    <a:cubicBezTo>
                      <a:pt x="52" y="68"/>
                      <a:pt x="50" y="69"/>
                      <a:pt x="48" y="70"/>
                    </a:cubicBezTo>
                    <a:cubicBezTo>
                      <a:pt x="44" y="73"/>
                      <a:pt x="39" y="75"/>
                      <a:pt x="37" y="81"/>
                    </a:cubicBezTo>
                    <a:cubicBezTo>
                      <a:pt x="40" y="81"/>
                      <a:pt x="43" y="81"/>
                      <a:pt x="45" y="81"/>
                    </a:cubicBezTo>
                    <a:cubicBezTo>
                      <a:pt x="51" y="81"/>
                      <a:pt x="56" y="84"/>
                      <a:pt x="57" y="89"/>
                    </a:cubicBezTo>
                    <a:cubicBezTo>
                      <a:pt x="58" y="93"/>
                      <a:pt x="55" y="97"/>
                      <a:pt x="51" y="98"/>
                    </a:cubicBezTo>
                    <a:cubicBezTo>
                      <a:pt x="43" y="99"/>
                      <a:pt x="35" y="100"/>
                      <a:pt x="26" y="101"/>
                    </a:cubicBezTo>
                    <a:cubicBezTo>
                      <a:pt x="22" y="102"/>
                      <a:pt x="19" y="100"/>
                      <a:pt x="17" y="96"/>
                    </a:cubicBezTo>
                    <a:cubicBezTo>
                      <a:pt x="16" y="96"/>
                      <a:pt x="16" y="95"/>
                      <a:pt x="15" y="94"/>
                    </a:cubicBezTo>
                    <a:cubicBezTo>
                      <a:pt x="11" y="84"/>
                      <a:pt x="11" y="84"/>
                      <a:pt x="19" y="77"/>
                    </a:cubicBezTo>
                    <a:cubicBezTo>
                      <a:pt x="22" y="75"/>
                      <a:pt x="24" y="72"/>
                      <a:pt x="27" y="70"/>
                    </a:cubicBezTo>
                    <a:cubicBezTo>
                      <a:pt x="27" y="70"/>
                      <a:pt x="27" y="69"/>
                      <a:pt x="27" y="69"/>
                    </a:cubicBezTo>
                    <a:cubicBezTo>
                      <a:pt x="25" y="69"/>
                      <a:pt x="23" y="70"/>
                      <a:pt x="21" y="71"/>
                    </a:cubicBezTo>
                    <a:cubicBezTo>
                      <a:pt x="17" y="72"/>
                      <a:pt x="13" y="74"/>
                      <a:pt x="9" y="76"/>
                    </a:cubicBezTo>
                    <a:cubicBezTo>
                      <a:pt x="7" y="76"/>
                      <a:pt x="5" y="76"/>
                      <a:pt x="3" y="75"/>
                    </a:cubicBezTo>
                    <a:cubicBezTo>
                      <a:pt x="0" y="72"/>
                      <a:pt x="0" y="71"/>
                      <a:pt x="4" y="69"/>
                    </a:cubicBezTo>
                    <a:cubicBezTo>
                      <a:pt x="12" y="66"/>
                      <a:pt x="19" y="63"/>
                      <a:pt x="26" y="60"/>
                    </a:cubicBezTo>
                    <a:cubicBezTo>
                      <a:pt x="27" y="60"/>
                      <a:pt x="28" y="58"/>
                      <a:pt x="28" y="57"/>
                    </a:cubicBezTo>
                    <a:cubicBezTo>
                      <a:pt x="29" y="55"/>
                      <a:pt x="29" y="52"/>
                      <a:pt x="29" y="49"/>
                    </a:cubicBezTo>
                    <a:close/>
                    <a:moveTo>
                      <a:pt x="34" y="29"/>
                    </a:moveTo>
                    <a:cubicBezTo>
                      <a:pt x="34" y="29"/>
                      <a:pt x="34" y="29"/>
                      <a:pt x="33" y="28"/>
                    </a:cubicBezTo>
                    <a:cubicBezTo>
                      <a:pt x="31" y="29"/>
                      <a:pt x="28" y="30"/>
                      <a:pt x="26" y="32"/>
                    </a:cubicBezTo>
                    <a:cubicBezTo>
                      <a:pt x="24" y="32"/>
                      <a:pt x="22" y="34"/>
                      <a:pt x="23" y="36"/>
                    </a:cubicBezTo>
                    <a:cubicBezTo>
                      <a:pt x="23" y="38"/>
                      <a:pt x="25" y="40"/>
                      <a:pt x="26" y="42"/>
                    </a:cubicBezTo>
                    <a:cubicBezTo>
                      <a:pt x="27" y="42"/>
                      <a:pt x="30" y="41"/>
                      <a:pt x="31" y="40"/>
                    </a:cubicBezTo>
                    <a:cubicBezTo>
                      <a:pt x="32" y="37"/>
                      <a:pt x="33" y="33"/>
                      <a:pt x="34" y="29"/>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2" name="Freeform 12">
                <a:extLst>
                  <a:ext uri="{FF2B5EF4-FFF2-40B4-BE49-F238E27FC236}">
                    <a16:creationId xmlns:a16="http://schemas.microsoft.com/office/drawing/2014/main" id="{D88D9717-3185-4A77-8E18-2A8659D441F7}"/>
                  </a:ext>
                </a:extLst>
              </p:cNvPr>
              <p:cNvSpPr>
                <a:spLocks/>
              </p:cNvSpPr>
              <p:nvPr/>
            </p:nvSpPr>
            <p:spPr bwMode="auto">
              <a:xfrm>
                <a:off x="8878184" y="2293480"/>
                <a:ext cx="236904" cy="593388"/>
              </a:xfrm>
              <a:custGeom>
                <a:avLst/>
                <a:gdLst>
                  <a:gd name="T0" fmla="*/ 30 w 39"/>
                  <a:gd name="T1" fmla="*/ 44 h 98"/>
                  <a:gd name="T2" fmla="*/ 36 w 39"/>
                  <a:gd name="T3" fmla="*/ 34 h 98"/>
                  <a:gd name="T4" fmla="*/ 37 w 39"/>
                  <a:gd name="T5" fmla="*/ 51 h 98"/>
                  <a:gd name="T6" fmla="*/ 25 w 39"/>
                  <a:gd name="T7" fmla="*/ 82 h 98"/>
                  <a:gd name="T8" fmla="*/ 21 w 39"/>
                  <a:gd name="T9" fmla="*/ 98 h 98"/>
                  <a:gd name="T10" fmla="*/ 13 w 39"/>
                  <a:gd name="T11" fmla="*/ 96 h 98"/>
                  <a:gd name="T12" fmla="*/ 5 w 39"/>
                  <a:gd name="T13" fmla="*/ 83 h 98"/>
                  <a:gd name="T14" fmla="*/ 11 w 39"/>
                  <a:gd name="T15" fmla="*/ 62 h 98"/>
                  <a:gd name="T16" fmla="*/ 9 w 39"/>
                  <a:gd name="T17" fmla="*/ 43 h 98"/>
                  <a:gd name="T18" fmla="*/ 12 w 39"/>
                  <a:gd name="T19" fmla="*/ 38 h 98"/>
                  <a:gd name="T20" fmla="*/ 18 w 39"/>
                  <a:gd name="T21" fmla="*/ 33 h 98"/>
                  <a:gd name="T22" fmla="*/ 23 w 39"/>
                  <a:gd name="T23" fmla="*/ 12 h 98"/>
                  <a:gd name="T24" fmla="*/ 11 w 39"/>
                  <a:gd name="T25" fmla="*/ 16 h 98"/>
                  <a:gd name="T26" fmla="*/ 2 w 39"/>
                  <a:gd name="T27" fmla="*/ 16 h 98"/>
                  <a:gd name="T28" fmla="*/ 0 w 39"/>
                  <a:gd name="T29" fmla="*/ 12 h 98"/>
                  <a:gd name="T30" fmla="*/ 3 w 39"/>
                  <a:gd name="T31" fmla="*/ 10 h 98"/>
                  <a:gd name="T32" fmla="*/ 16 w 39"/>
                  <a:gd name="T33" fmla="*/ 7 h 98"/>
                  <a:gd name="T34" fmla="*/ 26 w 39"/>
                  <a:gd name="T35" fmla="*/ 2 h 98"/>
                  <a:gd name="T36" fmla="*/ 32 w 39"/>
                  <a:gd name="T37" fmla="*/ 1 h 98"/>
                  <a:gd name="T38" fmla="*/ 35 w 39"/>
                  <a:gd name="T39" fmla="*/ 9 h 98"/>
                  <a:gd name="T40" fmla="*/ 34 w 39"/>
                  <a:gd name="T41" fmla="*/ 11 h 98"/>
                  <a:gd name="T42" fmla="*/ 27 w 39"/>
                  <a:gd name="T43" fmla="*/ 38 h 98"/>
                  <a:gd name="T44" fmla="*/ 28 w 39"/>
                  <a:gd name="T45" fmla="*/ 44 h 98"/>
                  <a:gd name="T46" fmla="*/ 30 w 39"/>
                  <a:gd name="T47" fmla="*/ 44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9" h="98">
                    <a:moveTo>
                      <a:pt x="30" y="44"/>
                    </a:moveTo>
                    <a:cubicBezTo>
                      <a:pt x="32" y="41"/>
                      <a:pt x="34" y="38"/>
                      <a:pt x="36" y="34"/>
                    </a:cubicBezTo>
                    <a:cubicBezTo>
                      <a:pt x="37" y="40"/>
                      <a:pt x="39" y="45"/>
                      <a:pt x="37" y="51"/>
                    </a:cubicBezTo>
                    <a:cubicBezTo>
                      <a:pt x="33" y="61"/>
                      <a:pt x="29" y="72"/>
                      <a:pt x="25" y="82"/>
                    </a:cubicBezTo>
                    <a:cubicBezTo>
                      <a:pt x="23" y="87"/>
                      <a:pt x="23" y="92"/>
                      <a:pt x="21" y="98"/>
                    </a:cubicBezTo>
                    <a:cubicBezTo>
                      <a:pt x="18" y="97"/>
                      <a:pt x="15" y="97"/>
                      <a:pt x="13" y="96"/>
                    </a:cubicBezTo>
                    <a:cubicBezTo>
                      <a:pt x="7" y="94"/>
                      <a:pt x="3" y="89"/>
                      <a:pt x="5" y="83"/>
                    </a:cubicBezTo>
                    <a:cubicBezTo>
                      <a:pt x="7" y="76"/>
                      <a:pt x="9" y="69"/>
                      <a:pt x="11" y="62"/>
                    </a:cubicBezTo>
                    <a:cubicBezTo>
                      <a:pt x="13" y="56"/>
                      <a:pt x="14" y="49"/>
                      <a:pt x="9" y="43"/>
                    </a:cubicBezTo>
                    <a:cubicBezTo>
                      <a:pt x="7" y="39"/>
                      <a:pt x="9" y="38"/>
                      <a:pt x="12" y="38"/>
                    </a:cubicBezTo>
                    <a:cubicBezTo>
                      <a:pt x="17" y="39"/>
                      <a:pt x="17" y="37"/>
                      <a:pt x="18" y="33"/>
                    </a:cubicBezTo>
                    <a:cubicBezTo>
                      <a:pt x="19" y="26"/>
                      <a:pt x="21" y="20"/>
                      <a:pt x="23" y="12"/>
                    </a:cubicBezTo>
                    <a:cubicBezTo>
                      <a:pt x="19" y="13"/>
                      <a:pt x="15" y="15"/>
                      <a:pt x="11" y="16"/>
                    </a:cubicBezTo>
                    <a:cubicBezTo>
                      <a:pt x="8" y="17"/>
                      <a:pt x="5" y="16"/>
                      <a:pt x="2" y="16"/>
                    </a:cubicBezTo>
                    <a:cubicBezTo>
                      <a:pt x="1" y="15"/>
                      <a:pt x="0" y="13"/>
                      <a:pt x="0" y="12"/>
                    </a:cubicBezTo>
                    <a:cubicBezTo>
                      <a:pt x="1" y="11"/>
                      <a:pt x="2" y="10"/>
                      <a:pt x="3" y="10"/>
                    </a:cubicBezTo>
                    <a:cubicBezTo>
                      <a:pt x="7" y="8"/>
                      <a:pt x="12" y="8"/>
                      <a:pt x="16" y="7"/>
                    </a:cubicBezTo>
                    <a:cubicBezTo>
                      <a:pt x="19" y="5"/>
                      <a:pt x="22" y="3"/>
                      <a:pt x="26" y="2"/>
                    </a:cubicBezTo>
                    <a:cubicBezTo>
                      <a:pt x="28" y="1"/>
                      <a:pt x="32" y="0"/>
                      <a:pt x="32" y="1"/>
                    </a:cubicBezTo>
                    <a:cubicBezTo>
                      <a:pt x="34" y="3"/>
                      <a:pt x="35" y="6"/>
                      <a:pt x="35" y="9"/>
                    </a:cubicBezTo>
                    <a:cubicBezTo>
                      <a:pt x="36" y="9"/>
                      <a:pt x="35" y="10"/>
                      <a:pt x="34" y="11"/>
                    </a:cubicBezTo>
                    <a:cubicBezTo>
                      <a:pt x="27" y="19"/>
                      <a:pt x="28" y="29"/>
                      <a:pt x="27" y="38"/>
                    </a:cubicBezTo>
                    <a:cubicBezTo>
                      <a:pt x="27" y="40"/>
                      <a:pt x="28" y="42"/>
                      <a:pt x="28" y="44"/>
                    </a:cubicBezTo>
                    <a:cubicBezTo>
                      <a:pt x="29" y="44"/>
                      <a:pt x="29" y="44"/>
                      <a:pt x="30" y="44"/>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grpSp>
      </p:grpSp>
    </p:spTree>
    <p:extLst>
      <p:ext uri="{BB962C8B-B14F-4D97-AF65-F5344CB8AC3E}">
        <p14:creationId xmlns:p14="http://schemas.microsoft.com/office/powerpoint/2010/main" val="2748638583"/>
      </p:ext>
    </p:extLst>
  </p:cSld>
  <p:clrMapOvr>
    <a:masterClrMapping/>
  </p:clrMapOvr>
  <p:transition spd="med">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封面样式3-尾页">
    <p:spTree>
      <p:nvGrpSpPr>
        <p:cNvPr id="1" name=""/>
        <p:cNvGrpSpPr/>
        <p:nvPr/>
      </p:nvGrpSpPr>
      <p:grpSpPr>
        <a:xfrm>
          <a:off x="0" y="0"/>
          <a:ext cx="0" cy="0"/>
          <a:chOff x="0" y="0"/>
          <a:chExt cx="0" cy="0"/>
        </a:xfrm>
      </p:grpSpPr>
      <p:pic>
        <p:nvPicPr>
          <p:cNvPr id="6" name="图片 5"/>
          <p:cNvPicPr>
            <a:picLocks noChangeAspect="1"/>
          </p:cNvPicPr>
          <p:nvPr userDrawn="1"/>
        </p:nvPicPr>
        <p:blipFill rotWithShape="1">
          <a:blip r:embed="rId2" cstate="hqprint">
            <a:extLst>
              <a:ext uri="{28A0092B-C50C-407E-A947-70E740481C1C}">
                <a14:useLocalDpi xmlns:a14="http://schemas.microsoft.com/office/drawing/2010/main"/>
              </a:ext>
            </a:extLst>
          </a:blip>
          <a:srcRect l="15573" r="198"/>
          <a:stretch/>
        </p:blipFill>
        <p:spPr>
          <a:xfrm>
            <a:off x="0" y="0"/>
            <a:ext cx="8678174" cy="6858000"/>
          </a:xfrm>
          <a:prstGeom prst="rect">
            <a:avLst/>
          </a:prstGeom>
        </p:spPr>
      </p:pic>
      <p:sp>
        <p:nvSpPr>
          <p:cNvPr id="7" name="矩形 6">
            <a:extLst>
              <a:ext uri="{FF2B5EF4-FFF2-40B4-BE49-F238E27FC236}">
                <a16:creationId xmlns:a16="http://schemas.microsoft.com/office/drawing/2014/main" id="{84971C8F-15BA-41DC-9278-53FA77C2E557}"/>
              </a:ext>
            </a:extLst>
          </p:cNvPr>
          <p:cNvSpPr/>
          <p:nvPr userDrawn="1"/>
        </p:nvSpPr>
        <p:spPr>
          <a:xfrm>
            <a:off x="0" y="0"/>
            <a:ext cx="12191999" cy="6858000"/>
          </a:xfrm>
          <a:prstGeom prst="rect">
            <a:avLst/>
          </a:prstGeom>
          <a:gradFill flip="none" rotWithShape="1">
            <a:gsLst>
              <a:gs pos="0">
                <a:schemeClr val="accent1">
                  <a:lumMod val="100000"/>
                  <a:alpha val="0"/>
                </a:schemeClr>
              </a:gs>
              <a:gs pos="59000">
                <a:schemeClr val="accent1">
                  <a:lumMod val="100000"/>
                </a:schemeClr>
              </a:gs>
              <a:gs pos="100000">
                <a:schemeClr val="accent1">
                  <a:lumMod val="100000"/>
                </a:schemeClr>
              </a:gs>
            </a:gsLst>
            <a:lin ang="20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14" name="图片 13"/>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9403566" y="501046"/>
            <a:ext cx="2203058" cy="616640"/>
          </a:xfrm>
          <a:prstGeom prst="rect">
            <a:avLst/>
          </a:prstGeom>
        </p:spPr>
      </p:pic>
      <p:grpSp>
        <p:nvGrpSpPr>
          <p:cNvPr id="15" name="组合 14"/>
          <p:cNvGrpSpPr/>
          <p:nvPr userDrawn="1"/>
        </p:nvGrpSpPr>
        <p:grpSpPr>
          <a:xfrm>
            <a:off x="7382858" y="5927166"/>
            <a:ext cx="4041392" cy="448671"/>
            <a:chOff x="582366" y="5719539"/>
            <a:chExt cx="6136451" cy="681262"/>
          </a:xfrm>
          <a:gradFill flip="none" rotWithShape="1">
            <a:gsLst>
              <a:gs pos="100000">
                <a:schemeClr val="bg1">
                  <a:alpha val="12000"/>
                </a:schemeClr>
              </a:gs>
              <a:gs pos="0">
                <a:schemeClr val="bg1">
                  <a:alpha val="4000"/>
                </a:schemeClr>
              </a:gs>
            </a:gsLst>
            <a:lin ang="16200000" scaled="1"/>
            <a:tileRect/>
          </a:gradFill>
        </p:grpSpPr>
        <p:grpSp>
          <p:nvGrpSpPr>
            <p:cNvPr id="16" name="组合 15">
              <a:extLst>
                <a:ext uri="{FF2B5EF4-FFF2-40B4-BE49-F238E27FC236}">
                  <a16:creationId xmlns:a16="http://schemas.microsoft.com/office/drawing/2014/main" id="{2B6AF4F4-F405-428E-ACB6-6C287CCD9962}"/>
                </a:ext>
              </a:extLst>
            </p:cNvPr>
            <p:cNvGrpSpPr/>
            <p:nvPr/>
          </p:nvGrpSpPr>
          <p:grpSpPr>
            <a:xfrm>
              <a:off x="4043374" y="5725999"/>
              <a:ext cx="2675443" cy="667232"/>
              <a:chOff x="10340336" y="2247899"/>
              <a:chExt cx="2724438" cy="679451"/>
            </a:xfrm>
            <a:grpFill/>
          </p:grpSpPr>
          <p:sp>
            <p:nvSpPr>
              <p:cNvPr id="30" name="Freeform 5">
                <a:extLst>
                  <a:ext uri="{FF2B5EF4-FFF2-40B4-BE49-F238E27FC236}">
                    <a16:creationId xmlns:a16="http://schemas.microsoft.com/office/drawing/2014/main" id="{7EF8326A-A460-4F1F-A35E-22F6C0E02782}"/>
                  </a:ext>
                </a:extLst>
              </p:cNvPr>
              <p:cNvSpPr>
                <a:spLocks/>
              </p:cNvSpPr>
              <p:nvPr/>
            </p:nvSpPr>
            <p:spPr bwMode="auto">
              <a:xfrm>
                <a:off x="11868131" y="2285206"/>
                <a:ext cx="534988" cy="603250"/>
              </a:xfrm>
              <a:custGeom>
                <a:avLst/>
                <a:gdLst>
                  <a:gd name="T0" fmla="*/ 41 w 125"/>
                  <a:gd name="T1" fmla="*/ 16 h 142"/>
                  <a:gd name="T2" fmla="*/ 49 w 125"/>
                  <a:gd name="T3" fmla="*/ 3 h 142"/>
                  <a:gd name="T4" fmla="*/ 62 w 125"/>
                  <a:gd name="T5" fmla="*/ 20 h 142"/>
                  <a:gd name="T6" fmla="*/ 64 w 125"/>
                  <a:gd name="T7" fmla="*/ 33 h 142"/>
                  <a:gd name="T8" fmla="*/ 50 w 125"/>
                  <a:gd name="T9" fmla="*/ 34 h 142"/>
                  <a:gd name="T10" fmla="*/ 58 w 125"/>
                  <a:gd name="T11" fmla="*/ 58 h 142"/>
                  <a:gd name="T12" fmla="*/ 75 w 125"/>
                  <a:gd name="T13" fmla="*/ 59 h 142"/>
                  <a:gd name="T14" fmla="*/ 71 w 125"/>
                  <a:gd name="T15" fmla="*/ 50 h 142"/>
                  <a:gd name="T16" fmla="*/ 81 w 125"/>
                  <a:gd name="T17" fmla="*/ 47 h 142"/>
                  <a:gd name="T18" fmla="*/ 65 w 125"/>
                  <a:gd name="T19" fmla="*/ 42 h 142"/>
                  <a:gd name="T20" fmla="*/ 63 w 125"/>
                  <a:gd name="T21" fmla="*/ 37 h 142"/>
                  <a:gd name="T22" fmla="*/ 85 w 125"/>
                  <a:gd name="T23" fmla="*/ 27 h 142"/>
                  <a:gd name="T24" fmla="*/ 93 w 125"/>
                  <a:gd name="T25" fmla="*/ 2 h 142"/>
                  <a:gd name="T26" fmla="*/ 99 w 125"/>
                  <a:gd name="T27" fmla="*/ 5 h 142"/>
                  <a:gd name="T28" fmla="*/ 111 w 125"/>
                  <a:gd name="T29" fmla="*/ 30 h 142"/>
                  <a:gd name="T30" fmla="*/ 102 w 125"/>
                  <a:gd name="T31" fmla="*/ 34 h 142"/>
                  <a:gd name="T32" fmla="*/ 95 w 125"/>
                  <a:gd name="T33" fmla="*/ 59 h 142"/>
                  <a:gd name="T34" fmla="*/ 123 w 125"/>
                  <a:gd name="T35" fmla="*/ 61 h 142"/>
                  <a:gd name="T36" fmla="*/ 110 w 125"/>
                  <a:gd name="T37" fmla="*/ 71 h 142"/>
                  <a:gd name="T38" fmla="*/ 104 w 125"/>
                  <a:gd name="T39" fmla="*/ 82 h 142"/>
                  <a:gd name="T40" fmla="*/ 112 w 125"/>
                  <a:gd name="T41" fmla="*/ 134 h 142"/>
                  <a:gd name="T42" fmla="*/ 102 w 125"/>
                  <a:gd name="T43" fmla="*/ 140 h 142"/>
                  <a:gd name="T44" fmla="*/ 89 w 125"/>
                  <a:gd name="T45" fmla="*/ 123 h 142"/>
                  <a:gd name="T46" fmla="*/ 101 w 125"/>
                  <a:gd name="T47" fmla="*/ 128 h 142"/>
                  <a:gd name="T48" fmla="*/ 101 w 125"/>
                  <a:gd name="T49" fmla="*/ 92 h 142"/>
                  <a:gd name="T50" fmla="*/ 97 w 125"/>
                  <a:gd name="T51" fmla="*/ 99 h 142"/>
                  <a:gd name="T52" fmla="*/ 90 w 125"/>
                  <a:gd name="T53" fmla="*/ 103 h 142"/>
                  <a:gd name="T54" fmla="*/ 86 w 125"/>
                  <a:gd name="T55" fmla="*/ 110 h 142"/>
                  <a:gd name="T56" fmla="*/ 81 w 125"/>
                  <a:gd name="T57" fmla="*/ 120 h 142"/>
                  <a:gd name="T58" fmla="*/ 88 w 125"/>
                  <a:gd name="T59" fmla="*/ 71 h 142"/>
                  <a:gd name="T60" fmla="*/ 60 w 125"/>
                  <a:gd name="T61" fmla="*/ 87 h 142"/>
                  <a:gd name="T62" fmla="*/ 53 w 125"/>
                  <a:gd name="T63" fmla="*/ 89 h 142"/>
                  <a:gd name="T64" fmla="*/ 51 w 125"/>
                  <a:gd name="T65" fmla="*/ 128 h 142"/>
                  <a:gd name="T66" fmla="*/ 43 w 125"/>
                  <a:gd name="T67" fmla="*/ 134 h 142"/>
                  <a:gd name="T68" fmla="*/ 39 w 125"/>
                  <a:gd name="T69" fmla="*/ 107 h 142"/>
                  <a:gd name="T70" fmla="*/ 33 w 125"/>
                  <a:gd name="T71" fmla="*/ 114 h 142"/>
                  <a:gd name="T72" fmla="*/ 17 w 125"/>
                  <a:gd name="T73" fmla="*/ 108 h 142"/>
                  <a:gd name="T74" fmla="*/ 5 w 125"/>
                  <a:gd name="T75" fmla="*/ 81 h 142"/>
                  <a:gd name="T76" fmla="*/ 34 w 125"/>
                  <a:gd name="T77" fmla="*/ 56 h 142"/>
                  <a:gd name="T78" fmla="*/ 38 w 125"/>
                  <a:gd name="T79" fmla="*/ 33 h 142"/>
                  <a:gd name="T80" fmla="*/ 22 w 125"/>
                  <a:gd name="T81" fmla="*/ 55 h 142"/>
                  <a:gd name="T82" fmla="*/ 14 w 125"/>
                  <a:gd name="T83" fmla="*/ 55 h 142"/>
                  <a:gd name="T84" fmla="*/ 11 w 125"/>
                  <a:gd name="T85" fmla="*/ 36 h 142"/>
                  <a:gd name="T86" fmla="*/ 32 w 125"/>
                  <a:gd name="T87" fmla="*/ 22 h 142"/>
                  <a:gd name="T88" fmla="*/ 28 w 125"/>
                  <a:gd name="T89" fmla="*/ 33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5" h="142">
                    <a:moveTo>
                      <a:pt x="28" y="33"/>
                    </a:moveTo>
                    <a:cubicBezTo>
                      <a:pt x="35" y="29"/>
                      <a:pt x="41" y="25"/>
                      <a:pt x="41" y="16"/>
                    </a:cubicBezTo>
                    <a:cubicBezTo>
                      <a:pt x="41" y="13"/>
                      <a:pt x="43" y="9"/>
                      <a:pt x="44" y="6"/>
                    </a:cubicBezTo>
                    <a:cubicBezTo>
                      <a:pt x="45" y="5"/>
                      <a:pt x="48" y="3"/>
                      <a:pt x="49" y="3"/>
                    </a:cubicBezTo>
                    <a:cubicBezTo>
                      <a:pt x="54" y="4"/>
                      <a:pt x="59" y="9"/>
                      <a:pt x="59" y="15"/>
                    </a:cubicBezTo>
                    <a:cubicBezTo>
                      <a:pt x="59" y="18"/>
                      <a:pt x="60" y="19"/>
                      <a:pt x="62" y="20"/>
                    </a:cubicBezTo>
                    <a:cubicBezTo>
                      <a:pt x="65" y="22"/>
                      <a:pt x="68" y="25"/>
                      <a:pt x="69" y="28"/>
                    </a:cubicBezTo>
                    <a:cubicBezTo>
                      <a:pt x="71" y="32"/>
                      <a:pt x="68" y="34"/>
                      <a:pt x="64" y="33"/>
                    </a:cubicBezTo>
                    <a:cubicBezTo>
                      <a:pt x="62" y="32"/>
                      <a:pt x="60" y="31"/>
                      <a:pt x="57" y="30"/>
                    </a:cubicBezTo>
                    <a:cubicBezTo>
                      <a:pt x="53" y="28"/>
                      <a:pt x="51" y="29"/>
                      <a:pt x="50" y="34"/>
                    </a:cubicBezTo>
                    <a:cubicBezTo>
                      <a:pt x="48" y="45"/>
                      <a:pt x="46" y="56"/>
                      <a:pt x="52" y="66"/>
                    </a:cubicBezTo>
                    <a:cubicBezTo>
                      <a:pt x="54" y="64"/>
                      <a:pt x="56" y="62"/>
                      <a:pt x="58" y="58"/>
                    </a:cubicBezTo>
                    <a:cubicBezTo>
                      <a:pt x="61" y="62"/>
                      <a:pt x="63" y="65"/>
                      <a:pt x="65" y="69"/>
                    </a:cubicBezTo>
                    <a:cubicBezTo>
                      <a:pt x="68" y="66"/>
                      <a:pt x="72" y="62"/>
                      <a:pt x="75" y="59"/>
                    </a:cubicBezTo>
                    <a:cubicBezTo>
                      <a:pt x="76" y="58"/>
                      <a:pt x="75" y="56"/>
                      <a:pt x="75" y="55"/>
                    </a:cubicBezTo>
                    <a:cubicBezTo>
                      <a:pt x="74" y="53"/>
                      <a:pt x="71" y="51"/>
                      <a:pt x="71" y="50"/>
                    </a:cubicBezTo>
                    <a:cubicBezTo>
                      <a:pt x="72" y="47"/>
                      <a:pt x="75" y="46"/>
                      <a:pt x="78" y="47"/>
                    </a:cubicBezTo>
                    <a:cubicBezTo>
                      <a:pt x="79" y="47"/>
                      <a:pt x="80" y="47"/>
                      <a:pt x="81" y="47"/>
                    </a:cubicBezTo>
                    <a:cubicBezTo>
                      <a:pt x="81" y="44"/>
                      <a:pt x="82" y="40"/>
                      <a:pt x="83" y="35"/>
                    </a:cubicBezTo>
                    <a:cubicBezTo>
                      <a:pt x="76" y="38"/>
                      <a:pt x="71" y="40"/>
                      <a:pt x="65" y="42"/>
                    </a:cubicBezTo>
                    <a:cubicBezTo>
                      <a:pt x="61" y="44"/>
                      <a:pt x="60" y="44"/>
                      <a:pt x="57" y="40"/>
                    </a:cubicBezTo>
                    <a:cubicBezTo>
                      <a:pt x="59" y="39"/>
                      <a:pt x="61" y="38"/>
                      <a:pt x="63" y="37"/>
                    </a:cubicBezTo>
                    <a:cubicBezTo>
                      <a:pt x="69" y="35"/>
                      <a:pt x="75" y="33"/>
                      <a:pt x="81" y="30"/>
                    </a:cubicBezTo>
                    <a:cubicBezTo>
                      <a:pt x="83" y="30"/>
                      <a:pt x="84" y="28"/>
                      <a:pt x="85" y="27"/>
                    </a:cubicBezTo>
                    <a:cubicBezTo>
                      <a:pt x="87" y="21"/>
                      <a:pt x="88" y="14"/>
                      <a:pt x="90" y="8"/>
                    </a:cubicBezTo>
                    <a:cubicBezTo>
                      <a:pt x="90" y="6"/>
                      <a:pt x="92" y="3"/>
                      <a:pt x="93" y="2"/>
                    </a:cubicBezTo>
                    <a:cubicBezTo>
                      <a:pt x="94" y="0"/>
                      <a:pt x="96" y="0"/>
                      <a:pt x="98" y="0"/>
                    </a:cubicBezTo>
                    <a:cubicBezTo>
                      <a:pt x="98" y="1"/>
                      <a:pt x="99" y="4"/>
                      <a:pt x="99" y="5"/>
                    </a:cubicBezTo>
                    <a:cubicBezTo>
                      <a:pt x="93" y="12"/>
                      <a:pt x="94" y="20"/>
                      <a:pt x="92" y="28"/>
                    </a:cubicBezTo>
                    <a:cubicBezTo>
                      <a:pt x="98" y="31"/>
                      <a:pt x="105" y="25"/>
                      <a:pt x="111" y="30"/>
                    </a:cubicBezTo>
                    <a:cubicBezTo>
                      <a:pt x="109" y="33"/>
                      <a:pt x="107" y="36"/>
                      <a:pt x="103" y="35"/>
                    </a:cubicBezTo>
                    <a:cubicBezTo>
                      <a:pt x="103" y="34"/>
                      <a:pt x="102" y="34"/>
                      <a:pt x="102" y="34"/>
                    </a:cubicBezTo>
                    <a:cubicBezTo>
                      <a:pt x="92" y="34"/>
                      <a:pt x="88" y="39"/>
                      <a:pt x="90" y="49"/>
                    </a:cubicBezTo>
                    <a:cubicBezTo>
                      <a:pt x="91" y="52"/>
                      <a:pt x="93" y="55"/>
                      <a:pt x="95" y="59"/>
                    </a:cubicBezTo>
                    <a:cubicBezTo>
                      <a:pt x="99" y="59"/>
                      <a:pt x="104" y="58"/>
                      <a:pt x="109" y="57"/>
                    </a:cubicBezTo>
                    <a:cubicBezTo>
                      <a:pt x="114" y="56"/>
                      <a:pt x="119" y="58"/>
                      <a:pt x="123" y="61"/>
                    </a:cubicBezTo>
                    <a:cubicBezTo>
                      <a:pt x="125" y="63"/>
                      <a:pt x="125" y="66"/>
                      <a:pt x="122" y="67"/>
                    </a:cubicBezTo>
                    <a:cubicBezTo>
                      <a:pt x="118" y="69"/>
                      <a:pt x="114" y="71"/>
                      <a:pt x="110" y="71"/>
                    </a:cubicBezTo>
                    <a:cubicBezTo>
                      <a:pt x="103" y="70"/>
                      <a:pt x="99" y="75"/>
                      <a:pt x="95" y="79"/>
                    </a:cubicBezTo>
                    <a:cubicBezTo>
                      <a:pt x="98" y="80"/>
                      <a:pt x="102" y="80"/>
                      <a:pt x="104" y="82"/>
                    </a:cubicBezTo>
                    <a:cubicBezTo>
                      <a:pt x="106" y="83"/>
                      <a:pt x="108" y="86"/>
                      <a:pt x="109" y="88"/>
                    </a:cubicBezTo>
                    <a:cubicBezTo>
                      <a:pt x="110" y="104"/>
                      <a:pt x="111" y="119"/>
                      <a:pt x="112" y="134"/>
                    </a:cubicBezTo>
                    <a:cubicBezTo>
                      <a:pt x="112" y="137"/>
                      <a:pt x="110" y="140"/>
                      <a:pt x="110" y="142"/>
                    </a:cubicBezTo>
                    <a:cubicBezTo>
                      <a:pt x="107" y="141"/>
                      <a:pt x="104" y="141"/>
                      <a:pt x="102" y="140"/>
                    </a:cubicBezTo>
                    <a:cubicBezTo>
                      <a:pt x="97" y="136"/>
                      <a:pt x="93" y="131"/>
                      <a:pt x="90" y="127"/>
                    </a:cubicBezTo>
                    <a:cubicBezTo>
                      <a:pt x="89" y="126"/>
                      <a:pt x="89" y="124"/>
                      <a:pt x="89" y="123"/>
                    </a:cubicBezTo>
                    <a:cubicBezTo>
                      <a:pt x="92" y="125"/>
                      <a:pt x="96" y="127"/>
                      <a:pt x="100" y="130"/>
                    </a:cubicBezTo>
                    <a:cubicBezTo>
                      <a:pt x="100" y="129"/>
                      <a:pt x="101" y="129"/>
                      <a:pt x="101" y="128"/>
                    </a:cubicBezTo>
                    <a:cubicBezTo>
                      <a:pt x="101" y="121"/>
                      <a:pt x="101" y="113"/>
                      <a:pt x="101" y="105"/>
                    </a:cubicBezTo>
                    <a:cubicBezTo>
                      <a:pt x="101" y="101"/>
                      <a:pt x="101" y="96"/>
                      <a:pt x="101" y="92"/>
                    </a:cubicBezTo>
                    <a:cubicBezTo>
                      <a:pt x="99" y="85"/>
                      <a:pt x="96" y="84"/>
                      <a:pt x="90" y="90"/>
                    </a:cubicBezTo>
                    <a:cubicBezTo>
                      <a:pt x="92" y="93"/>
                      <a:pt x="97" y="93"/>
                      <a:pt x="97" y="99"/>
                    </a:cubicBezTo>
                    <a:cubicBezTo>
                      <a:pt x="94" y="98"/>
                      <a:pt x="91" y="97"/>
                      <a:pt x="88" y="96"/>
                    </a:cubicBezTo>
                    <a:cubicBezTo>
                      <a:pt x="84" y="100"/>
                      <a:pt x="84" y="101"/>
                      <a:pt x="90" y="103"/>
                    </a:cubicBezTo>
                    <a:cubicBezTo>
                      <a:pt x="95" y="106"/>
                      <a:pt x="98" y="111"/>
                      <a:pt x="96" y="112"/>
                    </a:cubicBezTo>
                    <a:cubicBezTo>
                      <a:pt x="92" y="115"/>
                      <a:pt x="89" y="112"/>
                      <a:pt x="86" y="110"/>
                    </a:cubicBezTo>
                    <a:cubicBezTo>
                      <a:pt x="85" y="110"/>
                      <a:pt x="84" y="109"/>
                      <a:pt x="83" y="108"/>
                    </a:cubicBezTo>
                    <a:cubicBezTo>
                      <a:pt x="82" y="112"/>
                      <a:pt x="82" y="116"/>
                      <a:pt x="81" y="120"/>
                    </a:cubicBezTo>
                    <a:cubicBezTo>
                      <a:pt x="74" y="118"/>
                      <a:pt x="72" y="114"/>
                      <a:pt x="73" y="108"/>
                    </a:cubicBezTo>
                    <a:cubicBezTo>
                      <a:pt x="76" y="95"/>
                      <a:pt x="81" y="83"/>
                      <a:pt x="88" y="71"/>
                    </a:cubicBezTo>
                    <a:cubicBezTo>
                      <a:pt x="84" y="74"/>
                      <a:pt x="80" y="76"/>
                      <a:pt x="76" y="78"/>
                    </a:cubicBezTo>
                    <a:cubicBezTo>
                      <a:pt x="71" y="81"/>
                      <a:pt x="65" y="84"/>
                      <a:pt x="60" y="87"/>
                    </a:cubicBezTo>
                    <a:cubicBezTo>
                      <a:pt x="60" y="87"/>
                      <a:pt x="60" y="87"/>
                      <a:pt x="59" y="87"/>
                    </a:cubicBezTo>
                    <a:cubicBezTo>
                      <a:pt x="57" y="88"/>
                      <a:pt x="54" y="88"/>
                      <a:pt x="53" y="89"/>
                    </a:cubicBezTo>
                    <a:cubicBezTo>
                      <a:pt x="51" y="93"/>
                      <a:pt x="49" y="97"/>
                      <a:pt x="49" y="101"/>
                    </a:cubicBezTo>
                    <a:cubicBezTo>
                      <a:pt x="49" y="110"/>
                      <a:pt x="50" y="119"/>
                      <a:pt x="51" y="128"/>
                    </a:cubicBezTo>
                    <a:cubicBezTo>
                      <a:pt x="51" y="131"/>
                      <a:pt x="51" y="134"/>
                      <a:pt x="51" y="137"/>
                    </a:cubicBezTo>
                    <a:cubicBezTo>
                      <a:pt x="48" y="136"/>
                      <a:pt x="45" y="136"/>
                      <a:pt x="43" y="134"/>
                    </a:cubicBezTo>
                    <a:cubicBezTo>
                      <a:pt x="40" y="132"/>
                      <a:pt x="37" y="130"/>
                      <a:pt x="38" y="125"/>
                    </a:cubicBezTo>
                    <a:cubicBezTo>
                      <a:pt x="40" y="119"/>
                      <a:pt x="39" y="113"/>
                      <a:pt x="39" y="107"/>
                    </a:cubicBezTo>
                    <a:cubicBezTo>
                      <a:pt x="38" y="107"/>
                      <a:pt x="38" y="107"/>
                      <a:pt x="37" y="106"/>
                    </a:cubicBezTo>
                    <a:cubicBezTo>
                      <a:pt x="36" y="109"/>
                      <a:pt x="34" y="111"/>
                      <a:pt x="33" y="114"/>
                    </a:cubicBezTo>
                    <a:cubicBezTo>
                      <a:pt x="30" y="120"/>
                      <a:pt x="25" y="122"/>
                      <a:pt x="21" y="120"/>
                    </a:cubicBezTo>
                    <a:cubicBezTo>
                      <a:pt x="16" y="118"/>
                      <a:pt x="15" y="113"/>
                      <a:pt x="17" y="108"/>
                    </a:cubicBezTo>
                    <a:cubicBezTo>
                      <a:pt x="20" y="99"/>
                      <a:pt x="23" y="91"/>
                      <a:pt x="26" y="81"/>
                    </a:cubicBezTo>
                    <a:cubicBezTo>
                      <a:pt x="19" y="90"/>
                      <a:pt x="12" y="85"/>
                      <a:pt x="5" y="81"/>
                    </a:cubicBezTo>
                    <a:cubicBezTo>
                      <a:pt x="0" y="79"/>
                      <a:pt x="0" y="76"/>
                      <a:pt x="5" y="73"/>
                    </a:cubicBezTo>
                    <a:cubicBezTo>
                      <a:pt x="15" y="68"/>
                      <a:pt x="25" y="62"/>
                      <a:pt x="34" y="56"/>
                    </a:cubicBezTo>
                    <a:cubicBezTo>
                      <a:pt x="35" y="55"/>
                      <a:pt x="37" y="54"/>
                      <a:pt x="37" y="52"/>
                    </a:cubicBezTo>
                    <a:cubicBezTo>
                      <a:pt x="38" y="46"/>
                      <a:pt x="38" y="39"/>
                      <a:pt x="38" y="33"/>
                    </a:cubicBezTo>
                    <a:cubicBezTo>
                      <a:pt x="38" y="32"/>
                      <a:pt x="38" y="32"/>
                      <a:pt x="37" y="32"/>
                    </a:cubicBezTo>
                    <a:cubicBezTo>
                      <a:pt x="32" y="40"/>
                      <a:pt x="27" y="48"/>
                      <a:pt x="22" y="55"/>
                    </a:cubicBezTo>
                    <a:cubicBezTo>
                      <a:pt x="22" y="56"/>
                      <a:pt x="22" y="56"/>
                      <a:pt x="23" y="57"/>
                    </a:cubicBezTo>
                    <a:cubicBezTo>
                      <a:pt x="20" y="56"/>
                      <a:pt x="17" y="56"/>
                      <a:pt x="14" y="55"/>
                    </a:cubicBezTo>
                    <a:cubicBezTo>
                      <a:pt x="9" y="53"/>
                      <a:pt x="7" y="49"/>
                      <a:pt x="9" y="44"/>
                    </a:cubicBezTo>
                    <a:cubicBezTo>
                      <a:pt x="10" y="42"/>
                      <a:pt x="10" y="39"/>
                      <a:pt x="11" y="36"/>
                    </a:cubicBezTo>
                    <a:cubicBezTo>
                      <a:pt x="13" y="28"/>
                      <a:pt x="18" y="23"/>
                      <a:pt x="26" y="20"/>
                    </a:cubicBezTo>
                    <a:cubicBezTo>
                      <a:pt x="27" y="19"/>
                      <a:pt x="30" y="20"/>
                      <a:pt x="32" y="22"/>
                    </a:cubicBezTo>
                    <a:cubicBezTo>
                      <a:pt x="34" y="23"/>
                      <a:pt x="32" y="25"/>
                      <a:pt x="31" y="27"/>
                    </a:cubicBezTo>
                    <a:cubicBezTo>
                      <a:pt x="29" y="28"/>
                      <a:pt x="29" y="31"/>
                      <a:pt x="28" y="33"/>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1" name="Freeform 6">
                <a:extLst>
                  <a:ext uri="{FF2B5EF4-FFF2-40B4-BE49-F238E27FC236}">
                    <a16:creationId xmlns:a16="http://schemas.microsoft.com/office/drawing/2014/main" id="{CC1FA68D-3307-481A-8E89-D3CB2E8693F4}"/>
                  </a:ext>
                </a:extLst>
              </p:cNvPr>
              <p:cNvSpPr>
                <a:spLocks/>
              </p:cNvSpPr>
              <p:nvPr/>
            </p:nvSpPr>
            <p:spPr bwMode="auto">
              <a:xfrm>
                <a:off x="12756799" y="2388393"/>
                <a:ext cx="307975" cy="463550"/>
              </a:xfrm>
              <a:custGeom>
                <a:avLst/>
                <a:gdLst>
                  <a:gd name="T0" fmla="*/ 33 w 72"/>
                  <a:gd name="T1" fmla="*/ 76 h 109"/>
                  <a:gd name="T2" fmla="*/ 44 w 72"/>
                  <a:gd name="T3" fmla="*/ 73 h 109"/>
                  <a:gd name="T4" fmla="*/ 59 w 72"/>
                  <a:gd name="T5" fmla="*/ 71 h 109"/>
                  <a:gd name="T6" fmla="*/ 69 w 72"/>
                  <a:gd name="T7" fmla="*/ 92 h 109"/>
                  <a:gd name="T8" fmla="*/ 66 w 72"/>
                  <a:gd name="T9" fmla="*/ 94 h 109"/>
                  <a:gd name="T10" fmla="*/ 49 w 72"/>
                  <a:gd name="T11" fmla="*/ 96 h 109"/>
                  <a:gd name="T12" fmla="*/ 28 w 72"/>
                  <a:gd name="T13" fmla="*/ 106 h 109"/>
                  <a:gd name="T14" fmla="*/ 16 w 72"/>
                  <a:gd name="T15" fmla="*/ 106 h 109"/>
                  <a:gd name="T16" fmla="*/ 1 w 72"/>
                  <a:gd name="T17" fmla="*/ 80 h 109"/>
                  <a:gd name="T18" fmla="*/ 2 w 72"/>
                  <a:gd name="T19" fmla="*/ 74 h 109"/>
                  <a:gd name="T20" fmla="*/ 23 w 72"/>
                  <a:gd name="T21" fmla="*/ 31 h 109"/>
                  <a:gd name="T22" fmla="*/ 22 w 72"/>
                  <a:gd name="T23" fmla="*/ 26 h 109"/>
                  <a:gd name="T24" fmla="*/ 12 w 72"/>
                  <a:gd name="T25" fmla="*/ 16 h 109"/>
                  <a:gd name="T26" fmla="*/ 15 w 72"/>
                  <a:gd name="T27" fmla="*/ 10 h 109"/>
                  <a:gd name="T28" fmla="*/ 32 w 72"/>
                  <a:gd name="T29" fmla="*/ 5 h 109"/>
                  <a:gd name="T30" fmla="*/ 60 w 72"/>
                  <a:gd name="T31" fmla="*/ 18 h 109"/>
                  <a:gd name="T32" fmla="*/ 59 w 72"/>
                  <a:gd name="T33" fmla="*/ 26 h 109"/>
                  <a:gd name="T34" fmla="*/ 52 w 72"/>
                  <a:gd name="T35" fmla="*/ 36 h 109"/>
                  <a:gd name="T36" fmla="*/ 34 w 72"/>
                  <a:gd name="T37" fmla="*/ 72 h 109"/>
                  <a:gd name="T38" fmla="*/ 33 w 72"/>
                  <a:gd name="T39" fmla="*/ 76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2" h="109">
                    <a:moveTo>
                      <a:pt x="33" y="76"/>
                    </a:moveTo>
                    <a:cubicBezTo>
                      <a:pt x="37" y="74"/>
                      <a:pt x="40" y="73"/>
                      <a:pt x="44" y="73"/>
                    </a:cubicBezTo>
                    <a:cubicBezTo>
                      <a:pt x="49" y="72"/>
                      <a:pt x="54" y="71"/>
                      <a:pt x="59" y="71"/>
                    </a:cubicBezTo>
                    <a:cubicBezTo>
                      <a:pt x="66" y="72"/>
                      <a:pt x="72" y="85"/>
                      <a:pt x="69" y="92"/>
                    </a:cubicBezTo>
                    <a:cubicBezTo>
                      <a:pt x="68" y="93"/>
                      <a:pt x="67" y="94"/>
                      <a:pt x="66" y="94"/>
                    </a:cubicBezTo>
                    <a:cubicBezTo>
                      <a:pt x="60" y="95"/>
                      <a:pt x="54" y="94"/>
                      <a:pt x="49" y="96"/>
                    </a:cubicBezTo>
                    <a:cubicBezTo>
                      <a:pt x="42" y="99"/>
                      <a:pt x="35" y="102"/>
                      <a:pt x="28" y="106"/>
                    </a:cubicBezTo>
                    <a:cubicBezTo>
                      <a:pt x="24" y="108"/>
                      <a:pt x="21" y="109"/>
                      <a:pt x="16" y="106"/>
                    </a:cubicBezTo>
                    <a:cubicBezTo>
                      <a:pt x="7" y="100"/>
                      <a:pt x="3" y="90"/>
                      <a:pt x="1" y="80"/>
                    </a:cubicBezTo>
                    <a:cubicBezTo>
                      <a:pt x="0" y="78"/>
                      <a:pt x="1" y="76"/>
                      <a:pt x="2" y="74"/>
                    </a:cubicBezTo>
                    <a:cubicBezTo>
                      <a:pt x="9" y="60"/>
                      <a:pt x="16" y="45"/>
                      <a:pt x="23" y="31"/>
                    </a:cubicBezTo>
                    <a:cubicBezTo>
                      <a:pt x="23" y="30"/>
                      <a:pt x="23" y="28"/>
                      <a:pt x="22" y="26"/>
                    </a:cubicBezTo>
                    <a:cubicBezTo>
                      <a:pt x="19" y="23"/>
                      <a:pt x="15" y="20"/>
                      <a:pt x="12" y="16"/>
                    </a:cubicBezTo>
                    <a:cubicBezTo>
                      <a:pt x="10" y="13"/>
                      <a:pt x="11" y="11"/>
                      <a:pt x="15" y="10"/>
                    </a:cubicBezTo>
                    <a:cubicBezTo>
                      <a:pt x="21" y="9"/>
                      <a:pt x="26" y="7"/>
                      <a:pt x="32" y="5"/>
                    </a:cubicBezTo>
                    <a:cubicBezTo>
                      <a:pt x="44" y="0"/>
                      <a:pt x="57" y="6"/>
                      <a:pt x="60" y="18"/>
                    </a:cubicBezTo>
                    <a:cubicBezTo>
                      <a:pt x="61" y="21"/>
                      <a:pt x="60" y="24"/>
                      <a:pt x="59" y="26"/>
                    </a:cubicBezTo>
                    <a:cubicBezTo>
                      <a:pt x="57" y="29"/>
                      <a:pt x="54" y="33"/>
                      <a:pt x="52" y="36"/>
                    </a:cubicBezTo>
                    <a:cubicBezTo>
                      <a:pt x="46" y="48"/>
                      <a:pt x="40" y="60"/>
                      <a:pt x="34" y="72"/>
                    </a:cubicBezTo>
                    <a:cubicBezTo>
                      <a:pt x="34" y="72"/>
                      <a:pt x="34" y="74"/>
                      <a:pt x="33" y="76"/>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grpSp>
            <p:nvGrpSpPr>
              <p:cNvPr id="32" name="组合 31">
                <a:extLst>
                  <a:ext uri="{FF2B5EF4-FFF2-40B4-BE49-F238E27FC236}">
                    <a16:creationId xmlns:a16="http://schemas.microsoft.com/office/drawing/2014/main" id="{C7A6E3E5-9A1F-4E06-9E71-F1D7E5C11C32}"/>
                  </a:ext>
                </a:extLst>
              </p:cNvPr>
              <p:cNvGrpSpPr/>
              <p:nvPr/>
            </p:nvGrpSpPr>
            <p:grpSpPr>
              <a:xfrm>
                <a:off x="10340336" y="2247899"/>
                <a:ext cx="547688" cy="679451"/>
                <a:chOff x="5548313" y="2084388"/>
                <a:chExt cx="547688" cy="679451"/>
              </a:xfrm>
              <a:grpFill/>
            </p:grpSpPr>
            <p:sp>
              <p:nvSpPr>
                <p:cNvPr id="37" name="Freeform 7">
                  <a:extLst>
                    <a:ext uri="{FF2B5EF4-FFF2-40B4-BE49-F238E27FC236}">
                      <a16:creationId xmlns:a16="http://schemas.microsoft.com/office/drawing/2014/main" id="{02368C72-9CA0-44B0-93EC-F396645A3423}"/>
                    </a:ext>
                  </a:extLst>
                </p:cNvPr>
                <p:cNvSpPr>
                  <a:spLocks/>
                </p:cNvSpPr>
                <p:nvPr/>
              </p:nvSpPr>
              <p:spPr bwMode="auto">
                <a:xfrm>
                  <a:off x="5548313" y="2084388"/>
                  <a:ext cx="547688" cy="446088"/>
                </a:xfrm>
                <a:custGeom>
                  <a:avLst/>
                  <a:gdLst>
                    <a:gd name="T0" fmla="*/ 101 w 128"/>
                    <a:gd name="T1" fmla="*/ 58 h 105"/>
                    <a:gd name="T2" fmla="*/ 74 w 128"/>
                    <a:gd name="T3" fmla="*/ 56 h 105"/>
                    <a:gd name="T4" fmla="*/ 68 w 128"/>
                    <a:gd name="T5" fmla="*/ 57 h 105"/>
                    <a:gd name="T6" fmla="*/ 51 w 128"/>
                    <a:gd name="T7" fmla="*/ 59 h 105"/>
                    <a:gd name="T8" fmla="*/ 36 w 128"/>
                    <a:gd name="T9" fmla="*/ 65 h 105"/>
                    <a:gd name="T10" fmla="*/ 28 w 128"/>
                    <a:gd name="T11" fmla="*/ 73 h 105"/>
                    <a:gd name="T12" fmla="*/ 16 w 128"/>
                    <a:gd name="T13" fmla="*/ 102 h 105"/>
                    <a:gd name="T14" fmla="*/ 13 w 128"/>
                    <a:gd name="T15" fmla="*/ 104 h 105"/>
                    <a:gd name="T16" fmla="*/ 1 w 128"/>
                    <a:gd name="T17" fmla="*/ 98 h 105"/>
                    <a:gd name="T18" fmla="*/ 0 w 128"/>
                    <a:gd name="T19" fmla="*/ 93 h 105"/>
                    <a:gd name="T20" fmla="*/ 15 w 128"/>
                    <a:gd name="T21" fmla="*/ 60 h 105"/>
                    <a:gd name="T22" fmla="*/ 16 w 128"/>
                    <a:gd name="T23" fmla="*/ 58 h 105"/>
                    <a:gd name="T24" fmla="*/ 20 w 128"/>
                    <a:gd name="T25" fmla="*/ 52 h 105"/>
                    <a:gd name="T26" fmla="*/ 32 w 128"/>
                    <a:gd name="T27" fmla="*/ 54 h 105"/>
                    <a:gd name="T28" fmla="*/ 39 w 128"/>
                    <a:gd name="T29" fmla="*/ 55 h 105"/>
                    <a:gd name="T30" fmla="*/ 72 w 128"/>
                    <a:gd name="T31" fmla="*/ 21 h 105"/>
                    <a:gd name="T32" fmla="*/ 74 w 128"/>
                    <a:gd name="T33" fmla="*/ 16 h 105"/>
                    <a:gd name="T34" fmla="*/ 74 w 128"/>
                    <a:gd name="T35" fmla="*/ 11 h 105"/>
                    <a:gd name="T36" fmla="*/ 71 w 128"/>
                    <a:gd name="T37" fmla="*/ 11 h 105"/>
                    <a:gd name="T38" fmla="*/ 68 w 128"/>
                    <a:gd name="T39" fmla="*/ 15 h 105"/>
                    <a:gd name="T40" fmla="*/ 68 w 128"/>
                    <a:gd name="T41" fmla="*/ 21 h 105"/>
                    <a:gd name="T42" fmla="*/ 59 w 128"/>
                    <a:gd name="T43" fmla="*/ 29 h 105"/>
                    <a:gd name="T44" fmla="*/ 53 w 128"/>
                    <a:gd name="T45" fmla="*/ 27 h 105"/>
                    <a:gd name="T46" fmla="*/ 47 w 128"/>
                    <a:gd name="T47" fmla="*/ 24 h 105"/>
                    <a:gd name="T48" fmla="*/ 47 w 128"/>
                    <a:gd name="T49" fmla="*/ 32 h 105"/>
                    <a:gd name="T50" fmla="*/ 47 w 128"/>
                    <a:gd name="T51" fmla="*/ 34 h 105"/>
                    <a:gd name="T52" fmla="*/ 43 w 128"/>
                    <a:gd name="T53" fmla="*/ 45 h 105"/>
                    <a:gd name="T54" fmla="*/ 31 w 128"/>
                    <a:gd name="T55" fmla="*/ 39 h 105"/>
                    <a:gd name="T56" fmla="*/ 29 w 128"/>
                    <a:gd name="T57" fmla="*/ 23 h 105"/>
                    <a:gd name="T58" fmla="*/ 33 w 128"/>
                    <a:gd name="T59" fmla="*/ 14 h 105"/>
                    <a:gd name="T60" fmla="*/ 36 w 128"/>
                    <a:gd name="T61" fmla="*/ 9 h 105"/>
                    <a:gd name="T62" fmla="*/ 42 w 128"/>
                    <a:gd name="T63" fmla="*/ 13 h 105"/>
                    <a:gd name="T64" fmla="*/ 44 w 128"/>
                    <a:gd name="T65" fmla="*/ 16 h 105"/>
                    <a:gd name="T66" fmla="*/ 57 w 128"/>
                    <a:gd name="T67" fmla="*/ 14 h 105"/>
                    <a:gd name="T68" fmla="*/ 62 w 128"/>
                    <a:gd name="T69" fmla="*/ 11 h 105"/>
                    <a:gd name="T70" fmla="*/ 84 w 128"/>
                    <a:gd name="T71" fmla="*/ 0 h 105"/>
                    <a:gd name="T72" fmla="*/ 96 w 128"/>
                    <a:gd name="T73" fmla="*/ 7 h 105"/>
                    <a:gd name="T74" fmla="*/ 96 w 128"/>
                    <a:gd name="T75" fmla="*/ 20 h 105"/>
                    <a:gd name="T76" fmla="*/ 83 w 128"/>
                    <a:gd name="T77" fmla="*/ 43 h 105"/>
                    <a:gd name="T78" fmla="*/ 94 w 128"/>
                    <a:gd name="T79" fmla="*/ 44 h 105"/>
                    <a:gd name="T80" fmla="*/ 122 w 128"/>
                    <a:gd name="T81" fmla="*/ 59 h 105"/>
                    <a:gd name="T82" fmla="*/ 120 w 128"/>
                    <a:gd name="T83" fmla="*/ 73 h 105"/>
                    <a:gd name="T84" fmla="*/ 98 w 128"/>
                    <a:gd name="T85" fmla="*/ 73 h 105"/>
                    <a:gd name="T86" fmla="*/ 97 w 128"/>
                    <a:gd name="T87" fmla="*/ 66 h 105"/>
                    <a:gd name="T88" fmla="*/ 101 w 128"/>
                    <a:gd name="T89" fmla="*/ 58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8" h="105">
                      <a:moveTo>
                        <a:pt x="101" y="58"/>
                      </a:moveTo>
                      <a:cubicBezTo>
                        <a:pt x="94" y="52"/>
                        <a:pt x="81" y="52"/>
                        <a:pt x="74" y="56"/>
                      </a:cubicBezTo>
                      <a:cubicBezTo>
                        <a:pt x="73" y="57"/>
                        <a:pt x="70" y="58"/>
                        <a:pt x="68" y="57"/>
                      </a:cubicBezTo>
                      <a:cubicBezTo>
                        <a:pt x="62" y="56"/>
                        <a:pt x="57" y="57"/>
                        <a:pt x="51" y="59"/>
                      </a:cubicBezTo>
                      <a:cubicBezTo>
                        <a:pt x="46" y="61"/>
                        <a:pt x="41" y="63"/>
                        <a:pt x="36" y="65"/>
                      </a:cubicBezTo>
                      <a:cubicBezTo>
                        <a:pt x="32" y="67"/>
                        <a:pt x="29" y="69"/>
                        <a:pt x="28" y="73"/>
                      </a:cubicBezTo>
                      <a:cubicBezTo>
                        <a:pt x="24" y="82"/>
                        <a:pt x="20" y="92"/>
                        <a:pt x="16" y="102"/>
                      </a:cubicBezTo>
                      <a:cubicBezTo>
                        <a:pt x="16" y="103"/>
                        <a:pt x="14" y="105"/>
                        <a:pt x="13" y="104"/>
                      </a:cubicBezTo>
                      <a:cubicBezTo>
                        <a:pt x="9" y="103"/>
                        <a:pt x="5" y="100"/>
                        <a:pt x="1" y="98"/>
                      </a:cubicBezTo>
                      <a:cubicBezTo>
                        <a:pt x="0" y="97"/>
                        <a:pt x="0" y="95"/>
                        <a:pt x="0" y="93"/>
                      </a:cubicBezTo>
                      <a:cubicBezTo>
                        <a:pt x="5" y="82"/>
                        <a:pt x="10" y="71"/>
                        <a:pt x="15" y="60"/>
                      </a:cubicBezTo>
                      <a:cubicBezTo>
                        <a:pt x="15" y="59"/>
                        <a:pt x="16" y="59"/>
                        <a:pt x="16" y="58"/>
                      </a:cubicBezTo>
                      <a:cubicBezTo>
                        <a:pt x="18" y="56"/>
                        <a:pt x="19" y="52"/>
                        <a:pt x="20" y="52"/>
                      </a:cubicBezTo>
                      <a:cubicBezTo>
                        <a:pt x="24" y="52"/>
                        <a:pt x="29" y="52"/>
                        <a:pt x="32" y="54"/>
                      </a:cubicBezTo>
                      <a:cubicBezTo>
                        <a:pt x="35" y="55"/>
                        <a:pt x="36" y="56"/>
                        <a:pt x="39" y="55"/>
                      </a:cubicBezTo>
                      <a:cubicBezTo>
                        <a:pt x="57" y="50"/>
                        <a:pt x="66" y="37"/>
                        <a:pt x="72" y="21"/>
                      </a:cubicBezTo>
                      <a:cubicBezTo>
                        <a:pt x="72" y="20"/>
                        <a:pt x="73" y="18"/>
                        <a:pt x="74" y="16"/>
                      </a:cubicBezTo>
                      <a:cubicBezTo>
                        <a:pt x="74" y="14"/>
                        <a:pt x="74" y="13"/>
                        <a:pt x="74" y="11"/>
                      </a:cubicBezTo>
                      <a:cubicBezTo>
                        <a:pt x="74" y="11"/>
                        <a:pt x="72" y="10"/>
                        <a:pt x="71" y="11"/>
                      </a:cubicBezTo>
                      <a:cubicBezTo>
                        <a:pt x="70" y="12"/>
                        <a:pt x="68" y="13"/>
                        <a:pt x="68" y="15"/>
                      </a:cubicBezTo>
                      <a:cubicBezTo>
                        <a:pt x="67" y="17"/>
                        <a:pt x="68" y="19"/>
                        <a:pt x="68" y="21"/>
                      </a:cubicBezTo>
                      <a:cubicBezTo>
                        <a:pt x="69" y="28"/>
                        <a:pt x="68" y="30"/>
                        <a:pt x="59" y="29"/>
                      </a:cubicBezTo>
                      <a:cubicBezTo>
                        <a:pt x="57" y="29"/>
                        <a:pt x="55" y="28"/>
                        <a:pt x="53" y="27"/>
                      </a:cubicBezTo>
                      <a:cubicBezTo>
                        <a:pt x="51" y="26"/>
                        <a:pt x="49" y="25"/>
                        <a:pt x="47" y="24"/>
                      </a:cubicBezTo>
                      <a:cubicBezTo>
                        <a:pt x="47" y="27"/>
                        <a:pt x="47" y="29"/>
                        <a:pt x="47" y="32"/>
                      </a:cubicBezTo>
                      <a:cubicBezTo>
                        <a:pt x="47" y="33"/>
                        <a:pt x="47" y="33"/>
                        <a:pt x="47" y="34"/>
                      </a:cubicBezTo>
                      <a:cubicBezTo>
                        <a:pt x="47" y="38"/>
                        <a:pt x="48" y="43"/>
                        <a:pt x="43" y="45"/>
                      </a:cubicBezTo>
                      <a:cubicBezTo>
                        <a:pt x="39" y="46"/>
                        <a:pt x="34" y="44"/>
                        <a:pt x="31" y="39"/>
                      </a:cubicBezTo>
                      <a:cubicBezTo>
                        <a:pt x="28" y="34"/>
                        <a:pt x="25" y="29"/>
                        <a:pt x="29" y="23"/>
                      </a:cubicBezTo>
                      <a:cubicBezTo>
                        <a:pt x="31" y="20"/>
                        <a:pt x="31" y="17"/>
                        <a:pt x="33" y="14"/>
                      </a:cubicBezTo>
                      <a:cubicBezTo>
                        <a:pt x="34" y="12"/>
                        <a:pt x="35" y="9"/>
                        <a:pt x="36" y="9"/>
                      </a:cubicBezTo>
                      <a:cubicBezTo>
                        <a:pt x="38" y="10"/>
                        <a:pt x="40" y="11"/>
                        <a:pt x="42" y="13"/>
                      </a:cubicBezTo>
                      <a:cubicBezTo>
                        <a:pt x="42" y="13"/>
                        <a:pt x="43" y="15"/>
                        <a:pt x="44" y="16"/>
                      </a:cubicBezTo>
                      <a:cubicBezTo>
                        <a:pt x="48" y="13"/>
                        <a:pt x="52" y="11"/>
                        <a:pt x="57" y="14"/>
                      </a:cubicBezTo>
                      <a:cubicBezTo>
                        <a:pt x="58" y="15"/>
                        <a:pt x="61" y="13"/>
                        <a:pt x="62" y="11"/>
                      </a:cubicBezTo>
                      <a:cubicBezTo>
                        <a:pt x="69" y="5"/>
                        <a:pt x="75" y="0"/>
                        <a:pt x="84" y="0"/>
                      </a:cubicBezTo>
                      <a:cubicBezTo>
                        <a:pt x="89" y="0"/>
                        <a:pt x="93" y="2"/>
                        <a:pt x="96" y="7"/>
                      </a:cubicBezTo>
                      <a:cubicBezTo>
                        <a:pt x="99" y="11"/>
                        <a:pt x="98" y="15"/>
                        <a:pt x="96" y="20"/>
                      </a:cubicBezTo>
                      <a:cubicBezTo>
                        <a:pt x="91" y="27"/>
                        <a:pt x="87" y="35"/>
                        <a:pt x="83" y="43"/>
                      </a:cubicBezTo>
                      <a:cubicBezTo>
                        <a:pt x="88" y="43"/>
                        <a:pt x="91" y="44"/>
                        <a:pt x="94" y="44"/>
                      </a:cubicBezTo>
                      <a:cubicBezTo>
                        <a:pt x="105" y="46"/>
                        <a:pt x="115" y="50"/>
                        <a:pt x="122" y="59"/>
                      </a:cubicBezTo>
                      <a:cubicBezTo>
                        <a:pt x="128" y="65"/>
                        <a:pt x="127" y="68"/>
                        <a:pt x="120" y="73"/>
                      </a:cubicBezTo>
                      <a:cubicBezTo>
                        <a:pt x="113" y="77"/>
                        <a:pt x="105" y="77"/>
                        <a:pt x="98" y="73"/>
                      </a:cubicBezTo>
                      <a:cubicBezTo>
                        <a:pt x="95" y="71"/>
                        <a:pt x="95" y="69"/>
                        <a:pt x="97" y="66"/>
                      </a:cubicBezTo>
                      <a:cubicBezTo>
                        <a:pt x="98" y="64"/>
                        <a:pt x="100" y="61"/>
                        <a:pt x="101" y="5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8" name="Freeform 8">
                  <a:extLst>
                    <a:ext uri="{FF2B5EF4-FFF2-40B4-BE49-F238E27FC236}">
                      <a16:creationId xmlns:a16="http://schemas.microsoft.com/office/drawing/2014/main" id="{68AB8704-3F31-41E0-B209-31D0A83BAA2E}"/>
                    </a:ext>
                  </a:extLst>
                </p:cNvPr>
                <p:cNvSpPr>
                  <a:spLocks/>
                </p:cNvSpPr>
                <p:nvPr/>
              </p:nvSpPr>
              <p:spPr bwMode="auto">
                <a:xfrm>
                  <a:off x="5664200" y="2355851"/>
                  <a:ext cx="341313" cy="407988"/>
                </a:xfrm>
                <a:custGeom>
                  <a:avLst/>
                  <a:gdLst>
                    <a:gd name="T0" fmla="*/ 46 w 80"/>
                    <a:gd name="T1" fmla="*/ 29 h 96"/>
                    <a:gd name="T2" fmla="*/ 65 w 80"/>
                    <a:gd name="T3" fmla="*/ 29 h 96"/>
                    <a:gd name="T4" fmla="*/ 79 w 80"/>
                    <a:gd name="T5" fmla="*/ 41 h 96"/>
                    <a:gd name="T6" fmla="*/ 74 w 80"/>
                    <a:gd name="T7" fmla="*/ 43 h 96"/>
                    <a:gd name="T8" fmla="*/ 60 w 80"/>
                    <a:gd name="T9" fmla="*/ 43 h 96"/>
                    <a:gd name="T10" fmla="*/ 52 w 80"/>
                    <a:gd name="T11" fmla="*/ 50 h 96"/>
                    <a:gd name="T12" fmla="*/ 49 w 80"/>
                    <a:gd name="T13" fmla="*/ 87 h 96"/>
                    <a:gd name="T14" fmla="*/ 37 w 80"/>
                    <a:gd name="T15" fmla="*/ 95 h 96"/>
                    <a:gd name="T16" fmla="*/ 21 w 80"/>
                    <a:gd name="T17" fmla="*/ 68 h 96"/>
                    <a:gd name="T18" fmla="*/ 22 w 80"/>
                    <a:gd name="T19" fmla="*/ 62 h 96"/>
                    <a:gd name="T20" fmla="*/ 30 w 80"/>
                    <a:gd name="T21" fmla="*/ 72 h 96"/>
                    <a:gd name="T22" fmla="*/ 40 w 80"/>
                    <a:gd name="T23" fmla="*/ 70 h 96"/>
                    <a:gd name="T24" fmla="*/ 43 w 80"/>
                    <a:gd name="T25" fmla="*/ 46 h 96"/>
                    <a:gd name="T26" fmla="*/ 24 w 80"/>
                    <a:gd name="T27" fmla="*/ 52 h 96"/>
                    <a:gd name="T28" fmla="*/ 19 w 80"/>
                    <a:gd name="T29" fmla="*/ 54 h 96"/>
                    <a:gd name="T30" fmla="*/ 6 w 80"/>
                    <a:gd name="T31" fmla="*/ 54 h 96"/>
                    <a:gd name="T32" fmla="*/ 2 w 80"/>
                    <a:gd name="T33" fmla="*/ 40 h 96"/>
                    <a:gd name="T34" fmla="*/ 6 w 80"/>
                    <a:gd name="T35" fmla="*/ 37 h 96"/>
                    <a:gd name="T36" fmla="*/ 28 w 80"/>
                    <a:gd name="T37" fmla="*/ 33 h 96"/>
                    <a:gd name="T38" fmla="*/ 33 w 80"/>
                    <a:gd name="T39" fmla="*/ 32 h 96"/>
                    <a:gd name="T40" fmla="*/ 36 w 80"/>
                    <a:gd name="T41" fmla="*/ 22 h 96"/>
                    <a:gd name="T42" fmla="*/ 46 w 80"/>
                    <a:gd name="T43" fmla="*/ 12 h 96"/>
                    <a:gd name="T44" fmla="*/ 45 w 80"/>
                    <a:gd name="T45" fmla="*/ 10 h 96"/>
                    <a:gd name="T46" fmla="*/ 26 w 80"/>
                    <a:gd name="T47" fmla="*/ 17 h 96"/>
                    <a:gd name="T48" fmla="*/ 15 w 80"/>
                    <a:gd name="T49" fmla="*/ 24 h 96"/>
                    <a:gd name="T50" fmla="*/ 5 w 80"/>
                    <a:gd name="T51" fmla="*/ 22 h 96"/>
                    <a:gd name="T52" fmla="*/ 1 w 80"/>
                    <a:gd name="T53" fmla="*/ 17 h 96"/>
                    <a:gd name="T54" fmla="*/ 36 w 80"/>
                    <a:gd name="T55" fmla="*/ 2 h 96"/>
                    <a:gd name="T56" fmla="*/ 55 w 80"/>
                    <a:gd name="T57" fmla="*/ 0 h 96"/>
                    <a:gd name="T58" fmla="*/ 61 w 80"/>
                    <a:gd name="T59" fmla="*/ 6 h 96"/>
                    <a:gd name="T60" fmla="*/ 59 w 80"/>
                    <a:gd name="T61" fmla="*/ 13 h 96"/>
                    <a:gd name="T62" fmla="*/ 46 w 80"/>
                    <a:gd name="T63" fmla="*/ 29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 h="96">
                      <a:moveTo>
                        <a:pt x="46" y="29"/>
                      </a:moveTo>
                      <a:cubicBezTo>
                        <a:pt x="53" y="30"/>
                        <a:pt x="59" y="31"/>
                        <a:pt x="65" y="29"/>
                      </a:cubicBezTo>
                      <a:cubicBezTo>
                        <a:pt x="71" y="27"/>
                        <a:pt x="80" y="34"/>
                        <a:pt x="79" y="41"/>
                      </a:cubicBezTo>
                      <a:cubicBezTo>
                        <a:pt x="79" y="42"/>
                        <a:pt x="76" y="43"/>
                        <a:pt x="74" y="43"/>
                      </a:cubicBezTo>
                      <a:cubicBezTo>
                        <a:pt x="70" y="43"/>
                        <a:pt x="65" y="43"/>
                        <a:pt x="60" y="43"/>
                      </a:cubicBezTo>
                      <a:cubicBezTo>
                        <a:pt x="53" y="42"/>
                        <a:pt x="52" y="44"/>
                        <a:pt x="52" y="50"/>
                      </a:cubicBezTo>
                      <a:cubicBezTo>
                        <a:pt x="51" y="62"/>
                        <a:pt x="51" y="75"/>
                        <a:pt x="49" y="87"/>
                      </a:cubicBezTo>
                      <a:cubicBezTo>
                        <a:pt x="48" y="95"/>
                        <a:pt x="45" y="96"/>
                        <a:pt x="37" y="95"/>
                      </a:cubicBezTo>
                      <a:cubicBezTo>
                        <a:pt x="25" y="92"/>
                        <a:pt x="15" y="82"/>
                        <a:pt x="21" y="68"/>
                      </a:cubicBezTo>
                      <a:cubicBezTo>
                        <a:pt x="21" y="66"/>
                        <a:pt x="21" y="64"/>
                        <a:pt x="22" y="62"/>
                      </a:cubicBezTo>
                      <a:cubicBezTo>
                        <a:pt x="24" y="65"/>
                        <a:pt x="27" y="69"/>
                        <a:pt x="30" y="72"/>
                      </a:cubicBezTo>
                      <a:cubicBezTo>
                        <a:pt x="33" y="76"/>
                        <a:pt x="39" y="75"/>
                        <a:pt x="40" y="70"/>
                      </a:cubicBezTo>
                      <a:cubicBezTo>
                        <a:pt x="41" y="62"/>
                        <a:pt x="42" y="54"/>
                        <a:pt x="43" y="46"/>
                      </a:cubicBezTo>
                      <a:cubicBezTo>
                        <a:pt x="35" y="45"/>
                        <a:pt x="30" y="49"/>
                        <a:pt x="24" y="52"/>
                      </a:cubicBezTo>
                      <a:cubicBezTo>
                        <a:pt x="22" y="52"/>
                        <a:pt x="21" y="54"/>
                        <a:pt x="19" y="54"/>
                      </a:cubicBezTo>
                      <a:cubicBezTo>
                        <a:pt x="14" y="58"/>
                        <a:pt x="11" y="57"/>
                        <a:pt x="6" y="54"/>
                      </a:cubicBezTo>
                      <a:cubicBezTo>
                        <a:pt x="3" y="51"/>
                        <a:pt x="0" y="44"/>
                        <a:pt x="2" y="40"/>
                      </a:cubicBezTo>
                      <a:cubicBezTo>
                        <a:pt x="2" y="39"/>
                        <a:pt x="5" y="37"/>
                        <a:pt x="6" y="37"/>
                      </a:cubicBezTo>
                      <a:cubicBezTo>
                        <a:pt x="14" y="39"/>
                        <a:pt x="20" y="35"/>
                        <a:pt x="28" y="33"/>
                      </a:cubicBezTo>
                      <a:cubicBezTo>
                        <a:pt x="29" y="33"/>
                        <a:pt x="31" y="32"/>
                        <a:pt x="33" y="32"/>
                      </a:cubicBezTo>
                      <a:cubicBezTo>
                        <a:pt x="31" y="27"/>
                        <a:pt x="31" y="24"/>
                        <a:pt x="36" y="22"/>
                      </a:cubicBezTo>
                      <a:cubicBezTo>
                        <a:pt x="39" y="19"/>
                        <a:pt x="42" y="15"/>
                        <a:pt x="46" y="12"/>
                      </a:cubicBezTo>
                      <a:cubicBezTo>
                        <a:pt x="45" y="11"/>
                        <a:pt x="45" y="11"/>
                        <a:pt x="45" y="10"/>
                      </a:cubicBezTo>
                      <a:cubicBezTo>
                        <a:pt x="38" y="13"/>
                        <a:pt x="32" y="15"/>
                        <a:pt x="26" y="17"/>
                      </a:cubicBezTo>
                      <a:cubicBezTo>
                        <a:pt x="22" y="19"/>
                        <a:pt x="18" y="22"/>
                        <a:pt x="15" y="24"/>
                      </a:cubicBezTo>
                      <a:cubicBezTo>
                        <a:pt x="11" y="26"/>
                        <a:pt x="7" y="27"/>
                        <a:pt x="5" y="22"/>
                      </a:cubicBezTo>
                      <a:cubicBezTo>
                        <a:pt x="4" y="20"/>
                        <a:pt x="3" y="19"/>
                        <a:pt x="1" y="17"/>
                      </a:cubicBezTo>
                      <a:cubicBezTo>
                        <a:pt x="13" y="12"/>
                        <a:pt x="25" y="6"/>
                        <a:pt x="36" y="2"/>
                      </a:cubicBezTo>
                      <a:cubicBezTo>
                        <a:pt x="42" y="0"/>
                        <a:pt x="49" y="0"/>
                        <a:pt x="55" y="0"/>
                      </a:cubicBezTo>
                      <a:cubicBezTo>
                        <a:pt x="57" y="0"/>
                        <a:pt x="60" y="4"/>
                        <a:pt x="61" y="6"/>
                      </a:cubicBezTo>
                      <a:cubicBezTo>
                        <a:pt x="62" y="8"/>
                        <a:pt x="61" y="11"/>
                        <a:pt x="59" y="13"/>
                      </a:cubicBezTo>
                      <a:cubicBezTo>
                        <a:pt x="55" y="18"/>
                        <a:pt x="51" y="23"/>
                        <a:pt x="46"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33" name="组合 32">
                <a:extLst>
                  <a:ext uri="{FF2B5EF4-FFF2-40B4-BE49-F238E27FC236}">
                    <a16:creationId xmlns:a16="http://schemas.microsoft.com/office/drawing/2014/main" id="{B92E7EB9-3312-4310-B5FA-50F0FA6CFB99}"/>
                  </a:ext>
                </a:extLst>
              </p:cNvPr>
              <p:cNvGrpSpPr/>
              <p:nvPr/>
            </p:nvGrpSpPr>
            <p:grpSpPr>
              <a:xfrm>
                <a:off x="11192276" y="2400300"/>
                <a:ext cx="322175" cy="373063"/>
                <a:chOff x="3792874" y="3138488"/>
                <a:chExt cx="322175" cy="373063"/>
              </a:xfrm>
              <a:grpFill/>
            </p:grpSpPr>
            <p:sp>
              <p:nvSpPr>
                <p:cNvPr id="34" name="Freeform 15">
                  <a:extLst>
                    <a:ext uri="{FF2B5EF4-FFF2-40B4-BE49-F238E27FC236}">
                      <a16:creationId xmlns:a16="http://schemas.microsoft.com/office/drawing/2014/main" id="{4A24723D-38DD-4916-B1AF-76A903317407}"/>
                    </a:ext>
                  </a:extLst>
                </p:cNvPr>
                <p:cNvSpPr>
                  <a:spLocks/>
                </p:cNvSpPr>
                <p:nvPr/>
              </p:nvSpPr>
              <p:spPr bwMode="auto">
                <a:xfrm>
                  <a:off x="3792874" y="3235325"/>
                  <a:ext cx="112625" cy="246063"/>
                </a:xfrm>
                <a:custGeom>
                  <a:avLst/>
                  <a:gdLst>
                    <a:gd name="T0" fmla="*/ 16 w 39"/>
                    <a:gd name="T1" fmla="*/ 29 h 58"/>
                    <a:gd name="T2" fmla="*/ 27 w 39"/>
                    <a:gd name="T3" fmla="*/ 7 h 58"/>
                    <a:gd name="T4" fmla="*/ 31 w 39"/>
                    <a:gd name="T5" fmla="*/ 1 h 58"/>
                    <a:gd name="T6" fmla="*/ 34 w 39"/>
                    <a:gd name="T7" fmla="*/ 6 h 58"/>
                    <a:gd name="T8" fmla="*/ 35 w 39"/>
                    <a:gd name="T9" fmla="*/ 26 h 58"/>
                    <a:gd name="T10" fmla="*/ 20 w 39"/>
                    <a:gd name="T11" fmla="*/ 52 h 58"/>
                    <a:gd name="T12" fmla="*/ 9 w 39"/>
                    <a:gd name="T13" fmla="*/ 57 h 58"/>
                    <a:gd name="T14" fmla="*/ 1 w 39"/>
                    <a:gd name="T15" fmla="*/ 43 h 58"/>
                    <a:gd name="T16" fmla="*/ 4 w 39"/>
                    <a:gd name="T17" fmla="*/ 6 h 58"/>
                    <a:gd name="T18" fmla="*/ 8 w 39"/>
                    <a:gd name="T19" fmla="*/ 0 h 58"/>
                    <a:gd name="T20" fmla="*/ 15 w 39"/>
                    <a:gd name="T21" fmla="*/ 6 h 58"/>
                    <a:gd name="T22" fmla="*/ 14 w 39"/>
                    <a:gd name="T23" fmla="*/ 20 h 58"/>
                    <a:gd name="T24" fmla="*/ 14 w 39"/>
                    <a:gd name="T25" fmla="*/ 28 h 58"/>
                    <a:gd name="T26" fmla="*/ 16 w 39"/>
                    <a:gd name="T27" fmla="*/ 29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9" h="58">
                      <a:moveTo>
                        <a:pt x="16" y="29"/>
                      </a:moveTo>
                      <a:cubicBezTo>
                        <a:pt x="19" y="21"/>
                        <a:pt x="23" y="14"/>
                        <a:pt x="27" y="7"/>
                      </a:cubicBezTo>
                      <a:cubicBezTo>
                        <a:pt x="28" y="5"/>
                        <a:pt x="29" y="3"/>
                        <a:pt x="31" y="1"/>
                      </a:cubicBezTo>
                      <a:cubicBezTo>
                        <a:pt x="32" y="3"/>
                        <a:pt x="33" y="4"/>
                        <a:pt x="34" y="6"/>
                      </a:cubicBezTo>
                      <a:cubicBezTo>
                        <a:pt x="37" y="12"/>
                        <a:pt x="39" y="19"/>
                        <a:pt x="35" y="26"/>
                      </a:cubicBezTo>
                      <a:cubicBezTo>
                        <a:pt x="30" y="34"/>
                        <a:pt x="25" y="43"/>
                        <a:pt x="20" y="52"/>
                      </a:cubicBezTo>
                      <a:cubicBezTo>
                        <a:pt x="18" y="56"/>
                        <a:pt x="12" y="58"/>
                        <a:pt x="9" y="57"/>
                      </a:cubicBezTo>
                      <a:cubicBezTo>
                        <a:pt x="2" y="54"/>
                        <a:pt x="0" y="50"/>
                        <a:pt x="1" y="43"/>
                      </a:cubicBezTo>
                      <a:cubicBezTo>
                        <a:pt x="2" y="31"/>
                        <a:pt x="3" y="18"/>
                        <a:pt x="4" y="6"/>
                      </a:cubicBezTo>
                      <a:cubicBezTo>
                        <a:pt x="4" y="4"/>
                        <a:pt x="4" y="0"/>
                        <a:pt x="8" y="0"/>
                      </a:cubicBezTo>
                      <a:cubicBezTo>
                        <a:pt x="11" y="0"/>
                        <a:pt x="15" y="1"/>
                        <a:pt x="15" y="6"/>
                      </a:cubicBezTo>
                      <a:cubicBezTo>
                        <a:pt x="15" y="10"/>
                        <a:pt x="14" y="15"/>
                        <a:pt x="14" y="20"/>
                      </a:cubicBezTo>
                      <a:cubicBezTo>
                        <a:pt x="14" y="23"/>
                        <a:pt x="14" y="25"/>
                        <a:pt x="14" y="28"/>
                      </a:cubicBezTo>
                      <a:cubicBezTo>
                        <a:pt x="14" y="28"/>
                        <a:pt x="15" y="28"/>
                        <a:pt x="16"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5" name="Freeform 16">
                  <a:extLst>
                    <a:ext uri="{FF2B5EF4-FFF2-40B4-BE49-F238E27FC236}">
                      <a16:creationId xmlns:a16="http://schemas.microsoft.com/office/drawing/2014/main" id="{FB4C6AFE-87EF-4FB7-829C-F7529116EE44}"/>
                    </a:ext>
                  </a:extLst>
                </p:cNvPr>
                <p:cNvSpPr>
                  <a:spLocks/>
                </p:cNvSpPr>
                <p:nvPr/>
              </p:nvSpPr>
              <p:spPr bwMode="auto">
                <a:xfrm>
                  <a:off x="3980111" y="3138488"/>
                  <a:ext cx="134938" cy="373063"/>
                </a:xfrm>
                <a:custGeom>
                  <a:avLst/>
                  <a:gdLst>
                    <a:gd name="T0" fmla="*/ 9 w 47"/>
                    <a:gd name="T1" fmla="*/ 73 h 88"/>
                    <a:gd name="T2" fmla="*/ 3 w 47"/>
                    <a:gd name="T3" fmla="*/ 67 h 88"/>
                    <a:gd name="T4" fmla="*/ 3 w 47"/>
                    <a:gd name="T5" fmla="*/ 57 h 88"/>
                    <a:gd name="T6" fmla="*/ 20 w 47"/>
                    <a:gd name="T7" fmla="*/ 38 h 88"/>
                    <a:gd name="T8" fmla="*/ 33 w 47"/>
                    <a:gd name="T9" fmla="*/ 20 h 88"/>
                    <a:gd name="T10" fmla="*/ 33 w 47"/>
                    <a:gd name="T11" fmla="*/ 4 h 88"/>
                    <a:gd name="T12" fmla="*/ 32 w 47"/>
                    <a:gd name="T13" fmla="*/ 1 h 88"/>
                    <a:gd name="T14" fmla="*/ 33 w 47"/>
                    <a:gd name="T15" fmla="*/ 0 h 88"/>
                    <a:gd name="T16" fmla="*/ 41 w 47"/>
                    <a:gd name="T17" fmla="*/ 6 h 88"/>
                    <a:gd name="T18" fmla="*/ 43 w 47"/>
                    <a:gd name="T19" fmla="*/ 26 h 88"/>
                    <a:gd name="T20" fmla="*/ 29 w 47"/>
                    <a:gd name="T21" fmla="*/ 48 h 88"/>
                    <a:gd name="T22" fmla="*/ 30 w 47"/>
                    <a:gd name="T23" fmla="*/ 52 h 88"/>
                    <a:gd name="T24" fmla="*/ 40 w 47"/>
                    <a:gd name="T25" fmla="*/ 73 h 88"/>
                    <a:gd name="T26" fmla="*/ 41 w 47"/>
                    <a:gd name="T27" fmla="*/ 84 h 88"/>
                    <a:gd name="T28" fmla="*/ 37 w 47"/>
                    <a:gd name="T29" fmla="*/ 86 h 88"/>
                    <a:gd name="T30" fmla="*/ 31 w 47"/>
                    <a:gd name="T31" fmla="*/ 75 h 88"/>
                    <a:gd name="T32" fmla="*/ 28 w 47"/>
                    <a:gd name="T33" fmla="*/ 60 h 88"/>
                    <a:gd name="T34" fmla="*/ 22 w 47"/>
                    <a:gd name="T35" fmla="*/ 59 h 88"/>
                    <a:gd name="T36" fmla="*/ 9 w 47"/>
                    <a:gd name="T37" fmla="*/ 73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7" h="88">
                      <a:moveTo>
                        <a:pt x="9" y="73"/>
                      </a:moveTo>
                      <a:cubicBezTo>
                        <a:pt x="7" y="71"/>
                        <a:pt x="5" y="69"/>
                        <a:pt x="3" y="67"/>
                      </a:cubicBezTo>
                      <a:cubicBezTo>
                        <a:pt x="1" y="64"/>
                        <a:pt x="0" y="61"/>
                        <a:pt x="3" y="57"/>
                      </a:cubicBezTo>
                      <a:cubicBezTo>
                        <a:pt x="9" y="51"/>
                        <a:pt x="14" y="45"/>
                        <a:pt x="20" y="38"/>
                      </a:cubicBezTo>
                      <a:cubicBezTo>
                        <a:pt x="24" y="32"/>
                        <a:pt x="28" y="26"/>
                        <a:pt x="33" y="20"/>
                      </a:cubicBezTo>
                      <a:cubicBezTo>
                        <a:pt x="36" y="15"/>
                        <a:pt x="36" y="9"/>
                        <a:pt x="33" y="4"/>
                      </a:cubicBezTo>
                      <a:cubicBezTo>
                        <a:pt x="32" y="3"/>
                        <a:pt x="32" y="2"/>
                        <a:pt x="32" y="1"/>
                      </a:cubicBezTo>
                      <a:cubicBezTo>
                        <a:pt x="32" y="1"/>
                        <a:pt x="33" y="0"/>
                        <a:pt x="33" y="0"/>
                      </a:cubicBezTo>
                      <a:cubicBezTo>
                        <a:pt x="36" y="2"/>
                        <a:pt x="39" y="4"/>
                        <a:pt x="41" y="6"/>
                      </a:cubicBezTo>
                      <a:cubicBezTo>
                        <a:pt x="46" y="11"/>
                        <a:pt x="47" y="20"/>
                        <a:pt x="43" y="26"/>
                      </a:cubicBezTo>
                      <a:cubicBezTo>
                        <a:pt x="39" y="33"/>
                        <a:pt x="34" y="40"/>
                        <a:pt x="29" y="48"/>
                      </a:cubicBezTo>
                      <a:cubicBezTo>
                        <a:pt x="29" y="49"/>
                        <a:pt x="29" y="52"/>
                        <a:pt x="30" y="52"/>
                      </a:cubicBezTo>
                      <a:cubicBezTo>
                        <a:pt x="38" y="57"/>
                        <a:pt x="38" y="65"/>
                        <a:pt x="40" y="73"/>
                      </a:cubicBezTo>
                      <a:cubicBezTo>
                        <a:pt x="41" y="76"/>
                        <a:pt x="41" y="80"/>
                        <a:pt x="41" y="84"/>
                      </a:cubicBezTo>
                      <a:cubicBezTo>
                        <a:pt x="41" y="87"/>
                        <a:pt x="39" y="88"/>
                        <a:pt x="37" y="86"/>
                      </a:cubicBezTo>
                      <a:cubicBezTo>
                        <a:pt x="33" y="83"/>
                        <a:pt x="31" y="81"/>
                        <a:pt x="31" y="75"/>
                      </a:cubicBezTo>
                      <a:cubicBezTo>
                        <a:pt x="31" y="70"/>
                        <a:pt x="30" y="65"/>
                        <a:pt x="28" y="60"/>
                      </a:cubicBezTo>
                      <a:cubicBezTo>
                        <a:pt x="27" y="55"/>
                        <a:pt x="25" y="56"/>
                        <a:pt x="22" y="59"/>
                      </a:cubicBezTo>
                      <a:cubicBezTo>
                        <a:pt x="18" y="64"/>
                        <a:pt x="14" y="68"/>
                        <a:pt x="9"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6" name="Freeform 17">
                  <a:extLst>
                    <a:ext uri="{FF2B5EF4-FFF2-40B4-BE49-F238E27FC236}">
                      <a16:creationId xmlns:a16="http://schemas.microsoft.com/office/drawing/2014/main" id="{7BBE01C1-D3BA-489E-BE5E-C63059DA7AF9}"/>
                    </a:ext>
                  </a:extLst>
                </p:cNvPr>
                <p:cNvSpPr>
                  <a:spLocks/>
                </p:cNvSpPr>
                <p:nvPr/>
              </p:nvSpPr>
              <p:spPr bwMode="auto">
                <a:xfrm>
                  <a:off x="3872924" y="3138488"/>
                  <a:ext cx="75438" cy="79375"/>
                </a:xfrm>
                <a:custGeom>
                  <a:avLst/>
                  <a:gdLst>
                    <a:gd name="T0" fmla="*/ 0 w 26"/>
                    <a:gd name="T1" fmla="*/ 0 h 19"/>
                    <a:gd name="T2" fmla="*/ 20 w 26"/>
                    <a:gd name="T3" fmla="*/ 1 h 19"/>
                    <a:gd name="T4" fmla="*/ 23 w 26"/>
                    <a:gd name="T5" fmla="*/ 12 h 19"/>
                    <a:gd name="T6" fmla="*/ 12 w 26"/>
                    <a:gd name="T7" fmla="*/ 18 h 19"/>
                    <a:gd name="T8" fmla="*/ 3 w 26"/>
                    <a:gd name="T9" fmla="*/ 11 h 19"/>
                    <a:gd name="T10" fmla="*/ 0 w 26"/>
                    <a:gd name="T11" fmla="*/ 0 h 19"/>
                  </a:gdLst>
                  <a:ahLst/>
                  <a:cxnLst>
                    <a:cxn ang="0">
                      <a:pos x="T0" y="T1"/>
                    </a:cxn>
                    <a:cxn ang="0">
                      <a:pos x="T2" y="T3"/>
                    </a:cxn>
                    <a:cxn ang="0">
                      <a:pos x="T4" y="T5"/>
                    </a:cxn>
                    <a:cxn ang="0">
                      <a:pos x="T6" y="T7"/>
                    </a:cxn>
                    <a:cxn ang="0">
                      <a:pos x="T8" y="T9"/>
                    </a:cxn>
                    <a:cxn ang="0">
                      <a:pos x="T10" y="T11"/>
                    </a:cxn>
                  </a:cxnLst>
                  <a:rect l="0" t="0" r="r" b="b"/>
                  <a:pathLst>
                    <a:path w="26" h="19">
                      <a:moveTo>
                        <a:pt x="0" y="0"/>
                      </a:moveTo>
                      <a:cubicBezTo>
                        <a:pt x="8" y="1"/>
                        <a:pt x="14" y="1"/>
                        <a:pt x="20" y="1"/>
                      </a:cubicBezTo>
                      <a:cubicBezTo>
                        <a:pt x="24" y="1"/>
                        <a:pt x="26" y="8"/>
                        <a:pt x="23" y="12"/>
                      </a:cubicBezTo>
                      <a:cubicBezTo>
                        <a:pt x="21" y="16"/>
                        <a:pt x="17" y="19"/>
                        <a:pt x="12" y="18"/>
                      </a:cubicBezTo>
                      <a:cubicBezTo>
                        <a:pt x="8" y="18"/>
                        <a:pt x="5" y="15"/>
                        <a:pt x="3" y="11"/>
                      </a:cubicBezTo>
                      <a:cubicBezTo>
                        <a:pt x="2" y="8"/>
                        <a:pt x="1" y="4"/>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grpSp>
          <p:nvGrpSpPr>
            <p:cNvPr id="17" name="组合 16">
              <a:extLst>
                <a:ext uri="{FF2B5EF4-FFF2-40B4-BE49-F238E27FC236}">
                  <a16:creationId xmlns:a16="http://schemas.microsoft.com/office/drawing/2014/main" id="{E582171C-E91E-4DDB-B720-D9EDE8C54B5C}"/>
                </a:ext>
              </a:extLst>
            </p:cNvPr>
            <p:cNvGrpSpPr/>
            <p:nvPr/>
          </p:nvGrpSpPr>
          <p:grpSpPr>
            <a:xfrm>
              <a:off x="582366" y="5719539"/>
              <a:ext cx="2716733" cy="681262"/>
              <a:chOff x="6738929" y="2270918"/>
              <a:chExt cx="2766486" cy="693738"/>
            </a:xfrm>
            <a:grpFill/>
          </p:grpSpPr>
          <p:grpSp>
            <p:nvGrpSpPr>
              <p:cNvPr id="18" name="组合 17">
                <a:extLst>
                  <a:ext uri="{FF2B5EF4-FFF2-40B4-BE49-F238E27FC236}">
                    <a16:creationId xmlns:a16="http://schemas.microsoft.com/office/drawing/2014/main" id="{4EB45816-40C4-4065-9181-C29D2BECD84E}"/>
                  </a:ext>
                </a:extLst>
              </p:cNvPr>
              <p:cNvGrpSpPr/>
              <p:nvPr/>
            </p:nvGrpSpPr>
            <p:grpSpPr>
              <a:xfrm>
                <a:off x="8180494" y="2355056"/>
                <a:ext cx="484188" cy="509588"/>
                <a:chOff x="6113463" y="3541713"/>
                <a:chExt cx="484188" cy="509588"/>
              </a:xfrm>
              <a:grpFill/>
            </p:grpSpPr>
            <p:sp>
              <p:nvSpPr>
                <p:cNvPr id="28" name="Freeform 9">
                  <a:extLst>
                    <a:ext uri="{FF2B5EF4-FFF2-40B4-BE49-F238E27FC236}">
                      <a16:creationId xmlns:a16="http://schemas.microsoft.com/office/drawing/2014/main" id="{70888479-5294-457A-8111-462CE4F104F2}"/>
                    </a:ext>
                  </a:extLst>
                </p:cNvPr>
                <p:cNvSpPr>
                  <a:spLocks noEditPoints="1"/>
                </p:cNvSpPr>
                <p:nvPr/>
              </p:nvSpPr>
              <p:spPr bwMode="auto">
                <a:xfrm>
                  <a:off x="6113463" y="3579813"/>
                  <a:ext cx="252413" cy="428625"/>
                </a:xfrm>
                <a:custGeom>
                  <a:avLst/>
                  <a:gdLst>
                    <a:gd name="T0" fmla="*/ 39 w 59"/>
                    <a:gd name="T1" fmla="*/ 78 h 101"/>
                    <a:gd name="T2" fmla="*/ 17 w 59"/>
                    <a:gd name="T3" fmla="*/ 94 h 101"/>
                    <a:gd name="T4" fmla="*/ 8 w 59"/>
                    <a:gd name="T5" fmla="*/ 94 h 101"/>
                    <a:gd name="T6" fmla="*/ 0 w 59"/>
                    <a:gd name="T7" fmla="*/ 79 h 101"/>
                    <a:gd name="T8" fmla="*/ 17 w 59"/>
                    <a:gd name="T9" fmla="*/ 73 h 101"/>
                    <a:gd name="T10" fmla="*/ 10 w 59"/>
                    <a:gd name="T11" fmla="*/ 68 h 101"/>
                    <a:gd name="T12" fmla="*/ 8 w 59"/>
                    <a:gd name="T13" fmla="*/ 60 h 101"/>
                    <a:gd name="T14" fmla="*/ 18 w 59"/>
                    <a:gd name="T15" fmla="*/ 23 h 101"/>
                    <a:gd name="T16" fmla="*/ 26 w 59"/>
                    <a:gd name="T17" fmla="*/ 17 h 101"/>
                    <a:gd name="T18" fmla="*/ 36 w 59"/>
                    <a:gd name="T19" fmla="*/ 26 h 101"/>
                    <a:gd name="T20" fmla="*/ 36 w 59"/>
                    <a:gd name="T21" fmla="*/ 27 h 101"/>
                    <a:gd name="T22" fmla="*/ 43 w 59"/>
                    <a:gd name="T23" fmla="*/ 40 h 101"/>
                    <a:gd name="T24" fmla="*/ 42 w 59"/>
                    <a:gd name="T25" fmla="*/ 12 h 101"/>
                    <a:gd name="T26" fmla="*/ 21 w 59"/>
                    <a:gd name="T27" fmla="*/ 5 h 101"/>
                    <a:gd name="T28" fmla="*/ 44 w 59"/>
                    <a:gd name="T29" fmla="*/ 1 h 101"/>
                    <a:gd name="T30" fmla="*/ 57 w 59"/>
                    <a:gd name="T31" fmla="*/ 17 h 101"/>
                    <a:gd name="T32" fmla="*/ 56 w 59"/>
                    <a:gd name="T33" fmla="*/ 48 h 101"/>
                    <a:gd name="T34" fmla="*/ 57 w 59"/>
                    <a:gd name="T35" fmla="*/ 55 h 101"/>
                    <a:gd name="T36" fmla="*/ 55 w 59"/>
                    <a:gd name="T37" fmla="*/ 64 h 101"/>
                    <a:gd name="T38" fmla="*/ 54 w 59"/>
                    <a:gd name="T39" fmla="*/ 71 h 101"/>
                    <a:gd name="T40" fmla="*/ 52 w 59"/>
                    <a:gd name="T41" fmla="*/ 95 h 101"/>
                    <a:gd name="T42" fmla="*/ 49 w 59"/>
                    <a:gd name="T43" fmla="*/ 101 h 101"/>
                    <a:gd name="T44" fmla="*/ 43 w 59"/>
                    <a:gd name="T45" fmla="*/ 98 h 101"/>
                    <a:gd name="T46" fmla="*/ 38 w 59"/>
                    <a:gd name="T47" fmla="*/ 86 h 101"/>
                    <a:gd name="T48" fmla="*/ 39 w 59"/>
                    <a:gd name="T49" fmla="*/ 78 h 101"/>
                    <a:gd name="T50" fmla="*/ 42 w 59"/>
                    <a:gd name="T51" fmla="*/ 47 h 101"/>
                    <a:gd name="T52" fmla="*/ 32 w 59"/>
                    <a:gd name="T53" fmla="*/ 44 h 101"/>
                    <a:gd name="T54" fmla="*/ 29 w 59"/>
                    <a:gd name="T55" fmla="*/ 64 h 101"/>
                    <a:gd name="T56" fmla="*/ 42 w 59"/>
                    <a:gd name="T57" fmla="*/ 4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9" h="101">
                      <a:moveTo>
                        <a:pt x="39" y="78"/>
                      </a:moveTo>
                      <a:cubicBezTo>
                        <a:pt x="31" y="84"/>
                        <a:pt x="24" y="89"/>
                        <a:pt x="17" y="94"/>
                      </a:cubicBezTo>
                      <a:cubicBezTo>
                        <a:pt x="14" y="97"/>
                        <a:pt x="11" y="96"/>
                        <a:pt x="8" y="94"/>
                      </a:cubicBezTo>
                      <a:cubicBezTo>
                        <a:pt x="4" y="90"/>
                        <a:pt x="0" y="86"/>
                        <a:pt x="0" y="79"/>
                      </a:cubicBezTo>
                      <a:cubicBezTo>
                        <a:pt x="6" y="82"/>
                        <a:pt x="12" y="80"/>
                        <a:pt x="17" y="73"/>
                      </a:cubicBezTo>
                      <a:cubicBezTo>
                        <a:pt x="15" y="72"/>
                        <a:pt x="13" y="70"/>
                        <a:pt x="10" y="68"/>
                      </a:cubicBezTo>
                      <a:cubicBezTo>
                        <a:pt x="7" y="66"/>
                        <a:pt x="7" y="63"/>
                        <a:pt x="8" y="60"/>
                      </a:cubicBezTo>
                      <a:cubicBezTo>
                        <a:pt x="11" y="48"/>
                        <a:pt x="15" y="36"/>
                        <a:pt x="18" y="23"/>
                      </a:cubicBezTo>
                      <a:cubicBezTo>
                        <a:pt x="19" y="20"/>
                        <a:pt x="20" y="16"/>
                        <a:pt x="26" y="17"/>
                      </a:cubicBezTo>
                      <a:cubicBezTo>
                        <a:pt x="32" y="18"/>
                        <a:pt x="36" y="21"/>
                        <a:pt x="36" y="26"/>
                      </a:cubicBezTo>
                      <a:cubicBezTo>
                        <a:pt x="36" y="26"/>
                        <a:pt x="36" y="27"/>
                        <a:pt x="36" y="27"/>
                      </a:cubicBezTo>
                      <a:cubicBezTo>
                        <a:pt x="35" y="33"/>
                        <a:pt x="38" y="37"/>
                        <a:pt x="43" y="40"/>
                      </a:cubicBezTo>
                      <a:cubicBezTo>
                        <a:pt x="43" y="31"/>
                        <a:pt x="42" y="22"/>
                        <a:pt x="42" y="12"/>
                      </a:cubicBezTo>
                      <a:cubicBezTo>
                        <a:pt x="30" y="16"/>
                        <a:pt x="20" y="12"/>
                        <a:pt x="21" y="5"/>
                      </a:cubicBezTo>
                      <a:cubicBezTo>
                        <a:pt x="29" y="3"/>
                        <a:pt x="36" y="1"/>
                        <a:pt x="44" y="1"/>
                      </a:cubicBezTo>
                      <a:cubicBezTo>
                        <a:pt x="54" y="0"/>
                        <a:pt x="59" y="8"/>
                        <a:pt x="57" y="17"/>
                      </a:cubicBezTo>
                      <a:cubicBezTo>
                        <a:pt x="56" y="27"/>
                        <a:pt x="56" y="38"/>
                        <a:pt x="56" y="48"/>
                      </a:cubicBezTo>
                      <a:cubicBezTo>
                        <a:pt x="56" y="50"/>
                        <a:pt x="57" y="52"/>
                        <a:pt x="57" y="55"/>
                      </a:cubicBezTo>
                      <a:cubicBezTo>
                        <a:pt x="57" y="58"/>
                        <a:pt x="56" y="61"/>
                        <a:pt x="55" y="64"/>
                      </a:cubicBezTo>
                      <a:cubicBezTo>
                        <a:pt x="55" y="66"/>
                        <a:pt x="54" y="68"/>
                        <a:pt x="54" y="71"/>
                      </a:cubicBezTo>
                      <a:cubicBezTo>
                        <a:pt x="53" y="79"/>
                        <a:pt x="53" y="87"/>
                        <a:pt x="52" y="95"/>
                      </a:cubicBezTo>
                      <a:cubicBezTo>
                        <a:pt x="52" y="97"/>
                        <a:pt x="51" y="100"/>
                        <a:pt x="49" y="101"/>
                      </a:cubicBezTo>
                      <a:cubicBezTo>
                        <a:pt x="47" y="101"/>
                        <a:pt x="44" y="100"/>
                        <a:pt x="43" y="98"/>
                      </a:cubicBezTo>
                      <a:cubicBezTo>
                        <a:pt x="39" y="95"/>
                        <a:pt x="36" y="92"/>
                        <a:pt x="38" y="86"/>
                      </a:cubicBezTo>
                      <a:cubicBezTo>
                        <a:pt x="39" y="84"/>
                        <a:pt x="39" y="81"/>
                        <a:pt x="39" y="78"/>
                      </a:cubicBezTo>
                      <a:close/>
                      <a:moveTo>
                        <a:pt x="42" y="47"/>
                      </a:moveTo>
                      <a:cubicBezTo>
                        <a:pt x="39" y="46"/>
                        <a:pt x="36" y="45"/>
                        <a:pt x="32" y="44"/>
                      </a:cubicBezTo>
                      <a:cubicBezTo>
                        <a:pt x="31" y="51"/>
                        <a:pt x="30" y="57"/>
                        <a:pt x="29" y="64"/>
                      </a:cubicBezTo>
                      <a:cubicBezTo>
                        <a:pt x="39" y="61"/>
                        <a:pt x="42" y="57"/>
                        <a:pt x="42" y="4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9" name="Freeform 10">
                  <a:extLst>
                    <a:ext uri="{FF2B5EF4-FFF2-40B4-BE49-F238E27FC236}">
                      <a16:creationId xmlns:a16="http://schemas.microsoft.com/office/drawing/2014/main" id="{3C581795-C09D-460E-9472-8181F266F0EF}"/>
                    </a:ext>
                  </a:extLst>
                </p:cNvPr>
                <p:cNvSpPr>
                  <a:spLocks noEditPoints="1"/>
                </p:cNvSpPr>
                <p:nvPr/>
              </p:nvSpPr>
              <p:spPr bwMode="auto">
                <a:xfrm>
                  <a:off x="6361113" y="3541713"/>
                  <a:ext cx="236538" cy="509588"/>
                </a:xfrm>
                <a:custGeom>
                  <a:avLst/>
                  <a:gdLst>
                    <a:gd name="T0" fmla="*/ 11 w 55"/>
                    <a:gd name="T1" fmla="*/ 89 h 120"/>
                    <a:gd name="T2" fmla="*/ 10 w 55"/>
                    <a:gd name="T3" fmla="*/ 100 h 120"/>
                    <a:gd name="T4" fmla="*/ 6 w 55"/>
                    <a:gd name="T5" fmla="*/ 104 h 120"/>
                    <a:gd name="T6" fmla="*/ 1 w 55"/>
                    <a:gd name="T7" fmla="*/ 99 h 120"/>
                    <a:gd name="T8" fmla="*/ 3 w 55"/>
                    <a:gd name="T9" fmla="*/ 84 h 120"/>
                    <a:gd name="T10" fmla="*/ 14 w 55"/>
                    <a:gd name="T11" fmla="*/ 37 h 120"/>
                    <a:gd name="T12" fmla="*/ 22 w 55"/>
                    <a:gd name="T13" fmla="*/ 11 h 120"/>
                    <a:gd name="T14" fmla="*/ 26 w 55"/>
                    <a:gd name="T15" fmla="*/ 19 h 120"/>
                    <a:gd name="T16" fmla="*/ 20 w 55"/>
                    <a:gd name="T17" fmla="*/ 40 h 120"/>
                    <a:gd name="T18" fmla="*/ 27 w 55"/>
                    <a:gd name="T19" fmla="*/ 35 h 120"/>
                    <a:gd name="T20" fmla="*/ 35 w 55"/>
                    <a:gd name="T21" fmla="*/ 30 h 120"/>
                    <a:gd name="T22" fmla="*/ 33 w 55"/>
                    <a:gd name="T23" fmla="*/ 9 h 120"/>
                    <a:gd name="T24" fmla="*/ 28 w 55"/>
                    <a:gd name="T25" fmla="*/ 8 h 120"/>
                    <a:gd name="T26" fmla="*/ 19 w 55"/>
                    <a:gd name="T27" fmla="*/ 12 h 120"/>
                    <a:gd name="T28" fmla="*/ 12 w 55"/>
                    <a:gd name="T29" fmla="*/ 15 h 120"/>
                    <a:gd name="T30" fmla="*/ 9 w 55"/>
                    <a:gd name="T31" fmla="*/ 11 h 120"/>
                    <a:gd name="T32" fmla="*/ 11 w 55"/>
                    <a:gd name="T33" fmla="*/ 8 h 120"/>
                    <a:gd name="T34" fmla="*/ 31 w 55"/>
                    <a:gd name="T35" fmla="*/ 0 h 120"/>
                    <a:gd name="T36" fmla="*/ 45 w 55"/>
                    <a:gd name="T37" fmla="*/ 15 h 120"/>
                    <a:gd name="T38" fmla="*/ 44 w 55"/>
                    <a:gd name="T39" fmla="*/ 46 h 120"/>
                    <a:gd name="T40" fmla="*/ 48 w 55"/>
                    <a:gd name="T41" fmla="*/ 54 h 120"/>
                    <a:gd name="T42" fmla="*/ 48 w 55"/>
                    <a:gd name="T43" fmla="*/ 71 h 120"/>
                    <a:gd name="T44" fmla="*/ 44 w 55"/>
                    <a:gd name="T45" fmla="*/ 77 h 120"/>
                    <a:gd name="T46" fmla="*/ 44 w 55"/>
                    <a:gd name="T47" fmla="*/ 110 h 120"/>
                    <a:gd name="T48" fmla="*/ 44 w 55"/>
                    <a:gd name="T49" fmla="*/ 114 h 120"/>
                    <a:gd name="T50" fmla="*/ 41 w 55"/>
                    <a:gd name="T51" fmla="*/ 120 h 120"/>
                    <a:gd name="T52" fmla="*/ 32 w 55"/>
                    <a:gd name="T53" fmla="*/ 118 h 120"/>
                    <a:gd name="T54" fmla="*/ 13 w 55"/>
                    <a:gd name="T55" fmla="*/ 91 h 120"/>
                    <a:gd name="T56" fmla="*/ 12 w 55"/>
                    <a:gd name="T57" fmla="*/ 89 h 120"/>
                    <a:gd name="T58" fmla="*/ 11 w 55"/>
                    <a:gd name="T59" fmla="*/ 89 h 120"/>
                    <a:gd name="T60" fmla="*/ 24 w 55"/>
                    <a:gd name="T61" fmla="*/ 76 h 120"/>
                    <a:gd name="T62" fmla="*/ 23 w 55"/>
                    <a:gd name="T63" fmla="*/ 74 h 120"/>
                    <a:gd name="T64" fmla="*/ 27 w 55"/>
                    <a:gd name="T65" fmla="*/ 71 h 120"/>
                    <a:gd name="T66" fmla="*/ 33 w 55"/>
                    <a:gd name="T67" fmla="*/ 67 h 120"/>
                    <a:gd name="T68" fmla="*/ 32 w 55"/>
                    <a:gd name="T69" fmla="*/ 63 h 120"/>
                    <a:gd name="T70" fmla="*/ 22 w 55"/>
                    <a:gd name="T71" fmla="*/ 52 h 120"/>
                    <a:gd name="T72" fmla="*/ 18 w 55"/>
                    <a:gd name="T73" fmla="*/ 89 h 120"/>
                    <a:gd name="T74" fmla="*/ 33 w 55"/>
                    <a:gd name="T75" fmla="*/ 107 h 120"/>
                    <a:gd name="T76" fmla="*/ 35 w 55"/>
                    <a:gd name="T77" fmla="*/ 77 h 120"/>
                    <a:gd name="T78" fmla="*/ 31 w 55"/>
                    <a:gd name="T79" fmla="*/ 75 h 120"/>
                    <a:gd name="T80" fmla="*/ 24 w 55"/>
                    <a:gd name="T81" fmla="*/ 76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5" h="120">
                      <a:moveTo>
                        <a:pt x="11" y="89"/>
                      </a:moveTo>
                      <a:cubicBezTo>
                        <a:pt x="10" y="93"/>
                        <a:pt x="10" y="96"/>
                        <a:pt x="10" y="100"/>
                      </a:cubicBezTo>
                      <a:cubicBezTo>
                        <a:pt x="9" y="102"/>
                        <a:pt x="9" y="104"/>
                        <a:pt x="6" y="104"/>
                      </a:cubicBezTo>
                      <a:cubicBezTo>
                        <a:pt x="3" y="104"/>
                        <a:pt x="0" y="103"/>
                        <a:pt x="1" y="99"/>
                      </a:cubicBezTo>
                      <a:cubicBezTo>
                        <a:pt x="2" y="94"/>
                        <a:pt x="2" y="89"/>
                        <a:pt x="3" y="84"/>
                      </a:cubicBezTo>
                      <a:cubicBezTo>
                        <a:pt x="7" y="68"/>
                        <a:pt x="10" y="53"/>
                        <a:pt x="14" y="37"/>
                      </a:cubicBezTo>
                      <a:cubicBezTo>
                        <a:pt x="16" y="29"/>
                        <a:pt x="19" y="20"/>
                        <a:pt x="22" y="11"/>
                      </a:cubicBezTo>
                      <a:cubicBezTo>
                        <a:pt x="26" y="13"/>
                        <a:pt x="27" y="15"/>
                        <a:pt x="26" y="19"/>
                      </a:cubicBezTo>
                      <a:cubicBezTo>
                        <a:pt x="24" y="25"/>
                        <a:pt x="22" y="32"/>
                        <a:pt x="20" y="40"/>
                      </a:cubicBezTo>
                      <a:cubicBezTo>
                        <a:pt x="23" y="37"/>
                        <a:pt x="25" y="36"/>
                        <a:pt x="27" y="35"/>
                      </a:cubicBezTo>
                      <a:cubicBezTo>
                        <a:pt x="30" y="33"/>
                        <a:pt x="34" y="32"/>
                        <a:pt x="35" y="30"/>
                      </a:cubicBezTo>
                      <a:cubicBezTo>
                        <a:pt x="36" y="23"/>
                        <a:pt x="37" y="16"/>
                        <a:pt x="33" y="9"/>
                      </a:cubicBezTo>
                      <a:cubicBezTo>
                        <a:pt x="33" y="8"/>
                        <a:pt x="30" y="7"/>
                        <a:pt x="28" y="8"/>
                      </a:cubicBezTo>
                      <a:cubicBezTo>
                        <a:pt x="25" y="9"/>
                        <a:pt x="22" y="11"/>
                        <a:pt x="19" y="12"/>
                      </a:cubicBezTo>
                      <a:cubicBezTo>
                        <a:pt x="17" y="13"/>
                        <a:pt x="15" y="15"/>
                        <a:pt x="12" y="15"/>
                      </a:cubicBezTo>
                      <a:cubicBezTo>
                        <a:pt x="11" y="15"/>
                        <a:pt x="9" y="13"/>
                        <a:pt x="9" y="11"/>
                      </a:cubicBezTo>
                      <a:cubicBezTo>
                        <a:pt x="8" y="11"/>
                        <a:pt x="10" y="9"/>
                        <a:pt x="11" y="8"/>
                      </a:cubicBezTo>
                      <a:cubicBezTo>
                        <a:pt x="17" y="4"/>
                        <a:pt x="23" y="0"/>
                        <a:pt x="31" y="0"/>
                      </a:cubicBezTo>
                      <a:cubicBezTo>
                        <a:pt x="41" y="1"/>
                        <a:pt x="46" y="5"/>
                        <a:pt x="45" y="15"/>
                      </a:cubicBezTo>
                      <a:cubicBezTo>
                        <a:pt x="45" y="25"/>
                        <a:pt x="45" y="36"/>
                        <a:pt x="44" y="46"/>
                      </a:cubicBezTo>
                      <a:cubicBezTo>
                        <a:pt x="44" y="50"/>
                        <a:pt x="45" y="52"/>
                        <a:pt x="48" y="54"/>
                      </a:cubicBezTo>
                      <a:cubicBezTo>
                        <a:pt x="55" y="60"/>
                        <a:pt x="55" y="66"/>
                        <a:pt x="48" y="71"/>
                      </a:cubicBezTo>
                      <a:cubicBezTo>
                        <a:pt x="45" y="72"/>
                        <a:pt x="44" y="74"/>
                        <a:pt x="44" y="77"/>
                      </a:cubicBezTo>
                      <a:cubicBezTo>
                        <a:pt x="45" y="88"/>
                        <a:pt x="44" y="99"/>
                        <a:pt x="44" y="110"/>
                      </a:cubicBezTo>
                      <a:cubicBezTo>
                        <a:pt x="44" y="112"/>
                        <a:pt x="45" y="113"/>
                        <a:pt x="44" y="114"/>
                      </a:cubicBezTo>
                      <a:cubicBezTo>
                        <a:pt x="43" y="116"/>
                        <a:pt x="42" y="120"/>
                        <a:pt x="41" y="120"/>
                      </a:cubicBezTo>
                      <a:cubicBezTo>
                        <a:pt x="38" y="120"/>
                        <a:pt x="34" y="120"/>
                        <a:pt x="32" y="118"/>
                      </a:cubicBezTo>
                      <a:cubicBezTo>
                        <a:pt x="25" y="109"/>
                        <a:pt x="19" y="100"/>
                        <a:pt x="13" y="91"/>
                      </a:cubicBezTo>
                      <a:cubicBezTo>
                        <a:pt x="12" y="90"/>
                        <a:pt x="12" y="90"/>
                        <a:pt x="12" y="89"/>
                      </a:cubicBezTo>
                      <a:cubicBezTo>
                        <a:pt x="11" y="89"/>
                        <a:pt x="11" y="89"/>
                        <a:pt x="11" y="89"/>
                      </a:cubicBezTo>
                      <a:close/>
                      <a:moveTo>
                        <a:pt x="24" y="76"/>
                      </a:moveTo>
                      <a:cubicBezTo>
                        <a:pt x="23" y="75"/>
                        <a:pt x="23" y="75"/>
                        <a:pt x="23" y="74"/>
                      </a:cubicBezTo>
                      <a:cubicBezTo>
                        <a:pt x="24" y="73"/>
                        <a:pt x="26" y="72"/>
                        <a:pt x="27" y="71"/>
                      </a:cubicBezTo>
                      <a:cubicBezTo>
                        <a:pt x="29" y="70"/>
                        <a:pt x="31" y="69"/>
                        <a:pt x="33" y="67"/>
                      </a:cubicBezTo>
                      <a:cubicBezTo>
                        <a:pt x="35" y="66"/>
                        <a:pt x="35" y="63"/>
                        <a:pt x="32" y="63"/>
                      </a:cubicBezTo>
                      <a:cubicBezTo>
                        <a:pt x="27" y="61"/>
                        <a:pt x="24" y="58"/>
                        <a:pt x="22" y="52"/>
                      </a:cubicBezTo>
                      <a:cubicBezTo>
                        <a:pt x="17" y="65"/>
                        <a:pt x="13" y="77"/>
                        <a:pt x="18" y="89"/>
                      </a:cubicBezTo>
                      <a:cubicBezTo>
                        <a:pt x="21" y="97"/>
                        <a:pt x="27" y="101"/>
                        <a:pt x="33" y="107"/>
                      </a:cubicBezTo>
                      <a:cubicBezTo>
                        <a:pt x="34" y="97"/>
                        <a:pt x="34" y="87"/>
                        <a:pt x="35" y="77"/>
                      </a:cubicBezTo>
                      <a:cubicBezTo>
                        <a:pt x="35" y="77"/>
                        <a:pt x="32" y="75"/>
                        <a:pt x="31" y="75"/>
                      </a:cubicBezTo>
                      <a:cubicBezTo>
                        <a:pt x="29" y="75"/>
                        <a:pt x="26" y="76"/>
                        <a:pt x="24" y="7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19" name="组合 18">
                <a:extLst>
                  <a:ext uri="{FF2B5EF4-FFF2-40B4-BE49-F238E27FC236}">
                    <a16:creationId xmlns:a16="http://schemas.microsoft.com/office/drawing/2014/main" id="{C43281D5-D15F-4210-8FEF-5D0B83A54FD6}"/>
                  </a:ext>
                </a:extLst>
              </p:cNvPr>
              <p:cNvGrpSpPr/>
              <p:nvPr/>
            </p:nvGrpSpPr>
            <p:grpSpPr>
              <a:xfrm>
                <a:off x="6738929" y="2270918"/>
                <a:ext cx="549275" cy="693738"/>
                <a:chOff x="6108700" y="2066926"/>
                <a:chExt cx="549275" cy="693738"/>
              </a:xfrm>
              <a:grpFill/>
            </p:grpSpPr>
            <p:sp>
              <p:nvSpPr>
                <p:cNvPr id="26" name="Freeform 13">
                  <a:extLst>
                    <a:ext uri="{FF2B5EF4-FFF2-40B4-BE49-F238E27FC236}">
                      <a16:creationId xmlns:a16="http://schemas.microsoft.com/office/drawing/2014/main" id="{0965091B-D712-42AC-844D-24578409DB9A}"/>
                    </a:ext>
                  </a:extLst>
                </p:cNvPr>
                <p:cNvSpPr>
                  <a:spLocks noEditPoints="1"/>
                </p:cNvSpPr>
                <p:nvPr/>
              </p:nvSpPr>
              <p:spPr bwMode="auto">
                <a:xfrm>
                  <a:off x="6108700" y="2066926"/>
                  <a:ext cx="549275" cy="655638"/>
                </a:xfrm>
                <a:custGeom>
                  <a:avLst/>
                  <a:gdLst>
                    <a:gd name="T0" fmla="*/ 54 w 128"/>
                    <a:gd name="T1" fmla="*/ 76 h 154"/>
                    <a:gd name="T2" fmla="*/ 66 w 128"/>
                    <a:gd name="T3" fmla="*/ 53 h 154"/>
                    <a:gd name="T4" fmla="*/ 49 w 128"/>
                    <a:gd name="T5" fmla="*/ 47 h 154"/>
                    <a:gd name="T6" fmla="*/ 64 w 128"/>
                    <a:gd name="T7" fmla="*/ 44 h 154"/>
                    <a:gd name="T8" fmla="*/ 83 w 128"/>
                    <a:gd name="T9" fmla="*/ 6 h 154"/>
                    <a:gd name="T10" fmla="*/ 91 w 128"/>
                    <a:gd name="T11" fmla="*/ 11 h 154"/>
                    <a:gd name="T12" fmla="*/ 96 w 128"/>
                    <a:gd name="T13" fmla="*/ 36 h 154"/>
                    <a:gd name="T14" fmla="*/ 106 w 128"/>
                    <a:gd name="T15" fmla="*/ 41 h 154"/>
                    <a:gd name="T16" fmla="*/ 82 w 128"/>
                    <a:gd name="T17" fmla="*/ 50 h 154"/>
                    <a:gd name="T18" fmla="*/ 71 w 128"/>
                    <a:gd name="T19" fmla="*/ 65 h 154"/>
                    <a:gd name="T20" fmla="*/ 110 w 128"/>
                    <a:gd name="T21" fmla="*/ 74 h 154"/>
                    <a:gd name="T22" fmla="*/ 101 w 128"/>
                    <a:gd name="T23" fmla="*/ 87 h 154"/>
                    <a:gd name="T24" fmla="*/ 111 w 128"/>
                    <a:gd name="T25" fmla="*/ 98 h 154"/>
                    <a:gd name="T26" fmla="*/ 92 w 128"/>
                    <a:gd name="T27" fmla="*/ 104 h 154"/>
                    <a:gd name="T28" fmla="*/ 86 w 128"/>
                    <a:gd name="T29" fmla="*/ 116 h 154"/>
                    <a:gd name="T30" fmla="*/ 124 w 128"/>
                    <a:gd name="T31" fmla="*/ 112 h 154"/>
                    <a:gd name="T32" fmla="*/ 120 w 128"/>
                    <a:gd name="T33" fmla="*/ 122 h 154"/>
                    <a:gd name="T34" fmla="*/ 111 w 128"/>
                    <a:gd name="T35" fmla="*/ 144 h 154"/>
                    <a:gd name="T36" fmla="*/ 105 w 128"/>
                    <a:gd name="T37" fmla="*/ 153 h 154"/>
                    <a:gd name="T38" fmla="*/ 55 w 128"/>
                    <a:gd name="T39" fmla="*/ 129 h 154"/>
                    <a:gd name="T40" fmla="*/ 53 w 128"/>
                    <a:gd name="T41" fmla="*/ 121 h 154"/>
                    <a:gd name="T42" fmla="*/ 61 w 128"/>
                    <a:gd name="T43" fmla="*/ 125 h 154"/>
                    <a:gd name="T44" fmla="*/ 94 w 128"/>
                    <a:gd name="T45" fmla="*/ 140 h 154"/>
                    <a:gd name="T46" fmla="*/ 85 w 128"/>
                    <a:gd name="T47" fmla="*/ 127 h 154"/>
                    <a:gd name="T48" fmla="*/ 71 w 128"/>
                    <a:gd name="T49" fmla="*/ 108 h 154"/>
                    <a:gd name="T50" fmla="*/ 52 w 128"/>
                    <a:gd name="T51" fmla="*/ 113 h 154"/>
                    <a:gd name="T52" fmla="*/ 38 w 128"/>
                    <a:gd name="T53" fmla="*/ 97 h 154"/>
                    <a:gd name="T54" fmla="*/ 51 w 128"/>
                    <a:gd name="T55" fmla="*/ 97 h 154"/>
                    <a:gd name="T56" fmla="*/ 34 w 128"/>
                    <a:gd name="T57" fmla="*/ 93 h 154"/>
                    <a:gd name="T58" fmla="*/ 35 w 128"/>
                    <a:gd name="T59" fmla="*/ 105 h 154"/>
                    <a:gd name="T60" fmla="*/ 26 w 128"/>
                    <a:gd name="T61" fmla="*/ 154 h 154"/>
                    <a:gd name="T62" fmla="*/ 20 w 128"/>
                    <a:gd name="T63" fmla="*/ 118 h 154"/>
                    <a:gd name="T64" fmla="*/ 0 w 128"/>
                    <a:gd name="T65" fmla="*/ 103 h 154"/>
                    <a:gd name="T66" fmla="*/ 19 w 128"/>
                    <a:gd name="T67" fmla="*/ 72 h 154"/>
                    <a:gd name="T68" fmla="*/ 25 w 128"/>
                    <a:gd name="T69" fmla="*/ 51 h 154"/>
                    <a:gd name="T70" fmla="*/ 39 w 128"/>
                    <a:gd name="T71" fmla="*/ 14 h 154"/>
                    <a:gd name="T72" fmla="*/ 51 w 128"/>
                    <a:gd name="T73" fmla="*/ 24 h 154"/>
                    <a:gd name="T74" fmla="*/ 39 w 128"/>
                    <a:gd name="T75" fmla="*/ 44 h 154"/>
                    <a:gd name="T76" fmla="*/ 48 w 128"/>
                    <a:gd name="T77" fmla="*/ 73 h 154"/>
                    <a:gd name="T78" fmla="*/ 81 w 128"/>
                    <a:gd name="T79" fmla="*/ 90 h 154"/>
                    <a:gd name="T80" fmla="*/ 92 w 128"/>
                    <a:gd name="T81" fmla="*/ 71 h 154"/>
                    <a:gd name="T82" fmla="*/ 81 w 128"/>
                    <a:gd name="T83" fmla="*/ 80 h 154"/>
                    <a:gd name="T84" fmla="*/ 76 w 128"/>
                    <a:gd name="T85" fmla="*/ 73 h 154"/>
                    <a:gd name="T86" fmla="*/ 67 w 128"/>
                    <a:gd name="T87" fmla="*/ 79 h 154"/>
                    <a:gd name="T88" fmla="*/ 76 w 128"/>
                    <a:gd name="T89" fmla="*/ 73 h 154"/>
                    <a:gd name="T90" fmla="*/ 56 w 128"/>
                    <a:gd name="T91" fmla="*/ 88 h 154"/>
                    <a:gd name="T92" fmla="*/ 63 w 128"/>
                    <a:gd name="T93" fmla="*/ 81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28" h="154">
                      <a:moveTo>
                        <a:pt x="48" y="73"/>
                      </a:moveTo>
                      <a:cubicBezTo>
                        <a:pt x="50" y="74"/>
                        <a:pt x="52" y="75"/>
                        <a:pt x="54" y="76"/>
                      </a:cubicBezTo>
                      <a:cubicBezTo>
                        <a:pt x="57" y="74"/>
                        <a:pt x="60" y="72"/>
                        <a:pt x="63" y="70"/>
                      </a:cubicBezTo>
                      <a:cubicBezTo>
                        <a:pt x="58" y="63"/>
                        <a:pt x="65" y="59"/>
                        <a:pt x="66" y="53"/>
                      </a:cubicBezTo>
                      <a:cubicBezTo>
                        <a:pt x="63" y="53"/>
                        <a:pt x="59" y="53"/>
                        <a:pt x="56" y="52"/>
                      </a:cubicBezTo>
                      <a:cubicBezTo>
                        <a:pt x="54" y="51"/>
                        <a:pt x="51" y="49"/>
                        <a:pt x="49" y="47"/>
                      </a:cubicBezTo>
                      <a:cubicBezTo>
                        <a:pt x="49" y="46"/>
                        <a:pt x="50" y="46"/>
                        <a:pt x="50" y="46"/>
                      </a:cubicBezTo>
                      <a:cubicBezTo>
                        <a:pt x="55" y="45"/>
                        <a:pt x="59" y="45"/>
                        <a:pt x="64" y="44"/>
                      </a:cubicBezTo>
                      <a:cubicBezTo>
                        <a:pt x="68" y="44"/>
                        <a:pt x="70" y="42"/>
                        <a:pt x="71" y="38"/>
                      </a:cubicBezTo>
                      <a:cubicBezTo>
                        <a:pt x="75" y="27"/>
                        <a:pt x="79" y="16"/>
                        <a:pt x="83" y="6"/>
                      </a:cubicBezTo>
                      <a:cubicBezTo>
                        <a:pt x="84" y="3"/>
                        <a:pt x="84" y="0"/>
                        <a:pt x="88" y="2"/>
                      </a:cubicBezTo>
                      <a:cubicBezTo>
                        <a:pt x="92" y="4"/>
                        <a:pt x="94" y="9"/>
                        <a:pt x="91" y="11"/>
                      </a:cubicBezTo>
                      <a:cubicBezTo>
                        <a:pt x="83" y="19"/>
                        <a:pt x="83" y="30"/>
                        <a:pt x="80" y="41"/>
                      </a:cubicBezTo>
                      <a:cubicBezTo>
                        <a:pt x="85" y="39"/>
                        <a:pt x="91" y="37"/>
                        <a:pt x="96" y="36"/>
                      </a:cubicBezTo>
                      <a:cubicBezTo>
                        <a:pt x="98" y="35"/>
                        <a:pt x="101" y="35"/>
                        <a:pt x="102" y="36"/>
                      </a:cubicBezTo>
                      <a:cubicBezTo>
                        <a:pt x="104" y="37"/>
                        <a:pt x="106" y="39"/>
                        <a:pt x="106" y="41"/>
                      </a:cubicBezTo>
                      <a:cubicBezTo>
                        <a:pt x="106" y="42"/>
                        <a:pt x="105" y="44"/>
                        <a:pt x="103" y="44"/>
                      </a:cubicBezTo>
                      <a:cubicBezTo>
                        <a:pt x="96" y="46"/>
                        <a:pt x="89" y="48"/>
                        <a:pt x="82" y="50"/>
                      </a:cubicBezTo>
                      <a:cubicBezTo>
                        <a:pt x="78" y="50"/>
                        <a:pt x="77" y="51"/>
                        <a:pt x="76" y="54"/>
                      </a:cubicBezTo>
                      <a:cubicBezTo>
                        <a:pt x="74" y="58"/>
                        <a:pt x="73" y="61"/>
                        <a:pt x="71" y="65"/>
                      </a:cubicBezTo>
                      <a:cubicBezTo>
                        <a:pt x="82" y="63"/>
                        <a:pt x="92" y="62"/>
                        <a:pt x="102" y="66"/>
                      </a:cubicBezTo>
                      <a:cubicBezTo>
                        <a:pt x="106" y="67"/>
                        <a:pt x="110" y="69"/>
                        <a:pt x="110" y="74"/>
                      </a:cubicBezTo>
                      <a:cubicBezTo>
                        <a:pt x="111" y="79"/>
                        <a:pt x="109" y="83"/>
                        <a:pt x="104" y="85"/>
                      </a:cubicBezTo>
                      <a:cubicBezTo>
                        <a:pt x="103" y="85"/>
                        <a:pt x="102" y="86"/>
                        <a:pt x="101" y="87"/>
                      </a:cubicBezTo>
                      <a:cubicBezTo>
                        <a:pt x="103" y="88"/>
                        <a:pt x="105" y="88"/>
                        <a:pt x="106" y="89"/>
                      </a:cubicBezTo>
                      <a:cubicBezTo>
                        <a:pt x="110" y="91"/>
                        <a:pt x="112" y="94"/>
                        <a:pt x="111" y="98"/>
                      </a:cubicBezTo>
                      <a:cubicBezTo>
                        <a:pt x="110" y="102"/>
                        <a:pt x="107" y="103"/>
                        <a:pt x="104" y="103"/>
                      </a:cubicBezTo>
                      <a:cubicBezTo>
                        <a:pt x="100" y="103"/>
                        <a:pt x="96" y="104"/>
                        <a:pt x="92" y="104"/>
                      </a:cubicBezTo>
                      <a:cubicBezTo>
                        <a:pt x="86" y="105"/>
                        <a:pt x="81" y="111"/>
                        <a:pt x="82" y="117"/>
                      </a:cubicBezTo>
                      <a:cubicBezTo>
                        <a:pt x="83" y="117"/>
                        <a:pt x="85" y="117"/>
                        <a:pt x="86" y="116"/>
                      </a:cubicBezTo>
                      <a:cubicBezTo>
                        <a:pt x="95" y="111"/>
                        <a:pt x="104" y="109"/>
                        <a:pt x="114" y="109"/>
                      </a:cubicBezTo>
                      <a:cubicBezTo>
                        <a:pt x="118" y="110"/>
                        <a:pt x="121" y="111"/>
                        <a:pt x="124" y="112"/>
                      </a:cubicBezTo>
                      <a:cubicBezTo>
                        <a:pt x="128" y="114"/>
                        <a:pt x="128" y="117"/>
                        <a:pt x="126" y="120"/>
                      </a:cubicBezTo>
                      <a:cubicBezTo>
                        <a:pt x="125" y="123"/>
                        <a:pt x="122" y="123"/>
                        <a:pt x="120" y="122"/>
                      </a:cubicBezTo>
                      <a:cubicBezTo>
                        <a:pt x="111" y="118"/>
                        <a:pt x="104" y="120"/>
                        <a:pt x="97" y="123"/>
                      </a:cubicBezTo>
                      <a:cubicBezTo>
                        <a:pt x="101" y="130"/>
                        <a:pt x="106" y="137"/>
                        <a:pt x="111" y="144"/>
                      </a:cubicBezTo>
                      <a:cubicBezTo>
                        <a:pt x="112" y="146"/>
                        <a:pt x="112" y="150"/>
                        <a:pt x="111" y="152"/>
                      </a:cubicBezTo>
                      <a:cubicBezTo>
                        <a:pt x="111" y="153"/>
                        <a:pt x="107" y="153"/>
                        <a:pt x="105" y="153"/>
                      </a:cubicBezTo>
                      <a:cubicBezTo>
                        <a:pt x="91" y="150"/>
                        <a:pt x="77" y="146"/>
                        <a:pt x="66" y="138"/>
                      </a:cubicBezTo>
                      <a:cubicBezTo>
                        <a:pt x="62" y="135"/>
                        <a:pt x="59" y="132"/>
                        <a:pt x="55" y="129"/>
                      </a:cubicBezTo>
                      <a:cubicBezTo>
                        <a:pt x="54" y="128"/>
                        <a:pt x="53" y="127"/>
                        <a:pt x="53" y="126"/>
                      </a:cubicBezTo>
                      <a:cubicBezTo>
                        <a:pt x="53" y="124"/>
                        <a:pt x="53" y="122"/>
                        <a:pt x="53" y="121"/>
                      </a:cubicBezTo>
                      <a:cubicBezTo>
                        <a:pt x="55" y="121"/>
                        <a:pt x="57" y="121"/>
                        <a:pt x="58" y="121"/>
                      </a:cubicBezTo>
                      <a:cubicBezTo>
                        <a:pt x="59" y="122"/>
                        <a:pt x="60" y="123"/>
                        <a:pt x="61" y="125"/>
                      </a:cubicBezTo>
                      <a:cubicBezTo>
                        <a:pt x="70" y="134"/>
                        <a:pt x="80" y="139"/>
                        <a:pt x="92" y="140"/>
                      </a:cubicBezTo>
                      <a:cubicBezTo>
                        <a:pt x="93" y="140"/>
                        <a:pt x="93" y="140"/>
                        <a:pt x="94" y="140"/>
                      </a:cubicBezTo>
                      <a:cubicBezTo>
                        <a:pt x="92" y="136"/>
                        <a:pt x="90" y="132"/>
                        <a:pt x="88" y="128"/>
                      </a:cubicBezTo>
                      <a:cubicBezTo>
                        <a:pt x="88" y="128"/>
                        <a:pt x="86" y="127"/>
                        <a:pt x="85" y="127"/>
                      </a:cubicBezTo>
                      <a:cubicBezTo>
                        <a:pt x="71" y="126"/>
                        <a:pt x="70" y="124"/>
                        <a:pt x="71" y="111"/>
                      </a:cubicBezTo>
                      <a:cubicBezTo>
                        <a:pt x="71" y="110"/>
                        <a:pt x="71" y="109"/>
                        <a:pt x="71" y="108"/>
                      </a:cubicBezTo>
                      <a:cubicBezTo>
                        <a:pt x="68" y="109"/>
                        <a:pt x="65" y="109"/>
                        <a:pt x="62" y="110"/>
                      </a:cubicBezTo>
                      <a:cubicBezTo>
                        <a:pt x="59" y="111"/>
                        <a:pt x="55" y="112"/>
                        <a:pt x="52" y="113"/>
                      </a:cubicBezTo>
                      <a:cubicBezTo>
                        <a:pt x="48" y="114"/>
                        <a:pt x="44" y="115"/>
                        <a:pt x="41" y="111"/>
                      </a:cubicBezTo>
                      <a:cubicBezTo>
                        <a:pt x="37" y="107"/>
                        <a:pt x="37" y="102"/>
                        <a:pt x="38" y="97"/>
                      </a:cubicBezTo>
                      <a:cubicBezTo>
                        <a:pt x="38" y="96"/>
                        <a:pt x="40" y="96"/>
                        <a:pt x="42" y="96"/>
                      </a:cubicBezTo>
                      <a:cubicBezTo>
                        <a:pt x="45" y="96"/>
                        <a:pt x="48" y="96"/>
                        <a:pt x="51" y="97"/>
                      </a:cubicBezTo>
                      <a:cubicBezTo>
                        <a:pt x="48" y="90"/>
                        <a:pt x="46" y="84"/>
                        <a:pt x="43" y="78"/>
                      </a:cubicBezTo>
                      <a:cubicBezTo>
                        <a:pt x="40" y="83"/>
                        <a:pt x="37" y="88"/>
                        <a:pt x="34" y="93"/>
                      </a:cubicBezTo>
                      <a:cubicBezTo>
                        <a:pt x="33" y="94"/>
                        <a:pt x="33" y="96"/>
                        <a:pt x="34" y="98"/>
                      </a:cubicBezTo>
                      <a:cubicBezTo>
                        <a:pt x="34" y="100"/>
                        <a:pt x="35" y="103"/>
                        <a:pt x="35" y="105"/>
                      </a:cubicBezTo>
                      <a:cubicBezTo>
                        <a:pt x="32" y="121"/>
                        <a:pt x="29" y="136"/>
                        <a:pt x="27" y="151"/>
                      </a:cubicBezTo>
                      <a:cubicBezTo>
                        <a:pt x="26" y="152"/>
                        <a:pt x="26" y="153"/>
                        <a:pt x="26" y="154"/>
                      </a:cubicBezTo>
                      <a:cubicBezTo>
                        <a:pt x="17" y="153"/>
                        <a:pt x="14" y="149"/>
                        <a:pt x="15" y="141"/>
                      </a:cubicBezTo>
                      <a:cubicBezTo>
                        <a:pt x="17" y="134"/>
                        <a:pt x="18" y="126"/>
                        <a:pt x="20" y="118"/>
                      </a:cubicBezTo>
                      <a:cubicBezTo>
                        <a:pt x="15" y="123"/>
                        <a:pt x="12" y="122"/>
                        <a:pt x="7" y="118"/>
                      </a:cubicBezTo>
                      <a:cubicBezTo>
                        <a:pt x="3" y="114"/>
                        <a:pt x="0" y="109"/>
                        <a:pt x="0" y="103"/>
                      </a:cubicBezTo>
                      <a:cubicBezTo>
                        <a:pt x="0" y="102"/>
                        <a:pt x="1" y="101"/>
                        <a:pt x="1" y="100"/>
                      </a:cubicBezTo>
                      <a:cubicBezTo>
                        <a:pt x="7" y="91"/>
                        <a:pt x="14" y="82"/>
                        <a:pt x="19" y="72"/>
                      </a:cubicBezTo>
                      <a:cubicBezTo>
                        <a:pt x="22" y="67"/>
                        <a:pt x="24" y="61"/>
                        <a:pt x="26" y="55"/>
                      </a:cubicBezTo>
                      <a:cubicBezTo>
                        <a:pt x="27" y="54"/>
                        <a:pt x="25" y="53"/>
                        <a:pt x="25" y="51"/>
                      </a:cubicBezTo>
                      <a:cubicBezTo>
                        <a:pt x="18" y="43"/>
                        <a:pt x="18" y="39"/>
                        <a:pt x="23" y="30"/>
                      </a:cubicBezTo>
                      <a:cubicBezTo>
                        <a:pt x="27" y="23"/>
                        <a:pt x="32" y="17"/>
                        <a:pt x="39" y="14"/>
                      </a:cubicBezTo>
                      <a:cubicBezTo>
                        <a:pt x="45" y="11"/>
                        <a:pt x="50" y="12"/>
                        <a:pt x="53" y="16"/>
                      </a:cubicBezTo>
                      <a:cubicBezTo>
                        <a:pt x="56" y="20"/>
                        <a:pt x="56" y="22"/>
                        <a:pt x="51" y="24"/>
                      </a:cubicBezTo>
                      <a:cubicBezTo>
                        <a:pt x="44" y="26"/>
                        <a:pt x="41" y="31"/>
                        <a:pt x="37" y="36"/>
                      </a:cubicBezTo>
                      <a:cubicBezTo>
                        <a:pt x="36" y="39"/>
                        <a:pt x="36" y="42"/>
                        <a:pt x="39" y="44"/>
                      </a:cubicBezTo>
                      <a:cubicBezTo>
                        <a:pt x="41" y="45"/>
                        <a:pt x="42" y="47"/>
                        <a:pt x="43" y="48"/>
                      </a:cubicBezTo>
                      <a:cubicBezTo>
                        <a:pt x="52" y="58"/>
                        <a:pt x="54" y="62"/>
                        <a:pt x="48" y="73"/>
                      </a:cubicBezTo>
                      <a:close/>
                      <a:moveTo>
                        <a:pt x="79" y="89"/>
                      </a:moveTo>
                      <a:cubicBezTo>
                        <a:pt x="80" y="89"/>
                        <a:pt x="80" y="90"/>
                        <a:pt x="81" y="90"/>
                      </a:cubicBezTo>
                      <a:cubicBezTo>
                        <a:pt x="85" y="86"/>
                        <a:pt x="90" y="81"/>
                        <a:pt x="95" y="76"/>
                      </a:cubicBezTo>
                      <a:cubicBezTo>
                        <a:pt x="97" y="73"/>
                        <a:pt x="95" y="71"/>
                        <a:pt x="92" y="71"/>
                      </a:cubicBezTo>
                      <a:cubicBezTo>
                        <a:pt x="88" y="71"/>
                        <a:pt x="85" y="71"/>
                        <a:pt x="81" y="71"/>
                      </a:cubicBezTo>
                      <a:cubicBezTo>
                        <a:pt x="81" y="75"/>
                        <a:pt x="81" y="77"/>
                        <a:pt x="81" y="80"/>
                      </a:cubicBezTo>
                      <a:cubicBezTo>
                        <a:pt x="81" y="83"/>
                        <a:pt x="80" y="86"/>
                        <a:pt x="79" y="89"/>
                      </a:cubicBezTo>
                      <a:close/>
                      <a:moveTo>
                        <a:pt x="76" y="73"/>
                      </a:moveTo>
                      <a:cubicBezTo>
                        <a:pt x="73" y="74"/>
                        <a:pt x="71" y="75"/>
                        <a:pt x="69" y="77"/>
                      </a:cubicBezTo>
                      <a:cubicBezTo>
                        <a:pt x="68" y="77"/>
                        <a:pt x="67" y="78"/>
                        <a:pt x="67" y="79"/>
                      </a:cubicBezTo>
                      <a:cubicBezTo>
                        <a:pt x="67" y="84"/>
                        <a:pt x="68" y="88"/>
                        <a:pt x="68" y="92"/>
                      </a:cubicBezTo>
                      <a:cubicBezTo>
                        <a:pt x="74" y="91"/>
                        <a:pt x="77" y="83"/>
                        <a:pt x="76" y="73"/>
                      </a:cubicBezTo>
                      <a:close/>
                      <a:moveTo>
                        <a:pt x="63" y="81"/>
                      </a:moveTo>
                      <a:cubicBezTo>
                        <a:pt x="55" y="84"/>
                        <a:pt x="54" y="85"/>
                        <a:pt x="56" y="88"/>
                      </a:cubicBezTo>
                      <a:cubicBezTo>
                        <a:pt x="58" y="94"/>
                        <a:pt x="60" y="95"/>
                        <a:pt x="65" y="93"/>
                      </a:cubicBezTo>
                      <a:cubicBezTo>
                        <a:pt x="64" y="89"/>
                        <a:pt x="63" y="85"/>
                        <a:pt x="63" y="8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7" name="Freeform 14">
                  <a:extLst>
                    <a:ext uri="{FF2B5EF4-FFF2-40B4-BE49-F238E27FC236}">
                      <a16:creationId xmlns:a16="http://schemas.microsoft.com/office/drawing/2014/main" id="{EDF1A89C-87D3-4066-B020-1AF4B9A41344}"/>
                    </a:ext>
                  </a:extLst>
                </p:cNvPr>
                <p:cNvSpPr>
                  <a:spLocks/>
                </p:cNvSpPr>
                <p:nvPr/>
              </p:nvSpPr>
              <p:spPr bwMode="auto">
                <a:xfrm>
                  <a:off x="6259513" y="2578101"/>
                  <a:ext cx="68263" cy="182563"/>
                </a:xfrm>
                <a:custGeom>
                  <a:avLst/>
                  <a:gdLst>
                    <a:gd name="T0" fmla="*/ 9 w 16"/>
                    <a:gd name="T1" fmla="*/ 0 h 43"/>
                    <a:gd name="T2" fmla="*/ 15 w 16"/>
                    <a:gd name="T3" fmla="*/ 11 h 43"/>
                    <a:gd name="T4" fmla="*/ 9 w 16"/>
                    <a:gd name="T5" fmla="*/ 43 h 43"/>
                    <a:gd name="T6" fmla="*/ 2 w 16"/>
                    <a:gd name="T7" fmla="*/ 39 h 43"/>
                    <a:gd name="T8" fmla="*/ 0 w 16"/>
                    <a:gd name="T9" fmla="*/ 35 h 43"/>
                    <a:gd name="T10" fmla="*/ 9 w 16"/>
                    <a:gd name="T11" fmla="*/ 0 h 43"/>
                  </a:gdLst>
                  <a:ahLst/>
                  <a:cxnLst>
                    <a:cxn ang="0">
                      <a:pos x="T0" y="T1"/>
                    </a:cxn>
                    <a:cxn ang="0">
                      <a:pos x="T2" y="T3"/>
                    </a:cxn>
                    <a:cxn ang="0">
                      <a:pos x="T4" y="T5"/>
                    </a:cxn>
                    <a:cxn ang="0">
                      <a:pos x="T6" y="T7"/>
                    </a:cxn>
                    <a:cxn ang="0">
                      <a:pos x="T8" y="T9"/>
                    </a:cxn>
                    <a:cxn ang="0">
                      <a:pos x="T10" y="T11"/>
                    </a:cxn>
                  </a:cxnLst>
                  <a:rect l="0" t="0" r="r" b="b"/>
                  <a:pathLst>
                    <a:path w="16" h="43">
                      <a:moveTo>
                        <a:pt x="9" y="0"/>
                      </a:moveTo>
                      <a:cubicBezTo>
                        <a:pt x="15" y="3"/>
                        <a:pt x="16" y="6"/>
                        <a:pt x="15" y="11"/>
                      </a:cubicBezTo>
                      <a:cubicBezTo>
                        <a:pt x="12" y="21"/>
                        <a:pt x="11" y="32"/>
                        <a:pt x="9" y="43"/>
                      </a:cubicBezTo>
                      <a:cubicBezTo>
                        <a:pt x="6" y="41"/>
                        <a:pt x="4" y="40"/>
                        <a:pt x="2" y="39"/>
                      </a:cubicBezTo>
                      <a:cubicBezTo>
                        <a:pt x="1" y="38"/>
                        <a:pt x="0" y="37"/>
                        <a:pt x="0" y="35"/>
                      </a:cubicBezTo>
                      <a:cubicBezTo>
                        <a:pt x="3" y="24"/>
                        <a:pt x="6" y="12"/>
                        <a:pt x="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20" name="组合 19">
                <a:extLst>
                  <a:ext uri="{FF2B5EF4-FFF2-40B4-BE49-F238E27FC236}">
                    <a16:creationId xmlns:a16="http://schemas.microsoft.com/office/drawing/2014/main" id="{CD1C2EA2-DECB-4C4E-997D-8417E76BE944}"/>
                  </a:ext>
                </a:extLst>
              </p:cNvPr>
              <p:cNvGrpSpPr/>
              <p:nvPr/>
            </p:nvGrpSpPr>
            <p:grpSpPr>
              <a:xfrm>
                <a:off x="7532962" y="2451100"/>
                <a:ext cx="368300" cy="317500"/>
                <a:chOff x="6186488" y="2930526"/>
                <a:chExt cx="368300" cy="317500"/>
              </a:xfrm>
              <a:grpFill/>
            </p:grpSpPr>
            <p:sp>
              <p:nvSpPr>
                <p:cNvPr id="23" name="Freeform 18">
                  <a:extLst>
                    <a:ext uri="{FF2B5EF4-FFF2-40B4-BE49-F238E27FC236}">
                      <a16:creationId xmlns:a16="http://schemas.microsoft.com/office/drawing/2014/main" id="{58E0037C-7932-4788-ADA9-47256329EEB7}"/>
                    </a:ext>
                  </a:extLst>
                </p:cNvPr>
                <p:cNvSpPr>
                  <a:spLocks/>
                </p:cNvSpPr>
                <p:nvPr/>
              </p:nvSpPr>
              <p:spPr bwMode="auto">
                <a:xfrm>
                  <a:off x="6310313" y="2930526"/>
                  <a:ext cx="244475" cy="317500"/>
                </a:xfrm>
                <a:custGeom>
                  <a:avLst/>
                  <a:gdLst>
                    <a:gd name="T0" fmla="*/ 49 w 57"/>
                    <a:gd name="T1" fmla="*/ 74 h 75"/>
                    <a:gd name="T2" fmla="*/ 40 w 57"/>
                    <a:gd name="T3" fmla="*/ 67 h 75"/>
                    <a:gd name="T4" fmla="*/ 33 w 57"/>
                    <a:gd name="T5" fmla="*/ 48 h 75"/>
                    <a:gd name="T6" fmla="*/ 27 w 57"/>
                    <a:gd name="T7" fmla="*/ 46 h 75"/>
                    <a:gd name="T8" fmla="*/ 11 w 57"/>
                    <a:gd name="T9" fmla="*/ 60 h 75"/>
                    <a:gd name="T10" fmla="*/ 5 w 57"/>
                    <a:gd name="T11" fmla="*/ 60 h 75"/>
                    <a:gd name="T12" fmla="*/ 6 w 57"/>
                    <a:gd name="T13" fmla="*/ 46 h 75"/>
                    <a:gd name="T14" fmla="*/ 27 w 57"/>
                    <a:gd name="T15" fmla="*/ 26 h 75"/>
                    <a:gd name="T16" fmla="*/ 40 w 57"/>
                    <a:gd name="T17" fmla="*/ 10 h 75"/>
                    <a:gd name="T18" fmla="*/ 41 w 57"/>
                    <a:gd name="T19" fmla="*/ 6 h 75"/>
                    <a:gd name="T20" fmla="*/ 45 w 57"/>
                    <a:gd name="T21" fmla="*/ 0 h 75"/>
                    <a:gd name="T22" fmla="*/ 53 w 57"/>
                    <a:gd name="T23" fmla="*/ 3 h 75"/>
                    <a:gd name="T24" fmla="*/ 53 w 57"/>
                    <a:gd name="T25" fmla="*/ 20 h 75"/>
                    <a:gd name="T26" fmla="*/ 37 w 57"/>
                    <a:gd name="T27" fmla="*/ 38 h 75"/>
                    <a:gd name="T28" fmla="*/ 49 w 57"/>
                    <a:gd name="T29" fmla="*/ 74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7" h="75">
                      <a:moveTo>
                        <a:pt x="49" y="74"/>
                      </a:moveTo>
                      <a:cubicBezTo>
                        <a:pt x="43" y="75"/>
                        <a:pt x="41" y="72"/>
                        <a:pt x="40" y="67"/>
                      </a:cubicBezTo>
                      <a:cubicBezTo>
                        <a:pt x="38" y="61"/>
                        <a:pt x="35" y="54"/>
                        <a:pt x="33" y="48"/>
                      </a:cubicBezTo>
                      <a:cubicBezTo>
                        <a:pt x="32" y="45"/>
                        <a:pt x="30" y="44"/>
                        <a:pt x="27" y="46"/>
                      </a:cubicBezTo>
                      <a:cubicBezTo>
                        <a:pt x="22" y="51"/>
                        <a:pt x="16" y="55"/>
                        <a:pt x="11" y="60"/>
                      </a:cubicBezTo>
                      <a:cubicBezTo>
                        <a:pt x="8" y="63"/>
                        <a:pt x="7" y="62"/>
                        <a:pt x="5" y="60"/>
                      </a:cubicBezTo>
                      <a:cubicBezTo>
                        <a:pt x="0" y="54"/>
                        <a:pt x="0" y="51"/>
                        <a:pt x="6" y="46"/>
                      </a:cubicBezTo>
                      <a:cubicBezTo>
                        <a:pt x="13" y="39"/>
                        <a:pt x="20" y="33"/>
                        <a:pt x="27" y="26"/>
                      </a:cubicBezTo>
                      <a:cubicBezTo>
                        <a:pt x="32" y="21"/>
                        <a:pt x="36" y="15"/>
                        <a:pt x="40" y="10"/>
                      </a:cubicBezTo>
                      <a:cubicBezTo>
                        <a:pt x="40" y="9"/>
                        <a:pt x="41" y="7"/>
                        <a:pt x="41" y="6"/>
                      </a:cubicBezTo>
                      <a:cubicBezTo>
                        <a:pt x="40" y="3"/>
                        <a:pt x="42" y="0"/>
                        <a:pt x="45" y="0"/>
                      </a:cubicBezTo>
                      <a:cubicBezTo>
                        <a:pt x="48" y="0"/>
                        <a:pt x="51" y="1"/>
                        <a:pt x="53" y="3"/>
                      </a:cubicBezTo>
                      <a:cubicBezTo>
                        <a:pt x="57" y="6"/>
                        <a:pt x="57" y="16"/>
                        <a:pt x="53" y="20"/>
                      </a:cubicBezTo>
                      <a:cubicBezTo>
                        <a:pt x="48" y="26"/>
                        <a:pt x="42" y="32"/>
                        <a:pt x="37" y="38"/>
                      </a:cubicBezTo>
                      <a:cubicBezTo>
                        <a:pt x="44" y="49"/>
                        <a:pt x="49" y="61"/>
                        <a:pt x="49" y="7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4" name="Freeform 19">
                  <a:extLst>
                    <a:ext uri="{FF2B5EF4-FFF2-40B4-BE49-F238E27FC236}">
                      <a16:creationId xmlns:a16="http://schemas.microsoft.com/office/drawing/2014/main" id="{B78F413E-1D51-491F-A6EC-02810949F837}"/>
                    </a:ext>
                  </a:extLst>
                </p:cNvPr>
                <p:cNvSpPr>
                  <a:spLocks/>
                </p:cNvSpPr>
                <p:nvPr/>
              </p:nvSpPr>
              <p:spPr bwMode="auto">
                <a:xfrm>
                  <a:off x="6186488" y="3009901"/>
                  <a:ext cx="123825" cy="234950"/>
                </a:xfrm>
                <a:custGeom>
                  <a:avLst/>
                  <a:gdLst>
                    <a:gd name="T0" fmla="*/ 12 w 29"/>
                    <a:gd name="T1" fmla="*/ 30 h 55"/>
                    <a:gd name="T2" fmla="*/ 20 w 29"/>
                    <a:gd name="T3" fmla="*/ 7 h 55"/>
                    <a:gd name="T4" fmla="*/ 25 w 29"/>
                    <a:gd name="T5" fmla="*/ 1 h 55"/>
                    <a:gd name="T6" fmla="*/ 26 w 29"/>
                    <a:gd name="T7" fmla="*/ 9 h 55"/>
                    <a:gd name="T8" fmla="*/ 16 w 29"/>
                    <a:gd name="T9" fmla="*/ 39 h 55"/>
                    <a:gd name="T10" fmla="*/ 13 w 29"/>
                    <a:gd name="T11" fmla="*/ 52 h 55"/>
                    <a:gd name="T12" fmla="*/ 7 w 29"/>
                    <a:gd name="T13" fmla="*/ 54 h 55"/>
                    <a:gd name="T14" fmla="*/ 2 w 29"/>
                    <a:gd name="T15" fmla="*/ 41 h 55"/>
                    <a:gd name="T16" fmla="*/ 3 w 29"/>
                    <a:gd name="T17" fmla="*/ 32 h 55"/>
                    <a:gd name="T18" fmla="*/ 2 w 29"/>
                    <a:gd name="T19" fmla="*/ 6 h 55"/>
                    <a:gd name="T20" fmla="*/ 6 w 29"/>
                    <a:gd name="T21" fmla="*/ 5 h 55"/>
                    <a:gd name="T22" fmla="*/ 10 w 29"/>
                    <a:gd name="T23" fmla="*/ 14 h 55"/>
                    <a:gd name="T24" fmla="*/ 11 w 29"/>
                    <a:gd name="T25" fmla="*/ 30 h 55"/>
                    <a:gd name="T26" fmla="*/ 12 w 29"/>
                    <a:gd name="T27" fmla="*/ 3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55">
                      <a:moveTo>
                        <a:pt x="12" y="30"/>
                      </a:moveTo>
                      <a:cubicBezTo>
                        <a:pt x="15" y="23"/>
                        <a:pt x="17" y="15"/>
                        <a:pt x="20" y="7"/>
                      </a:cubicBezTo>
                      <a:cubicBezTo>
                        <a:pt x="21" y="5"/>
                        <a:pt x="21" y="0"/>
                        <a:pt x="25" y="1"/>
                      </a:cubicBezTo>
                      <a:cubicBezTo>
                        <a:pt x="29" y="2"/>
                        <a:pt x="27" y="6"/>
                        <a:pt x="26" y="9"/>
                      </a:cubicBezTo>
                      <a:cubicBezTo>
                        <a:pt x="23" y="19"/>
                        <a:pt x="19" y="29"/>
                        <a:pt x="16" y="39"/>
                      </a:cubicBezTo>
                      <a:cubicBezTo>
                        <a:pt x="15" y="43"/>
                        <a:pt x="14" y="48"/>
                        <a:pt x="13" y="52"/>
                      </a:cubicBezTo>
                      <a:cubicBezTo>
                        <a:pt x="12" y="55"/>
                        <a:pt x="10" y="55"/>
                        <a:pt x="7" y="54"/>
                      </a:cubicBezTo>
                      <a:cubicBezTo>
                        <a:pt x="1" y="50"/>
                        <a:pt x="0" y="49"/>
                        <a:pt x="2" y="41"/>
                      </a:cubicBezTo>
                      <a:cubicBezTo>
                        <a:pt x="3" y="38"/>
                        <a:pt x="3" y="35"/>
                        <a:pt x="3" y="32"/>
                      </a:cubicBezTo>
                      <a:cubicBezTo>
                        <a:pt x="3" y="23"/>
                        <a:pt x="2" y="15"/>
                        <a:pt x="2" y="6"/>
                      </a:cubicBezTo>
                      <a:cubicBezTo>
                        <a:pt x="2" y="3"/>
                        <a:pt x="5" y="3"/>
                        <a:pt x="6" y="5"/>
                      </a:cubicBezTo>
                      <a:cubicBezTo>
                        <a:pt x="8" y="7"/>
                        <a:pt x="10" y="11"/>
                        <a:pt x="10" y="14"/>
                      </a:cubicBezTo>
                      <a:cubicBezTo>
                        <a:pt x="11" y="19"/>
                        <a:pt x="11" y="25"/>
                        <a:pt x="11" y="30"/>
                      </a:cubicBezTo>
                      <a:cubicBezTo>
                        <a:pt x="11" y="30"/>
                        <a:pt x="12" y="30"/>
                        <a:pt x="12"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5" name="Freeform 20">
                  <a:extLst>
                    <a:ext uri="{FF2B5EF4-FFF2-40B4-BE49-F238E27FC236}">
                      <a16:creationId xmlns:a16="http://schemas.microsoft.com/office/drawing/2014/main" id="{28D425C4-CE02-4413-BBE1-2E9FA0CC0E90}"/>
                    </a:ext>
                  </a:extLst>
                </p:cNvPr>
                <p:cNvSpPr>
                  <a:spLocks/>
                </p:cNvSpPr>
                <p:nvPr/>
              </p:nvSpPr>
              <p:spPr bwMode="auto">
                <a:xfrm>
                  <a:off x="6259513" y="2933701"/>
                  <a:ext cx="114300" cy="73025"/>
                </a:xfrm>
                <a:custGeom>
                  <a:avLst/>
                  <a:gdLst>
                    <a:gd name="T0" fmla="*/ 27 w 27"/>
                    <a:gd name="T1" fmla="*/ 1 h 17"/>
                    <a:gd name="T2" fmla="*/ 16 w 27"/>
                    <a:gd name="T3" fmla="*/ 14 h 17"/>
                    <a:gd name="T4" fmla="*/ 5 w 27"/>
                    <a:gd name="T5" fmla="*/ 13 h 17"/>
                    <a:gd name="T6" fmla="*/ 0 w 27"/>
                    <a:gd name="T7" fmla="*/ 4 h 17"/>
                    <a:gd name="T8" fmla="*/ 9 w 27"/>
                    <a:gd name="T9" fmla="*/ 2 h 17"/>
                    <a:gd name="T10" fmla="*/ 27 w 27"/>
                    <a:gd name="T11" fmla="*/ 0 h 17"/>
                    <a:gd name="T12" fmla="*/ 27 w 27"/>
                    <a:gd name="T13" fmla="*/ 1 h 17"/>
                  </a:gdLst>
                  <a:ahLst/>
                  <a:cxnLst>
                    <a:cxn ang="0">
                      <a:pos x="T0" y="T1"/>
                    </a:cxn>
                    <a:cxn ang="0">
                      <a:pos x="T2" y="T3"/>
                    </a:cxn>
                    <a:cxn ang="0">
                      <a:pos x="T4" y="T5"/>
                    </a:cxn>
                    <a:cxn ang="0">
                      <a:pos x="T6" y="T7"/>
                    </a:cxn>
                    <a:cxn ang="0">
                      <a:pos x="T8" y="T9"/>
                    </a:cxn>
                    <a:cxn ang="0">
                      <a:pos x="T10" y="T11"/>
                    </a:cxn>
                    <a:cxn ang="0">
                      <a:pos x="T12" y="T13"/>
                    </a:cxn>
                  </a:cxnLst>
                  <a:rect l="0" t="0" r="r" b="b"/>
                  <a:pathLst>
                    <a:path w="27" h="17">
                      <a:moveTo>
                        <a:pt x="27" y="1"/>
                      </a:moveTo>
                      <a:cubicBezTo>
                        <a:pt x="24" y="6"/>
                        <a:pt x="20" y="10"/>
                        <a:pt x="16" y="14"/>
                      </a:cubicBezTo>
                      <a:cubicBezTo>
                        <a:pt x="14" y="17"/>
                        <a:pt x="8" y="16"/>
                        <a:pt x="5" y="13"/>
                      </a:cubicBezTo>
                      <a:cubicBezTo>
                        <a:pt x="3" y="10"/>
                        <a:pt x="1" y="7"/>
                        <a:pt x="0" y="4"/>
                      </a:cubicBezTo>
                      <a:cubicBezTo>
                        <a:pt x="3" y="3"/>
                        <a:pt x="6" y="2"/>
                        <a:pt x="9" y="2"/>
                      </a:cubicBezTo>
                      <a:cubicBezTo>
                        <a:pt x="15" y="1"/>
                        <a:pt x="21" y="1"/>
                        <a:pt x="27" y="0"/>
                      </a:cubicBezTo>
                      <a:cubicBezTo>
                        <a:pt x="27" y="1"/>
                        <a:pt x="27" y="1"/>
                        <a:pt x="2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sp>
            <p:nvSpPr>
              <p:cNvPr id="21" name="Freeform 11">
                <a:extLst>
                  <a:ext uri="{FF2B5EF4-FFF2-40B4-BE49-F238E27FC236}">
                    <a16:creationId xmlns:a16="http://schemas.microsoft.com/office/drawing/2014/main" id="{9E7CBDC3-9BA0-4307-8967-3267E5966ED9}"/>
                  </a:ext>
                </a:extLst>
              </p:cNvPr>
              <p:cNvSpPr>
                <a:spLocks noEditPoints="1"/>
              </p:cNvSpPr>
              <p:nvPr/>
            </p:nvSpPr>
            <p:spPr bwMode="auto">
              <a:xfrm>
                <a:off x="9065451" y="2270918"/>
                <a:ext cx="439964" cy="615950"/>
              </a:xfrm>
              <a:custGeom>
                <a:avLst/>
                <a:gdLst>
                  <a:gd name="T0" fmla="*/ 29 w 72"/>
                  <a:gd name="T1" fmla="*/ 49 h 102"/>
                  <a:gd name="T2" fmla="*/ 15 w 72"/>
                  <a:gd name="T3" fmla="*/ 43 h 102"/>
                  <a:gd name="T4" fmla="*/ 10 w 72"/>
                  <a:gd name="T5" fmla="*/ 21 h 102"/>
                  <a:gd name="T6" fmla="*/ 13 w 72"/>
                  <a:gd name="T7" fmla="*/ 15 h 102"/>
                  <a:gd name="T8" fmla="*/ 19 w 72"/>
                  <a:gd name="T9" fmla="*/ 18 h 102"/>
                  <a:gd name="T10" fmla="*/ 20 w 72"/>
                  <a:gd name="T11" fmla="*/ 26 h 102"/>
                  <a:gd name="T12" fmla="*/ 35 w 72"/>
                  <a:gd name="T13" fmla="*/ 22 h 102"/>
                  <a:gd name="T14" fmla="*/ 40 w 72"/>
                  <a:gd name="T15" fmla="*/ 16 h 102"/>
                  <a:gd name="T16" fmla="*/ 43 w 72"/>
                  <a:gd name="T17" fmla="*/ 14 h 102"/>
                  <a:gd name="T18" fmla="*/ 44 w 72"/>
                  <a:gd name="T19" fmla="*/ 19 h 102"/>
                  <a:gd name="T20" fmla="*/ 43 w 72"/>
                  <a:gd name="T21" fmla="*/ 28 h 102"/>
                  <a:gd name="T22" fmla="*/ 36 w 72"/>
                  <a:gd name="T23" fmla="*/ 40 h 102"/>
                  <a:gd name="T24" fmla="*/ 37 w 72"/>
                  <a:gd name="T25" fmla="*/ 42 h 102"/>
                  <a:gd name="T26" fmla="*/ 44 w 72"/>
                  <a:gd name="T27" fmla="*/ 38 h 102"/>
                  <a:gd name="T28" fmla="*/ 56 w 72"/>
                  <a:gd name="T29" fmla="*/ 20 h 102"/>
                  <a:gd name="T30" fmla="*/ 49 w 72"/>
                  <a:gd name="T31" fmla="*/ 9 h 102"/>
                  <a:gd name="T32" fmla="*/ 28 w 72"/>
                  <a:gd name="T33" fmla="*/ 14 h 102"/>
                  <a:gd name="T34" fmla="*/ 20 w 72"/>
                  <a:gd name="T35" fmla="*/ 13 h 102"/>
                  <a:gd name="T36" fmla="*/ 22 w 72"/>
                  <a:gd name="T37" fmla="*/ 6 h 102"/>
                  <a:gd name="T38" fmla="*/ 50 w 72"/>
                  <a:gd name="T39" fmla="*/ 1 h 102"/>
                  <a:gd name="T40" fmla="*/ 68 w 72"/>
                  <a:gd name="T41" fmla="*/ 12 h 102"/>
                  <a:gd name="T42" fmla="*/ 67 w 72"/>
                  <a:gd name="T43" fmla="*/ 24 h 102"/>
                  <a:gd name="T44" fmla="*/ 49 w 72"/>
                  <a:gd name="T45" fmla="*/ 48 h 102"/>
                  <a:gd name="T46" fmla="*/ 42 w 72"/>
                  <a:gd name="T47" fmla="*/ 49 h 102"/>
                  <a:gd name="T48" fmla="*/ 37 w 72"/>
                  <a:gd name="T49" fmla="*/ 47 h 102"/>
                  <a:gd name="T50" fmla="*/ 35 w 72"/>
                  <a:gd name="T51" fmla="*/ 52 h 102"/>
                  <a:gd name="T52" fmla="*/ 41 w 72"/>
                  <a:gd name="T53" fmla="*/ 58 h 102"/>
                  <a:gd name="T54" fmla="*/ 48 w 72"/>
                  <a:gd name="T55" fmla="*/ 57 h 102"/>
                  <a:gd name="T56" fmla="*/ 53 w 72"/>
                  <a:gd name="T57" fmla="*/ 59 h 102"/>
                  <a:gd name="T58" fmla="*/ 53 w 72"/>
                  <a:gd name="T59" fmla="*/ 66 h 102"/>
                  <a:gd name="T60" fmla="*/ 48 w 72"/>
                  <a:gd name="T61" fmla="*/ 70 h 102"/>
                  <a:gd name="T62" fmla="*/ 37 w 72"/>
                  <a:gd name="T63" fmla="*/ 81 h 102"/>
                  <a:gd name="T64" fmla="*/ 45 w 72"/>
                  <a:gd name="T65" fmla="*/ 81 h 102"/>
                  <a:gd name="T66" fmla="*/ 57 w 72"/>
                  <a:gd name="T67" fmla="*/ 89 h 102"/>
                  <a:gd name="T68" fmla="*/ 51 w 72"/>
                  <a:gd name="T69" fmla="*/ 98 h 102"/>
                  <a:gd name="T70" fmla="*/ 26 w 72"/>
                  <a:gd name="T71" fmla="*/ 101 h 102"/>
                  <a:gd name="T72" fmla="*/ 17 w 72"/>
                  <a:gd name="T73" fmla="*/ 96 h 102"/>
                  <a:gd name="T74" fmla="*/ 15 w 72"/>
                  <a:gd name="T75" fmla="*/ 94 h 102"/>
                  <a:gd name="T76" fmla="*/ 19 w 72"/>
                  <a:gd name="T77" fmla="*/ 77 h 102"/>
                  <a:gd name="T78" fmla="*/ 27 w 72"/>
                  <a:gd name="T79" fmla="*/ 70 h 102"/>
                  <a:gd name="T80" fmla="*/ 27 w 72"/>
                  <a:gd name="T81" fmla="*/ 69 h 102"/>
                  <a:gd name="T82" fmla="*/ 21 w 72"/>
                  <a:gd name="T83" fmla="*/ 71 h 102"/>
                  <a:gd name="T84" fmla="*/ 9 w 72"/>
                  <a:gd name="T85" fmla="*/ 76 h 102"/>
                  <a:gd name="T86" fmla="*/ 3 w 72"/>
                  <a:gd name="T87" fmla="*/ 75 h 102"/>
                  <a:gd name="T88" fmla="*/ 4 w 72"/>
                  <a:gd name="T89" fmla="*/ 69 h 102"/>
                  <a:gd name="T90" fmla="*/ 26 w 72"/>
                  <a:gd name="T91" fmla="*/ 60 h 102"/>
                  <a:gd name="T92" fmla="*/ 28 w 72"/>
                  <a:gd name="T93" fmla="*/ 57 h 102"/>
                  <a:gd name="T94" fmla="*/ 29 w 72"/>
                  <a:gd name="T95" fmla="*/ 49 h 102"/>
                  <a:gd name="T96" fmla="*/ 34 w 72"/>
                  <a:gd name="T97" fmla="*/ 29 h 102"/>
                  <a:gd name="T98" fmla="*/ 33 w 72"/>
                  <a:gd name="T99" fmla="*/ 28 h 102"/>
                  <a:gd name="T100" fmla="*/ 26 w 72"/>
                  <a:gd name="T101" fmla="*/ 32 h 102"/>
                  <a:gd name="T102" fmla="*/ 23 w 72"/>
                  <a:gd name="T103" fmla="*/ 36 h 102"/>
                  <a:gd name="T104" fmla="*/ 26 w 72"/>
                  <a:gd name="T105" fmla="*/ 42 h 102"/>
                  <a:gd name="T106" fmla="*/ 31 w 72"/>
                  <a:gd name="T107" fmla="*/ 40 h 102"/>
                  <a:gd name="T108" fmla="*/ 34 w 72"/>
                  <a:gd name="T109" fmla="*/ 29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2" h="102">
                    <a:moveTo>
                      <a:pt x="29" y="49"/>
                    </a:moveTo>
                    <a:cubicBezTo>
                      <a:pt x="19" y="52"/>
                      <a:pt x="18" y="52"/>
                      <a:pt x="15" y="43"/>
                    </a:cubicBezTo>
                    <a:cubicBezTo>
                      <a:pt x="13" y="36"/>
                      <a:pt x="11" y="28"/>
                      <a:pt x="10" y="21"/>
                    </a:cubicBezTo>
                    <a:cubicBezTo>
                      <a:pt x="9" y="19"/>
                      <a:pt x="11" y="16"/>
                      <a:pt x="13" y="15"/>
                    </a:cubicBezTo>
                    <a:cubicBezTo>
                      <a:pt x="16" y="13"/>
                      <a:pt x="18" y="16"/>
                      <a:pt x="19" y="18"/>
                    </a:cubicBezTo>
                    <a:cubicBezTo>
                      <a:pt x="19" y="21"/>
                      <a:pt x="20" y="23"/>
                      <a:pt x="20" y="26"/>
                    </a:cubicBezTo>
                    <a:cubicBezTo>
                      <a:pt x="26" y="25"/>
                      <a:pt x="31" y="24"/>
                      <a:pt x="35" y="22"/>
                    </a:cubicBezTo>
                    <a:cubicBezTo>
                      <a:pt x="37" y="21"/>
                      <a:pt x="38" y="18"/>
                      <a:pt x="40" y="16"/>
                    </a:cubicBezTo>
                    <a:cubicBezTo>
                      <a:pt x="41" y="15"/>
                      <a:pt x="42" y="14"/>
                      <a:pt x="43" y="14"/>
                    </a:cubicBezTo>
                    <a:cubicBezTo>
                      <a:pt x="44" y="15"/>
                      <a:pt x="44" y="17"/>
                      <a:pt x="44" y="19"/>
                    </a:cubicBezTo>
                    <a:cubicBezTo>
                      <a:pt x="44" y="22"/>
                      <a:pt x="43" y="25"/>
                      <a:pt x="43" y="28"/>
                    </a:cubicBezTo>
                    <a:cubicBezTo>
                      <a:pt x="37" y="29"/>
                      <a:pt x="39" y="36"/>
                      <a:pt x="36" y="40"/>
                    </a:cubicBezTo>
                    <a:cubicBezTo>
                      <a:pt x="36" y="41"/>
                      <a:pt x="37" y="41"/>
                      <a:pt x="37" y="42"/>
                    </a:cubicBezTo>
                    <a:cubicBezTo>
                      <a:pt x="39" y="41"/>
                      <a:pt x="42" y="40"/>
                      <a:pt x="44" y="38"/>
                    </a:cubicBezTo>
                    <a:cubicBezTo>
                      <a:pt x="48" y="32"/>
                      <a:pt x="52" y="26"/>
                      <a:pt x="56" y="20"/>
                    </a:cubicBezTo>
                    <a:cubicBezTo>
                      <a:pt x="59" y="15"/>
                      <a:pt x="56" y="9"/>
                      <a:pt x="49" y="9"/>
                    </a:cubicBezTo>
                    <a:cubicBezTo>
                      <a:pt x="42" y="8"/>
                      <a:pt x="34" y="10"/>
                      <a:pt x="28" y="14"/>
                    </a:cubicBezTo>
                    <a:cubicBezTo>
                      <a:pt x="25" y="16"/>
                      <a:pt x="22" y="15"/>
                      <a:pt x="20" y="13"/>
                    </a:cubicBezTo>
                    <a:cubicBezTo>
                      <a:pt x="17" y="9"/>
                      <a:pt x="17" y="7"/>
                      <a:pt x="22" y="6"/>
                    </a:cubicBezTo>
                    <a:cubicBezTo>
                      <a:pt x="31" y="3"/>
                      <a:pt x="40" y="0"/>
                      <a:pt x="50" y="1"/>
                    </a:cubicBezTo>
                    <a:cubicBezTo>
                      <a:pt x="58" y="1"/>
                      <a:pt x="63" y="7"/>
                      <a:pt x="68" y="12"/>
                    </a:cubicBezTo>
                    <a:cubicBezTo>
                      <a:pt x="72" y="15"/>
                      <a:pt x="70" y="20"/>
                      <a:pt x="67" y="24"/>
                    </a:cubicBezTo>
                    <a:cubicBezTo>
                      <a:pt x="61" y="32"/>
                      <a:pt x="55" y="40"/>
                      <a:pt x="49" y="48"/>
                    </a:cubicBezTo>
                    <a:cubicBezTo>
                      <a:pt x="47" y="51"/>
                      <a:pt x="45" y="52"/>
                      <a:pt x="42" y="49"/>
                    </a:cubicBezTo>
                    <a:cubicBezTo>
                      <a:pt x="41" y="48"/>
                      <a:pt x="38" y="47"/>
                      <a:pt x="37" y="47"/>
                    </a:cubicBezTo>
                    <a:cubicBezTo>
                      <a:pt x="36" y="48"/>
                      <a:pt x="35" y="50"/>
                      <a:pt x="35" y="52"/>
                    </a:cubicBezTo>
                    <a:cubicBezTo>
                      <a:pt x="34" y="59"/>
                      <a:pt x="34" y="59"/>
                      <a:pt x="41" y="58"/>
                    </a:cubicBezTo>
                    <a:cubicBezTo>
                      <a:pt x="43" y="57"/>
                      <a:pt x="46" y="56"/>
                      <a:pt x="48" y="57"/>
                    </a:cubicBezTo>
                    <a:cubicBezTo>
                      <a:pt x="50" y="57"/>
                      <a:pt x="53" y="58"/>
                      <a:pt x="53" y="59"/>
                    </a:cubicBezTo>
                    <a:cubicBezTo>
                      <a:pt x="54" y="61"/>
                      <a:pt x="54" y="64"/>
                      <a:pt x="53" y="66"/>
                    </a:cubicBezTo>
                    <a:cubicBezTo>
                      <a:pt x="52" y="68"/>
                      <a:pt x="50" y="69"/>
                      <a:pt x="48" y="70"/>
                    </a:cubicBezTo>
                    <a:cubicBezTo>
                      <a:pt x="44" y="73"/>
                      <a:pt x="39" y="75"/>
                      <a:pt x="37" y="81"/>
                    </a:cubicBezTo>
                    <a:cubicBezTo>
                      <a:pt x="40" y="81"/>
                      <a:pt x="43" y="81"/>
                      <a:pt x="45" y="81"/>
                    </a:cubicBezTo>
                    <a:cubicBezTo>
                      <a:pt x="51" y="81"/>
                      <a:pt x="56" y="84"/>
                      <a:pt x="57" y="89"/>
                    </a:cubicBezTo>
                    <a:cubicBezTo>
                      <a:pt x="58" y="93"/>
                      <a:pt x="55" y="97"/>
                      <a:pt x="51" y="98"/>
                    </a:cubicBezTo>
                    <a:cubicBezTo>
                      <a:pt x="43" y="99"/>
                      <a:pt x="35" y="100"/>
                      <a:pt x="26" y="101"/>
                    </a:cubicBezTo>
                    <a:cubicBezTo>
                      <a:pt x="22" y="102"/>
                      <a:pt x="19" y="100"/>
                      <a:pt x="17" y="96"/>
                    </a:cubicBezTo>
                    <a:cubicBezTo>
                      <a:pt x="16" y="96"/>
                      <a:pt x="16" y="95"/>
                      <a:pt x="15" y="94"/>
                    </a:cubicBezTo>
                    <a:cubicBezTo>
                      <a:pt x="11" y="84"/>
                      <a:pt x="11" y="84"/>
                      <a:pt x="19" y="77"/>
                    </a:cubicBezTo>
                    <a:cubicBezTo>
                      <a:pt x="22" y="75"/>
                      <a:pt x="24" y="72"/>
                      <a:pt x="27" y="70"/>
                    </a:cubicBezTo>
                    <a:cubicBezTo>
                      <a:pt x="27" y="70"/>
                      <a:pt x="27" y="69"/>
                      <a:pt x="27" y="69"/>
                    </a:cubicBezTo>
                    <a:cubicBezTo>
                      <a:pt x="25" y="69"/>
                      <a:pt x="23" y="70"/>
                      <a:pt x="21" y="71"/>
                    </a:cubicBezTo>
                    <a:cubicBezTo>
                      <a:pt x="17" y="72"/>
                      <a:pt x="13" y="74"/>
                      <a:pt x="9" y="76"/>
                    </a:cubicBezTo>
                    <a:cubicBezTo>
                      <a:pt x="7" y="76"/>
                      <a:pt x="5" y="76"/>
                      <a:pt x="3" y="75"/>
                    </a:cubicBezTo>
                    <a:cubicBezTo>
                      <a:pt x="0" y="72"/>
                      <a:pt x="0" y="71"/>
                      <a:pt x="4" y="69"/>
                    </a:cubicBezTo>
                    <a:cubicBezTo>
                      <a:pt x="12" y="66"/>
                      <a:pt x="19" y="63"/>
                      <a:pt x="26" y="60"/>
                    </a:cubicBezTo>
                    <a:cubicBezTo>
                      <a:pt x="27" y="60"/>
                      <a:pt x="28" y="58"/>
                      <a:pt x="28" y="57"/>
                    </a:cubicBezTo>
                    <a:cubicBezTo>
                      <a:pt x="29" y="55"/>
                      <a:pt x="29" y="52"/>
                      <a:pt x="29" y="49"/>
                    </a:cubicBezTo>
                    <a:close/>
                    <a:moveTo>
                      <a:pt x="34" y="29"/>
                    </a:moveTo>
                    <a:cubicBezTo>
                      <a:pt x="34" y="29"/>
                      <a:pt x="34" y="29"/>
                      <a:pt x="33" y="28"/>
                    </a:cubicBezTo>
                    <a:cubicBezTo>
                      <a:pt x="31" y="29"/>
                      <a:pt x="28" y="30"/>
                      <a:pt x="26" y="32"/>
                    </a:cubicBezTo>
                    <a:cubicBezTo>
                      <a:pt x="24" y="32"/>
                      <a:pt x="22" y="34"/>
                      <a:pt x="23" y="36"/>
                    </a:cubicBezTo>
                    <a:cubicBezTo>
                      <a:pt x="23" y="38"/>
                      <a:pt x="25" y="40"/>
                      <a:pt x="26" y="42"/>
                    </a:cubicBezTo>
                    <a:cubicBezTo>
                      <a:pt x="27" y="42"/>
                      <a:pt x="30" y="41"/>
                      <a:pt x="31" y="40"/>
                    </a:cubicBezTo>
                    <a:cubicBezTo>
                      <a:pt x="32" y="37"/>
                      <a:pt x="33" y="33"/>
                      <a:pt x="34" y="29"/>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2" name="Freeform 12">
                <a:extLst>
                  <a:ext uri="{FF2B5EF4-FFF2-40B4-BE49-F238E27FC236}">
                    <a16:creationId xmlns:a16="http://schemas.microsoft.com/office/drawing/2014/main" id="{D88D9717-3185-4A77-8E18-2A8659D441F7}"/>
                  </a:ext>
                </a:extLst>
              </p:cNvPr>
              <p:cNvSpPr>
                <a:spLocks/>
              </p:cNvSpPr>
              <p:nvPr/>
            </p:nvSpPr>
            <p:spPr bwMode="auto">
              <a:xfrm>
                <a:off x="8878184" y="2293480"/>
                <a:ext cx="236904" cy="593388"/>
              </a:xfrm>
              <a:custGeom>
                <a:avLst/>
                <a:gdLst>
                  <a:gd name="T0" fmla="*/ 30 w 39"/>
                  <a:gd name="T1" fmla="*/ 44 h 98"/>
                  <a:gd name="T2" fmla="*/ 36 w 39"/>
                  <a:gd name="T3" fmla="*/ 34 h 98"/>
                  <a:gd name="T4" fmla="*/ 37 w 39"/>
                  <a:gd name="T5" fmla="*/ 51 h 98"/>
                  <a:gd name="T6" fmla="*/ 25 w 39"/>
                  <a:gd name="T7" fmla="*/ 82 h 98"/>
                  <a:gd name="T8" fmla="*/ 21 w 39"/>
                  <a:gd name="T9" fmla="*/ 98 h 98"/>
                  <a:gd name="T10" fmla="*/ 13 w 39"/>
                  <a:gd name="T11" fmla="*/ 96 h 98"/>
                  <a:gd name="T12" fmla="*/ 5 w 39"/>
                  <a:gd name="T13" fmla="*/ 83 h 98"/>
                  <a:gd name="T14" fmla="*/ 11 w 39"/>
                  <a:gd name="T15" fmla="*/ 62 h 98"/>
                  <a:gd name="T16" fmla="*/ 9 w 39"/>
                  <a:gd name="T17" fmla="*/ 43 h 98"/>
                  <a:gd name="T18" fmla="*/ 12 w 39"/>
                  <a:gd name="T19" fmla="*/ 38 h 98"/>
                  <a:gd name="T20" fmla="*/ 18 w 39"/>
                  <a:gd name="T21" fmla="*/ 33 h 98"/>
                  <a:gd name="T22" fmla="*/ 23 w 39"/>
                  <a:gd name="T23" fmla="*/ 12 h 98"/>
                  <a:gd name="T24" fmla="*/ 11 w 39"/>
                  <a:gd name="T25" fmla="*/ 16 h 98"/>
                  <a:gd name="T26" fmla="*/ 2 w 39"/>
                  <a:gd name="T27" fmla="*/ 16 h 98"/>
                  <a:gd name="T28" fmla="*/ 0 w 39"/>
                  <a:gd name="T29" fmla="*/ 12 h 98"/>
                  <a:gd name="T30" fmla="*/ 3 w 39"/>
                  <a:gd name="T31" fmla="*/ 10 h 98"/>
                  <a:gd name="T32" fmla="*/ 16 w 39"/>
                  <a:gd name="T33" fmla="*/ 7 h 98"/>
                  <a:gd name="T34" fmla="*/ 26 w 39"/>
                  <a:gd name="T35" fmla="*/ 2 h 98"/>
                  <a:gd name="T36" fmla="*/ 32 w 39"/>
                  <a:gd name="T37" fmla="*/ 1 h 98"/>
                  <a:gd name="T38" fmla="*/ 35 w 39"/>
                  <a:gd name="T39" fmla="*/ 9 h 98"/>
                  <a:gd name="T40" fmla="*/ 34 w 39"/>
                  <a:gd name="T41" fmla="*/ 11 h 98"/>
                  <a:gd name="T42" fmla="*/ 27 w 39"/>
                  <a:gd name="T43" fmla="*/ 38 h 98"/>
                  <a:gd name="T44" fmla="*/ 28 w 39"/>
                  <a:gd name="T45" fmla="*/ 44 h 98"/>
                  <a:gd name="T46" fmla="*/ 30 w 39"/>
                  <a:gd name="T47" fmla="*/ 44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9" h="98">
                    <a:moveTo>
                      <a:pt x="30" y="44"/>
                    </a:moveTo>
                    <a:cubicBezTo>
                      <a:pt x="32" y="41"/>
                      <a:pt x="34" y="38"/>
                      <a:pt x="36" y="34"/>
                    </a:cubicBezTo>
                    <a:cubicBezTo>
                      <a:pt x="37" y="40"/>
                      <a:pt x="39" y="45"/>
                      <a:pt x="37" y="51"/>
                    </a:cubicBezTo>
                    <a:cubicBezTo>
                      <a:pt x="33" y="61"/>
                      <a:pt x="29" y="72"/>
                      <a:pt x="25" y="82"/>
                    </a:cubicBezTo>
                    <a:cubicBezTo>
                      <a:pt x="23" y="87"/>
                      <a:pt x="23" y="92"/>
                      <a:pt x="21" y="98"/>
                    </a:cubicBezTo>
                    <a:cubicBezTo>
                      <a:pt x="18" y="97"/>
                      <a:pt x="15" y="97"/>
                      <a:pt x="13" y="96"/>
                    </a:cubicBezTo>
                    <a:cubicBezTo>
                      <a:pt x="7" y="94"/>
                      <a:pt x="3" y="89"/>
                      <a:pt x="5" y="83"/>
                    </a:cubicBezTo>
                    <a:cubicBezTo>
                      <a:pt x="7" y="76"/>
                      <a:pt x="9" y="69"/>
                      <a:pt x="11" y="62"/>
                    </a:cubicBezTo>
                    <a:cubicBezTo>
                      <a:pt x="13" y="56"/>
                      <a:pt x="14" y="49"/>
                      <a:pt x="9" y="43"/>
                    </a:cubicBezTo>
                    <a:cubicBezTo>
                      <a:pt x="7" y="39"/>
                      <a:pt x="9" y="38"/>
                      <a:pt x="12" y="38"/>
                    </a:cubicBezTo>
                    <a:cubicBezTo>
                      <a:pt x="17" y="39"/>
                      <a:pt x="17" y="37"/>
                      <a:pt x="18" y="33"/>
                    </a:cubicBezTo>
                    <a:cubicBezTo>
                      <a:pt x="19" y="26"/>
                      <a:pt x="21" y="20"/>
                      <a:pt x="23" y="12"/>
                    </a:cubicBezTo>
                    <a:cubicBezTo>
                      <a:pt x="19" y="13"/>
                      <a:pt x="15" y="15"/>
                      <a:pt x="11" y="16"/>
                    </a:cubicBezTo>
                    <a:cubicBezTo>
                      <a:pt x="8" y="17"/>
                      <a:pt x="5" y="16"/>
                      <a:pt x="2" y="16"/>
                    </a:cubicBezTo>
                    <a:cubicBezTo>
                      <a:pt x="1" y="15"/>
                      <a:pt x="0" y="13"/>
                      <a:pt x="0" y="12"/>
                    </a:cubicBezTo>
                    <a:cubicBezTo>
                      <a:pt x="1" y="11"/>
                      <a:pt x="2" y="10"/>
                      <a:pt x="3" y="10"/>
                    </a:cubicBezTo>
                    <a:cubicBezTo>
                      <a:pt x="7" y="8"/>
                      <a:pt x="12" y="8"/>
                      <a:pt x="16" y="7"/>
                    </a:cubicBezTo>
                    <a:cubicBezTo>
                      <a:pt x="19" y="5"/>
                      <a:pt x="22" y="3"/>
                      <a:pt x="26" y="2"/>
                    </a:cubicBezTo>
                    <a:cubicBezTo>
                      <a:pt x="28" y="1"/>
                      <a:pt x="32" y="0"/>
                      <a:pt x="32" y="1"/>
                    </a:cubicBezTo>
                    <a:cubicBezTo>
                      <a:pt x="34" y="3"/>
                      <a:pt x="35" y="6"/>
                      <a:pt x="35" y="9"/>
                    </a:cubicBezTo>
                    <a:cubicBezTo>
                      <a:pt x="36" y="9"/>
                      <a:pt x="35" y="10"/>
                      <a:pt x="34" y="11"/>
                    </a:cubicBezTo>
                    <a:cubicBezTo>
                      <a:pt x="27" y="19"/>
                      <a:pt x="28" y="29"/>
                      <a:pt x="27" y="38"/>
                    </a:cubicBezTo>
                    <a:cubicBezTo>
                      <a:pt x="27" y="40"/>
                      <a:pt x="28" y="42"/>
                      <a:pt x="28" y="44"/>
                    </a:cubicBezTo>
                    <a:cubicBezTo>
                      <a:pt x="29" y="44"/>
                      <a:pt x="29" y="44"/>
                      <a:pt x="30" y="44"/>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grpSp>
      </p:grpSp>
    </p:spTree>
    <p:extLst>
      <p:ext uri="{BB962C8B-B14F-4D97-AF65-F5344CB8AC3E}">
        <p14:creationId xmlns:p14="http://schemas.microsoft.com/office/powerpoint/2010/main" val="1451582458"/>
      </p:ext>
    </p:extLst>
  </p:cSld>
  <p:clrMapOvr>
    <a:masterClrMapping/>
  </p:clrMapOvr>
  <p:transition spd="med">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封面样式4-首页">
    <p:spTree>
      <p:nvGrpSpPr>
        <p:cNvPr id="1" name=""/>
        <p:cNvGrpSpPr/>
        <p:nvPr/>
      </p:nvGrpSpPr>
      <p:grpSpPr>
        <a:xfrm>
          <a:off x="0" y="0"/>
          <a:ext cx="0" cy="0"/>
          <a:chOff x="0" y="0"/>
          <a:chExt cx="0" cy="0"/>
        </a:xfrm>
      </p:grpSpPr>
      <p:pic>
        <p:nvPicPr>
          <p:cNvPr id="39" name="图片 38"/>
          <p:cNvPicPr>
            <a:picLocks noChangeAspect="1"/>
          </p:cNvPicPr>
          <p:nvPr userDrawn="1"/>
        </p:nvPicPr>
        <p:blipFill rotWithShape="1">
          <a:blip r:embed="rId2" cstate="hqprint">
            <a:extLst>
              <a:ext uri="{28A0092B-C50C-407E-A947-70E740481C1C}">
                <a14:useLocalDpi xmlns:a14="http://schemas.microsoft.com/office/drawing/2010/main"/>
              </a:ext>
            </a:extLst>
          </a:blip>
          <a:srcRect/>
          <a:stretch/>
        </p:blipFill>
        <p:spPr>
          <a:xfrm>
            <a:off x="4768810" y="7452"/>
            <a:ext cx="7423189" cy="6850548"/>
          </a:xfrm>
          <a:prstGeom prst="rect">
            <a:avLst/>
          </a:prstGeom>
        </p:spPr>
      </p:pic>
      <p:sp>
        <p:nvSpPr>
          <p:cNvPr id="7" name="矩形 6">
            <a:extLst>
              <a:ext uri="{FF2B5EF4-FFF2-40B4-BE49-F238E27FC236}">
                <a16:creationId xmlns:a16="http://schemas.microsoft.com/office/drawing/2014/main" id="{84971C8F-15BA-41DC-9278-53FA77C2E557}"/>
              </a:ext>
            </a:extLst>
          </p:cNvPr>
          <p:cNvSpPr/>
          <p:nvPr userDrawn="1"/>
        </p:nvSpPr>
        <p:spPr>
          <a:xfrm>
            <a:off x="-2" y="0"/>
            <a:ext cx="12192001" cy="6858000"/>
          </a:xfrm>
          <a:prstGeom prst="rect">
            <a:avLst/>
          </a:prstGeom>
          <a:gradFill>
            <a:gsLst>
              <a:gs pos="100000">
                <a:schemeClr val="accent1">
                  <a:lumMod val="100000"/>
                  <a:alpha val="0"/>
                </a:schemeClr>
              </a:gs>
              <a:gs pos="50000">
                <a:schemeClr val="accent1">
                  <a:lumMod val="100000"/>
                </a:schemeClr>
              </a:gs>
              <a:gs pos="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5" name="组合 14"/>
          <p:cNvGrpSpPr/>
          <p:nvPr userDrawn="1"/>
        </p:nvGrpSpPr>
        <p:grpSpPr>
          <a:xfrm>
            <a:off x="706026" y="5927166"/>
            <a:ext cx="4041392" cy="448671"/>
            <a:chOff x="582366" y="5719539"/>
            <a:chExt cx="6136451" cy="681262"/>
          </a:xfrm>
          <a:gradFill flip="none" rotWithShape="1">
            <a:gsLst>
              <a:gs pos="100000">
                <a:schemeClr val="bg1">
                  <a:alpha val="12000"/>
                </a:schemeClr>
              </a:gs>
              <a:gs pos="0">
                <a:schemeClr val="bg1">
                  <a:alpha val="4000"/>
                </a:schemeClr>
              </a:gs>
            </a:gsLst>
            <a:lin ang="16200000" scaled="1"/>
            <a:tileRect/>
          </a:gradFill>
        </p:grpSpPr>
        <p:grpSp>
          <p:nvGrpSpPr>
            <p:cNvPr id="16" name="组合 15">
              <a:extLst>
                <a:ext uri="{FF2B5EF4-FFF2-40B4-BE49-F238E27FC236}">
                  <a16:creationId xmlns:a16="http://schemas.microsoft.com/office/drawing/2014/main" id="{2B6AF4F4-F405-428E-ACB6-6C287CCD9962}"/>
                </a:ext>
              </a:extLst>
            </p:cNvPr>
            <p:cNvGrpSpPr/>
            <p:nvPr/>
          </p:nvGrpSpPr>
          <p:grpSpPr>
            <a:xfrm>
              <a:off x="4043374" y="5725999"/>
              <a:ext cx="2675443" cy="667232"/>
              <a:chOff x="10340336" y="2247899"/>
              <a:chExt cx="2724438" cy="679451"/>
            </a:xfrm>
            <a:grpFill/>
          </p:grpSpPr>
          <p:sp>
            <p:nvSpPr>
              <p:cNvPr id="30" name="Freeform 5">
                <a:extLst>
                  <a:ext uri="{FF2B5EF4-FFF2-40B4-BE49-F238E27FC236}">
                    <a16:creationId xmlns:a16="http://schemas.microsoft.com/office/drawing/2014/main" id="{7EF8326A-A460-4F1F-A35E-22F6C0E02782}"/>
                  </a:ext>
                </a:extLst>
              </p:cNvPr>
              <p:cNvSpPr>
                <a:spLocks/>
              </p:cNvSpPr>
              <p:nvPr/>
            </p:nvSpPr>
            <p:spPr bwMode="auto">
              <a:xfrm>
                <a:off x="11868131" y="2285206"/>
                <a:ext cx="534988" cy="603250"/>
              </a:xfrm>
              <a:custGeom>
                <a:avLst/>
                <a:gdLst>
                  <a:gd name="T0" fmla="*/ 41 w 125"/>
                  <a:gd name="T1" fmla="*/ 16 h 142"/>
                  <a:gd name="T2" fmla="*/ 49 w 125"/>
                  <a:gd name="T3" fmla="*/ 3 h 142"/>
                  <a:gd name="T4" fmla="*/ 62 w 125"/>
                  <a:gd name="T5" fmla="*/ 20 h 142"/>
                  <a:gd name="T6" fmla="*/ 64 w 125"/>
                  <a:gd name="T7" fmla="*/ 33 h 142"/>
                  <a:gd name="T8" fmla="*/ 50 w 125"/>
                  <a:gd name="T9" fmla="*/ 34 h 142"/>
                  <a:gd name="T10" fmla="*/ 58 w 125"/>
                  <a:gd name="T11" fmla="*/ 58 h 142"/>
                  <a:gd name="T12" fmla="*/ 75 w 125"/>
                  <a:gd name="T13" fmla="*/ 59 h 142"/>
                  <a:gd name="T14" fmla="*/ 71 w 125"/>
                  <a:gd name="T15" fmla="*/ 50 h 142"/>
                  <a:gd name="T16" fmla="*/ 81 w 125"/>
                  <a:gd name="T17" fmla="*/ 47 h 142"/>
                  <a:gd name="T18" fmla="*/ 65 w 125"/>
                  <a:gd name="T19" fmla="*/ 42 h 142"/>
                  <a:gd name="T20" fmla="*/ 63 w 125"/>
                  <a:gd name="T21" fmla="*/ 37 h 142"/>
                  <a:gd name="T22" fmla="*/ 85 w 125"/>
                  <a:gd name="T23" fmla="*/ 27 h 142"/>
                  <a:gd name="T24" fmla="*/ 93 w 125"/>
                  <a:gd name="T25" fmla="*/ 2 h 142"/>
                  <a:gd name="T26" fmla="*/ 99 w 125"/>
                  <a:gd name="T27" fmla="*/ 5 h 142"/>
                  <a:gd name="T28" fmla="*/ 111 w 125"/>
                  <a:gd name="T29" fmla="*/ 30 h 142"/>
                  <a:gd name="T30" fmla="*/ 102 w 125"/>
                  <a:gd name="T31" fmla="*/ 34 h 142"/>
                  <a:gd name="T32" fmla="*/ 95 w 125"/>
                  <a:gd name="T33" fmla="*/ 59 h 142"/>
                  <a:gd name="T34" fmla="*/ 123 w 125"/>
                  <a:gd name="T35" fmla="*/ 61 h 142"/>
                  <a:gd name="T36" fmla="*/ 110 w 125"/>
                  <a:gd name="T37" fmla="*/ 71 h 142"/>
                  <a:gd name="T38" fmla="*/ 104 w 125"/>
                  <a:gd name="T39" fmla="*/ 82 h 142"/>
                  <a:gd name="T40" fmla="*/ 112 w 125"/>
                  <a:gd name="T41" fmla="*/ 134 h 142"/>
                  <a:gd name="T42" fmla="*/ 102 w 125"/>
                  <a:gd name="T43" fmla="*/ 140 h 142"/>
                  <a:gd name="T44" fmla="*/ 89 w 125"/>
                  <a:gd name="T45" fmla="*/ 123 h 142"/>
                  <a:gd name="T46" fmla="*/ 101 w 125"/>
                  <a:gd name="T47" fmla="*/ 128 h 142"/>
                  <a:gd name="T48" fmla="*/ 101 w 125"/>
                  <a:gd name="T49" fmla="*/ 92 h 142"/>
                  <a:gd name="T50" fmla="*/ 97 w 125"/>
                  <a:gd name="T51" fmla="*/ 99 h 142"/>
                  <a:gd name="T52" fmla="*/ 90 w 125"/>
                  <a:gd name="T53" fmla="*/ 103 h 142"/>
                  <a:gd name="T54" fmla="*/ 86 w 125"/>
                  <a:gd name="T55" fmla="*/ 110 h 142"/>
                  <a:gd name="T56" fmla="*/ 81 w 125"/>
                  <a:gd name="T57" fmla="*/ 120 h 142"/>
                  <a:gd name="T58" fmla="*/ 88 w 125"/>
                  <a:gd name="T59" fmla="*/ 71 h 142"/>
                  <a:gd name="T60" fmla="*/ 60 w 125"/>
                  <a:gd name="T61" fmla="*/ 87 h 142"/>
                  <a:gd name="T62" fmla="*/ 53 w 125"/>
                  <a:gd name="T63" fmla="*/ 89 h 142"/>
                  <a:gd name="T64" fmla="*/ 51 w 125"/>
                  <a:gd name="T65" fmla="*/ 128 h 142"/>
                  <a:gd name="T66" fmla="*/ 43 w 125"/>
                  <a:gd name="T67" fmla="*/ 134 h 142"/>
                  <a:gd name="T68" fmla="*/ 39 w 125"/>
                  <a:gd name="T69" fmla="*/ 107 h 142"/>
                  <a:gd name="T70" fmla="*/ 33 w 125"/>
                  <a:gd name="T71" fmla="*/ 114 h 142"/>
                  <a:gd name="T72" fmla="*/ 17 w 125"/>
                  <a:gd name="T73" fmla="*/ 108 h 142"/>
                  <a:gd name="T74" fmla="*/ 5 w 125"/>
                  <a:gd name="T75" fmla="*/ 81 h 142"/>
                  <a:gd name="T76" fmla="*/ 34 w 125"/>
                  <a:gd name="T77" fmla="*/ 56 h 142"/>
                  <a:gd name="T78" fmla="*/ 38 w 125"/>
                  <a:gd name="T79" fmla="*/ 33 h 142"/>
                  <a:gd name="T80" fmla="*/ 22 w 125"/>
                  <a:gd name="T81" fmla="*/ 55 h 142"/>
                  <a:gd name="T82" fmla="*/ 14 w 125"/>
                  <a:gd name="T83" fmla="*/ 55 h 142"/>
                  <a:gd name="T84" fmla="*/ 11 w 125"/>
                  <a:gd name="T85" fmla="*/ 36 h 142"/>
                  <a:gd name="T86" fmla="*/ 32 w 125"/>
                  <a:gd name="T87" fmla="*/ 22 h 142"/>
                  <a:gd name="T88" fmla="*/ 28 w 125"/>
                  <a:gd name="T89" fmla="*/ 33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5" h="142">
                    <a:moveTo>
                      <a:pt x="28" y="33"/>
                    </a:moveTo>
                    <a:cubicBezTo>
                      <a:pt x="35" y="29"/>
                      <a:pt x="41" y="25"/>
                      <a:pt x="41" y="16"/>
                    </a:cubicBezTo>
                    <a:cubicBezTo>
                      <a:pt x="41" y="13"/>
                      <a:pt x="43" y="9"/>
                      <a:pt x="44" y="6"/>
                    </a:cubicBezTo>
                    <a:cubicBezTo>
                      <a:pt x="45" y="5"/>
                      <a:pt x="48" y="3"/>
                      <a:pt x="49" y="3"/>
                    </a:cubicBezTo>
                    <a:cubicBezTo>
                      <a:pt x="54" y="4"/>
                      <a:pt x="59" y="9"/>
                      <a:pt x="59" y="15"/>
                    </a:cubicBezTo>
                    <a:cubicBezTo>
                      <a:pt x="59" y="18"/>
                      <a:pt x="60" y="19"/>
                      <a:pt x="62" y="20"/>
                    </a:cubicBezTo>
                    <a:cubicBezTo>
                      <a:pt x="65" y="22"/>
                      <a:pt x="68" y="25"/>
                      <a:pt x="69" y="28"/>
                    </a:cubicBezTo>
                    <a:cubicBezTo>
                      <a:pt x="71" y="32"/>
                      <a:pt x="68" y="34"/>
                      <a:pt x="64" y="33"/>
                    </a:cubicBezTo>
                    <a:cubicBezTo>
                      <a:pt x="62" y="32"/>
                      <a:pt x="60" y="31"/>
                      <a:pt x="57" y="30"/>
                    </a:cubicBezTo>
                    <a:cubicBezTo>
                      <a:pt x="53" y="28"/>
                      <a:pt x="51" y="29"/>
                      <a:pt x="50" y="34"/>
                    </a:cubicBezTo>
                    <a:cubicBezTo>
                      <a:pt x="48" y="45"/>
                      <a:pt x="46" y="56"/>
                      <a:pt x="52" y="66"/>
                    </a:cubicBezTo>
                    <a:cubicBezTo>
                      <a:pt x="54" y="64"/>
                      <a:pt x="56" y="62"/>
                      <a:pt x="58" y="58"/>
                    </a:cubicBezTo>
                    <a:cubicBezTo>
                      <a:pt x="61" y="62"/>
                      <a:pt x="63" y="65"/>
                      <a:pt x="65" y="69"/>
                    </a:cubicBezTo>
                    <a:cubicBezTo>
                      <a:pt x="68" y="66"/>
                      <a:pt x="72" y="62"/>
                      <a:pt x="75" y="59"/>
                    </a:cubicBezTo>
                    <a:cubicBezTo>
                      <a:pt x="76" y="58"/>
                      <a:pt x="75" y="56"/>
                      <a:pt x="75" y="55"/>
                    </a:cubicBezTo>
                    <a:cubicBezTo>
                      <a:pt x="74" y="53"/>
                      <a:pt x="71" y="51"/>
                      <a:pt x="71" y="50"/>
                    </a:cubicBezTo>
                    <a:cubicBezTo>
                      <a:pt x="72" y="47"/>
                      <a:pt x="75" y="46"/>
                      <a:pt x="78" y="47"/>
                    </a:cubicBezTo>
                    <a:cubicBezTo>
                      <a:pt x="79" y="47"/>
                      <a:pt x="80" y="47"/>
                      <a:pt x="81" y="47"/>
                    </a:cubicBezTo>
                    <a:cubicBezTo>
                      <a:pt x="81" y="44"/>
                      <a:pt x="82" y="40"/>
                      <a:pt x="83" y="35"/>
                    </a:cubicBezTo>
                    <a:cubicBezTo>
                      <a:pt x="76" y="38"/>
                      <a:pt x="71" y="40"/>
                      <a:pt x="65" y="42"/>
                    </a:cubicBezTo>
                    <a:cubicBezTo>
                      <a:pt x="61" y="44"/>
                      <a:pt x="60" y="44"/>
                      <a:pt x="57" y="40"/>
                    </a:cubicBezTo>
                    <a:cubicBezTo>
                      <a:pt x="59" y="39"/>
                      <a:pt x="61" y="38"/>
                      <a:pt x="63" y="37"/>
                    </a:cubicBezTo>
                    <a:cubicBezTo>
                      <a:pt x="69" y="35"/>
                      <a:pt x="75" y="33"/>
                      <a:pt x="81" y="30"/>
                    </a:cubicBezTo>
                    <a:cubicBezTo>
                      <a:pt x="83" y="30"/>
                      <a:pt x="84" y="28"/>
                      <a:pt x="85" y="27"/>
                    </a:cubicBezTo>
                    <a:cubicBezTo>
                      <a:pt x="87" y="21"/>
                      <a:pt x="88" y="14"/>
                      <a:pt x="90" y="8"/>
                    </a:cubicBezTo>
                    <a:cubicBezTo>
                      <a:pt x="90" y="6"/>
                      <a:pt x="92" y="3"/>
                      <a:pt x="93" y="2"/>
                    </a:cubicBezTo>
                    <a:cubicBezTo>
                      <a:pt x="94" y="0"/>
                      <a:pt x="96" y="0"/>
                      <a:pt x="98" y="0"/>
                    </a:cubicBezTo>
                    <a:cubicBezTo>
                      <a:pt x="98" y="1"/>
                      <a:pt x="99" y="4"/>
                      <a:pt x="99" y="5"/>
                    </a:cubicBezTo>
                    <a:cubicBezTo>
                      <a:pt x="93" y="12"/>
                      <a:pt x="94" y="20"/>
                      <a:pt x="92" y="28"/>
                    </a:cubicBezTo>
                    <a:cubicBezTo>
                      <a:pt x="98" y="31"/>
                      <a:pt x="105" y="25"/>
                      <a:pt x="111" y="30"/>
                    </a:cubicBezTo>
                    <a:cubicBezTo>
                      <a:pt x="109" y="33"/>
                      <a:pt x="107" y="36"/>
                      <a:pt x="103" y="35"/>
                    </a:cubicBezTo>
                    <a:cubicBezTo>
                      <a:pt x="103" y="34"/>
                      <a:pt x="102" y="34"/>
                      <a:pt x="102" y="34"/>
                    </a:cubicBezTo>
                    <a:cubicBezTo>
                      <a:pt x="92" y="34"/>
                      <a:pt x="88" y="39"/>
                      <a:pt x="90" y="49"/>
                    </a:cubicBezTo>
                    <a:cubicBezTo>
                      <a:pt x="91" y="52"/>
                      <a:pt x="93" y="55"/>
                      <a:pt x="95" y="59"/>
                    </a:cubicBezTo>
                    <a:cubicBezTo>
                      <a:pt x="99" y="59"/>
                      <a:pt x="104" y="58"/>
                      <a:pt x="109" y="57"/>
                    </a:cubicBezTo>
                    <a:cubicBezTo>
                      <a:pt x="114" y="56"/>
                      <a:pt x="119" y="58"/>
                      <a:pt x="123" y="61"/>
                    </a:cubicBezTo>
                    <a:cubicBezTo>
                      <a:pt x="125" y="63"/>
                      <a:pt x="125" y="66"/>
                      <a:pt x="122" y="67"/>
                    </a:cubicBezTo>
                    <a:cubicBezTo>
                      <a:pt x="118" y="69"/>
                      <a:pt x="114" y="71"/>
                      <a:pt x="110" y="71"/>
                    </a:cubicBezTo>
                    <a:cubicBezTo>
                      <a:pt x="103" y="70"/>
                      <a:pt x="99" y="75"/>
                      <a:pt x="95" y="79"/>
                    </a:cubicBezTo>
                    <a:cubicBezTo>
                      <a:pt x="98" y="80"/>
                      <a:pt x="102" y="80"/>
                      <a:pt x="104" y="82"/>
                    </a:cubicBezTo>
                    <a:cubicBezTo>
                      <a:pt x="106" y="83"/>
                      <a:pt x="108" y="86"/>
                      <a:pt x="109" y="88"/>
                    </a:cubicBezTo>
                    <a:cubicBezTo>
                      <a:pt x="110" y="104"/>
                      <a:pt x="111" y="119"/>
                      <a:pt x="112" y="134"/>
                    </a:cubicBezTo>
                    <a:cubicBezTo>
                      <a:pt x="112" y="137"/>
                      <a:pt x="110" y="140"/>
                      <a:pt x="110" y="142"/>
                    </a:cubicBezTo>
                    <a:cubicBezTo>
                      <a:pt x="107" y="141"/>
                      <a:pt x="104" y="141"/>
                      <a:pt x="102" y="140"/>
                    </a:cubicBezTo>
                    <a:cubicBezTo>
                      <a:pt x="97" y="136"/>
                      <a:pt x="93" y="131"/>
                      <a:pt x="90" y="127"/>
                    </a:cubicBezTo>
                    <a:cubicBezTo>
                      <a:pt x="89" y="126"/>
                      <a:pt x="89" y="124"/>
                      <a:pt x="89" y="123"/>
                    </a:cubicBezTo>
                    <a:cubicBezTo>
                      <a:pt x="92" y="125"/>
                      <a:pt x="96" y="127"/>
                      <a:pt x="100" y="130"/>
                    </a:cubicBezTo>
                    <a:cubicBezTo>
                      <a:pt x="100" y="129"/>
                      <a:pt x="101" y="129"/>
                      <a:pt x="101" y="128"/>
                    </a:cubicBezTo>
                    <a:cubicBezTo>
                      <a:pt x="101" y="121"/>
                      <a:pt x="101" y="113"/>
                      <a:pt x="101" y="105"/>
                    </a:cubicBezTo>
                    <a:cubicBezTo>
                      <a:pt x="101" y="101"/>
                      <a:pt x="101" y="96"/>
                      <a:pt x="101" y="92"/>
                    </a:cubicBezTo>
                    <a:cubicBezTo>
                      <a:pt x="99" y="85"/>
                      <a:pt x="96" y="84"/>
                      <a:pt x="90" y="90"/>
                    </a:cubicBezTo>
                    <a:cubicBezTo>
                      <a:pt x="92" y="93"/>
                      <a:pt x="97" y="93"/>
                      <a:pt x="97" y="99"/>
                    </a:cubicBezTo>
                    <a:cubicBezTo>
                      <a:pt x="94" y="98"/>
                      <a:pt x="91" y="97"/>
                      <a:pt x="88" y="96"/>
                    </a:cubicBezTo>
                    <a:cubicBezTo>
                      <a:pt x="84" y="100"/>
                      <a:pt x="84" y="101"/>
                      <a:pt x="90" y="103"/>
                    </a:cubicBezTo>
                    <a:cubicBezTo>
                      <a:pt x="95" y="106"/>
                      <a:pt x="98" y="111"/>
                      <a:pt x="96" y="112"/>
                    </a:cubicBezTo>
                    <a:cubicBezTo>
                      <a:pt x="92" y="115"/>
                      <a:pt x="89" y="112"/>
                      <a:pt x="86" y="110"/>
                    </a:cubicBezTo>
                    <a:cubicBezTo>
                      <a:pt x="85" y="110"/>
                      <a:pt x="84" y="109"/>
                      <a:pt x="83" y="108"/>
                    </a:cubicBezTo>
                    <a:cubicBezTo>
                      <a:pt x="82" y="112"/>
                      <a:pt x="82" y="116"/>
                      <a:pt x="81" y="120"/>
                    </a:cubicBezTo>
                    <a:cubicBezTo>
                      <a:pt x="74" y="118"/>
                      <a:pt x="72" y="114"/>
                      <a:pt x="73" y="108"/>
                    </a:cubicBezTo>
                    <a:cubicBezTo>
                      <a:pt x="76" y="95"/>
                      <a:pt x="81" y="83"/>
                      <a:pt x="88" y="71"/>
                    </a:cubicBezTo>
                    <a:cubicBezTo>
                      <a:pt x="84" y="74"/>
                      <a:pt x="80" y="76"/>
                      <a:pt x="76" y="78"/>
                    </a:cubicBezTo>
                    <a:cubicBezTo>
                      <a:pt x="71" y="81"/>
                      <a:pt x="65" y="84"/>
                      <a:pt x="60" y="87"/>
                    </a:cubicBezTo>
                    <a:cubicBezTo>
                      <a:pt x="60" y="87"/>
                      <a:pt x="60" y="87"/>
                      <a:pt x="59" y="87"/>
                    </a:cubicBezTo>
                    <a:cubicBezTo>
                      <a:pt x="57" y="88"/>
                      <a:pt x="54" y="88"/>
                      <a:pt x="53" y="89"/>
                    </a:cubicBezTo>
                    <a:cubicBezTo>
                      <a:pt x="51" y="93"/>
                      <a:pt x="49" y="97"/>
                      <a:pt x="49" y="101"/>
                    </a:cubicBezTo>
                    <a:cubicBezTo>
                      <a:pt x="49" y="110"/>
                      <a:pt x="50" y="119"/>
                      <a:pt x="51" y="128"/>
                    </a:cubicBezTo>
                    <a:cubicBezTo>
                      <a:pt x="51" y="131"/>
                      <a:pt x="51" y="134"/>
                      <a:pt x="51" y="137"/>
                    </a:cubicBezTo>
                    <a:cubicBezTo>
                      <a:pt x="48" y="136"/>
                      <a:pt x="45" y="136"/>
                      <a:pt x="43" y="134"/>
                    </a:cubicBezTo>
                    <a:cubicBezTo>
                      <a:pt x="40" y="132"/>
                      <a:pt x="37" y="130"/>
                      <a:pt x="38" y="125"/>
                    </a:cubicBezTo>
                    <a:cubicBezTo>
                      <a:pt x="40" y="119"/>
                      <a:pt x="39" y="113"/>
                      <a:pt x="39" y="107"/>
                    </a:cubicBezTo>
                    <a:cubicBezTo>
                      <a:pt x="38" y="107"/>
                      <a:pt x="38" y="107"/>
                      <a:pt x="37" y="106"/>
                    </a:cubicBezTo>
                    <a:cubicBezTo>
                      <a:pt x="36" y="109"/>
                      <a:pt x="34" y="111"/>
                      <a:pt x="33" y="114"/>
                    </a:cubicBezTo>
                    <a:cubicBezTo>
                      <a:pt x="30" y="120"/>
                      <a:pt x="25" y="122"/>
                      <a:pt x="21" y="120"/>
                    </a:cubicBezTo>
                    <a:cubicBezTo>
                      <a:pt x="16" y="118"/>
                      <a:pt x="15" y="113"/>
                      <a:pt x="17" y="108"/>
                    </a:cubicBezTo>
                    <a:cubicBezTo>
                      <a:pt x="20" y="99"/>
                      <a:pt x="23" y="91"/>
                      <a:pt x="26" y="81"/>
                    </a:cubicBezTo>
                    <a:cubicBezTo>
                      <a:pt x="19" y="90"/>
                      <a:pt x="12" y="85"/>
                      <a:pt x="5" y="81"/>
                    </a:cubicBezTo>
                    <a:cubicBezTo>
                      <a:pt x="0" y="79"/>
                      <a:pt x="0" y="76"/>
                      <a:pt x="5" y="73"/>
                    </a:cubicBezTo>
                    <a:cubicBezTo>
                      <a:pt x="15" y="68"/>
                      <a:pt x="25" y="62"/>
                      <a:pt x="34" y="56"/>
                    </a:cubicBezTo>
                    <a:cubicBezTo>
                      <a:pt x="35" y="55"/>
                      <a:pt x="37" y="54"/>
                      <a:pt x="37" y="52"/>
                    </a:cubicBezTo>
                    <a:cubicBezTo>
                      <a:pt x="38" y="46"/>
                      <a:pt x="38" y="39"/>
                      <a:pt x="38" y="33"/>
                    </a:cubicBezTo>
                    <a:cubicBezTo>
                      <a:pt x="38" y="32"/>
                      <a:pt x="38" y="32"/>
                      <a:pt x="37" y="32"/>
                    </a:cubicBezTo>
                    <a:cubicBezTo>
                      <a:pt x="32" y="40"/>
                      <a:pt x="27" y="48"/>
                      <a:pt x="22" y="55"/>
                    </a:cubicBezTo>
                    <a:cubicBezTo>
                      <a:pt x="22" y="56"/>
                      <a:pt x="22" y="56"/>
                      <a:pt x="23" y="57"/>
                    </a:cubicBezTo>
                    <a:cubicBezTo>
                      <a:pt x="20" y="56"/>
                      <a:pt x="17" y="56"/>
                      <a:pt x="14" y="55"/>
                    </a:cubicBezTo>
                    <a:cubicBezTo>
                      <a:pt x="9" y="53"/>
                      <a:pt x="7" y="49"/>
                      <a:pt x="9" y="44"/>
                    </a:cubicBezTo>
                    <a:cubicBezTo>
                      <a:pt x="10" y="42"/>
                      <a:pt x="10" y="39"/>
                      <a:pt x="11" y="36"/>
                    </a:cubicBezTo>
                    <a:cubicBezTo>
                      <a:pt x="13" y="28"/>
                      <a:pt x="18" y="23"/>
                      <a:pt x="26" y="20"/>
                    </a:cubicBezTo>
                    <a:cubicBezTo>
                      <a:pt x="27" y="19"/>
                      <a:pt x="30" y="20"/>
                      <a:pt x="32" y="22"/>
                    </a:cubicBezTo>
                    <a:cubicBezTo>
                      <a:pt x="34" y="23"/>
                      <a:pt x="32" y="25"/>
                      <a:pt x="31" y="27"/>
                    </a:cubicBezTo>
                    <a:cubicBezTo>
                      <a:pt x="29" y="28"/>
                      <a:pt x="29" y="31"/>
                      <a:pt x="28" y="33"/>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1" name="Freeform 6">
                <a:extLst>
                  <a:ext uri="{FF2B5EF4-FFF2-40B4-BE49-F238E27FC236}">
                    <a16:creationId xmlns:a16="http://schemas.microsoft.com/office/drawing/2014/main" id="{CC1FA68D-3307-481A-8E89-D3CB2E8693F4}"/>
                  </a:ext>
                </a:extLst>
              </p:cNvPr>
              <p:cNvSpPr>
                <a:spLocks/>
              </p:cNvSpPr>
              <p:nvPr/>
            </p:nvSpPr>
            <p:spPr bwMode="auto">
              <a:xfrm>
                <a:off x="12756799" y="2388393"/>
                <a:ext cx="307975" cy="463550"/>
              </a:xfrm>
              <a:custGeom>
                <a:avLst/>
                <a:gdLst>
                  <a:gd name="T0" fmla="*/ 33 w 72"/>
                  <a:gd name="T1" fmla="*/ 76 h 109"/>
                  <a:gd name="T2" fmla="*/ 44 w 72"/>
                  <a:gd name="T3" fmla="*/ 73 h 109"/>
                  <a:gd name="T4" fmla="*/ 59 w 72"/>
                  <a:gd name="T5" fmla="*/ 71 h 109"/>
                  <a:gd name="T6" fmla="*/ 69 w 72"/>
                  <a:gd name="T7" fmla="*/ 92 h 109"/>
                  <a:gd name="T8" fmla="*/ 66 w 72"/>
                  <a:gd name="T9" fmla="*/ 94 h 109"/>
                  <a:gd name="T10" fmla="*/ 49 w 72"/>
                  <a:gd name="T11" fmla="*/ 96 h 109"/>
                  <a:gd name="T12" fmla="*/ 28 w 72"/>
                  <a:gd name="T13" fmla="*/ 106 h 109"/>
                  <a:gd name="T14" fmla="*/ 16 w 72"/>
                  <a:gd name="T15" fmla="*/ 106 h 109"/>
                  <a:gd name="T16" fmla="*/ 1 w 72"/>
                  <a:gd name="T17" fmla="*/ 80 h 109"/>
                  <a:gd name="T18" fmla="*/ 2 w 72"/>
                  <a:gd name="T19" fmla="*/ 74 h 109"/>
                  <a:gd name="T20" fmla="*/ 23 w 72"/>
                  <a:gd name="T21" fmla="*/ 31 h 109"/>
                  <a:gd name="T22" fmla="*/ 22 w 72"/>
                  <a:gd name="T23" fmla="*/ 26 h 109"/>
                  <a:gd name="T24" fmla="*/ 12 w 72"/>
                  <a:gd name="T25" fmla="*/ 16 h 109"/>
                  <a:gd name="T26" fmla="*/ 15 w 72"/>
                  <a:gd name="T27" fmla="*/ 10 h 109"/>
                  <a:gd name="T28" fmla="*/ 32 w 72"/>
                  <a:gd name="T29" fmla="*/ 5 h 109"/>
                  <a:gd name="T30" fmla="*/ 60 w 72"/>
                  <a:gd name="T31" fmla="*/ 18 h 109"/>
                  <a:gd name="T32" fmla="*/ 59 w 72"/>
                  <a:gd name="T33" fmla="*/ 26 h 109"/>
                  <a:gd name="T34" fmla="*/ 52 w 72"/>
                  <a:gd name="T35" fmla="*/ 36 h 109"/>
                  <a:gd name="T36" fmla="*/ 34 w 72"/>
                  <a:gd name="T37" fmla="*/ 72 h 109"/>
                  <a:gd name="T38" fmla="*/ 33 w 72"/>
                  <a:gd name="T39" fmla="*/ 76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2" h="109">
                    <a:moveTo>
                      <a:pt x="33" y="76"/>
                    </a:moveTo>
                    <a:cubicBezTo>
                      <a:pt x="37" y="74"/>
                      <a:pt x="40" y="73"/>
                      <a:pt x="44" y="73"/>
                    </a:cubicBezTo>
                    <a:cubicBezTo>
                      <a:pt x="49" y="72"/>
                      <a:pt x="54" y="71"/>
                      <a:pt x="59" y="71"/>
                    </a:cubicBezTo>
                    <a:cubicBezTo>
                      <a:pt x="66" y="72"/>
                      <a:pt x="72" y="85"/>
                      <a:pt x="69" y="92"/>
                    </a:cubicBezTo>
                    <a:cubicBezTo>
                      <a:pt x="68" y="93"/>
                      <a:pt x="67" y="94"/>
                      <a:pt x="66" y="94"/>
                    </a:cubicBezTo>
                    <a:cubicBezTo>
                      <a:pt x="60" y="95"/>
                      <a:pt x="54" y="94"/>
                      <a:pt x="49" y="96"/>
                    </a:cubicBezTo>
                    <a:cubicBezTo>
                      <a:pt x="42" y="99"/>
                      <a:pt x="35" y="102"/>
                      <a:pt x="28" y="106"/>
                    </a:cubicBezTo>
                    <a:cubicBezTo>
                      <a:pt x="24" y="108"/>
                      <a:pt x="21" y="109"/>
                      <a:pt x="16" y="106"/>
                    </a:cubicBezTo>
                    <a:cubicBezTo>
                      <a:pt x="7" y="100"/>
                      <a:pt x="3" y="90"/>
                      <a:pt x="1" y="80"/>
                    </a:cubicBezTo>
                    <a:cubicBezTo>
                      <a:pt x="0" y="78"/>
                      <a:pt x="1" y="76"/>
                      <a:pt x="2" y="74"/>
                    </a:cubicBezTo>
                    <a:cubicBezTo>
                      <a:pt x="9" y="60"/>
                      <a:pt x="16" y="45"/>
                      <a:pt x="23" y="31"/>
                    </a:cubicBezTo>
                    <a:cubicBezTo>
                      <a:pt x="23" y="30"/>
                      <a:pt x="23" y="28"/>
                      <a:pt x="22" y="26"/>
                    </a:cubicBezTo>
                    <a:cubicBezTo>
                      <a:pt x="19" y="23"/>
                      <a:pt x="15" y="20"/>
                      <a:pt x="12" y="16"/>
                    </a:cubicBezTo>
                    <a:cubicBezTo>
                      <a:pt x="10" y="13"/>
                      <a:pt x="11" y="11"/>
                      <a:pt x="15" y="10"/>
                    </a:cubicBezTo>
                    <a:cubicBezTo>
                      <a:pt x="21" y="9"/>
                      <a:pt x="26" y="7"/>
                      <a:pt x="32" y="5"/>
                    </a:cubicBezTo>
                    <a:cubicBezTo>
                      <a:pt x="44" y="0"/>
                      <a:pt x="57" y="6"/>
                      <a:pt x="60" y="18"/>
                    </a:cubicBezTo>
                    <a:cubicBezTo>
                      <a:pt x="61" y="21"/>
                      <a:pt x="60" y="24"/>
                      <a:pt x="59" y="26"/>
                    </a:cubicBezTo>
                    <a:cubicBezTo>
                      <a:pt x="57" y="29"/>
                      <a:pt x="54" y="33"/>
                      <a:pt x="52" y="36"/>
                    </a:cubicBezTo>
                    <a:cubicBezTo>
                      <a:pt x="46" y="48"/>
                      <a:pt x="40" y="60"/>
                      <a:pt x="34" y="72"/>
                    </a:cubicBezTo>
                    <a:cubicBezTo>
                      <a:pt x="34" y="72"/>
                      <a:pt x="34" y="74"/>
                      <a:pt x="33" y="76"/>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grpSp>
            <p:nvGrpSpPr>
              <p:cNvPr id="32" name="组合 31">
                <a:extLst>
                  <a:ext uri="{FF2B5EF4-FFF2-40B4-BE49-F238E27FC236}">
                    <a16:creationId xmlns:a16="http://schemas.microsoft.com/office/drawing/2014/main" id="{C7A6E3E5-9A1F-4E06-9E71-F1D7E5C11C32}"/>
                  </a:ext>
                </a:extLst>
              </p:cNvPr>
              <p:cNvGrpSpPr/>
              <p:nvPr/>
            </p:nvGrpSpPr>
            <p:grpSpPr>
              <a:xfrm>
                <a:off x="10340336" y="2247899"/>
                <a:ext cx="547688" cy="679451"/>
                <a:chOff x="5548313" y="2084388"/>
                <a:chExt cx="547688" cy="679451"/>
              </a:xfrm>
              <a:grpFill/>
            </p:grpSpPr>
            <p:sp>
              <p:nvSpPr>
                <p:cNvPr id="37" name="Freeform 7">
                  <a:extLst>
                    <a:ext uri="{FF2B5EF4-FFF2-40B4-BE49-F238E27FC236}">
                      <a16:creationId xmlns:a16="http://schemas.microsoft.com/office/drawing/2014/main" id="{02368C72-9CA0-44B0-93EC-F396645A3423}"/>
                    </a:ext>
                  </a:extLst>
                </p:cNvPr>
                <p:cNvSpPr>
                  <a:spLocks/>
                </p:cNvSpPr>
                <p:nvPr/>
              </p:nvSpPr>
              <p:spPr bwMode="auto">
                <a:xfrm>
                  <a:off x="5548313" y="2084388"/>
                  <a:ext cx="547688" cy="446088"/>
                </a:xfrm>
                <a:custGeom>
                  <a:avLst/>
                  <a:gdLst>
                    <a:gd name="T0" fmla="*/ 101 w 128"/>
                    <a:gd name="T1" fmla="*/ 58 h 105"/>
                    <a:gd name="T2" fmla="*/ 74 w 128"/>
                    <a:gd name="T3" fmla="*/ 56 h 105"/>
                    <a:gd name="T4" fmla="*/ 68 w 128"/>
                    <a:gd name="T5" fmla="*/ 57 h 105"/>
                    <a:gd name="T6" fmla="*/ 51 w 128"/>
                    <a:gd name="T7" fmla="*/ 59 h 105"/>
                    <a:gd name="T8" fmla="*/ 36 w 128"/>
                    <a:gd name="T9" fmla="*/ 65 h 105"/>
                    <a:gd name="T10" fmla="*/ 28 w 128"/>
                    <a:gd name="T11" fmla="*/ 73 h 105"/>
                    <a:gd name="T12" fmla="*/ 16 w 128"/>
                    <a:gd name="T13" fmla="*/ 102 h 105"/>
                    <a:gd name="T14" fmla="*/ 13 w 128"/>
                    <a:gd name="T15" fmla="*/ 104 h 105"/>
                    <a:gd name="T16" fmla="*/ 1 w 128"/>
                    <a:gd name="T17" fmla="*/ 98 h 105"/>
                    <a:gd name="T18" fmla="*/ 0 w 128"/>
                    <a:gd name="T19" fmla="*/ 93 h 105"/>
                    <a:gd name="T20" fmla="*/ 15 w 128"/>
                    <a:gd name="T21" fmla="*/ 60 h 105"/>
                    <a:gd name="T22" fmla="*/ 16 w 128"/>
                    <a:gd name="T23" fmla="*/ 58 h 105"/>
                    <a:gd name="T24" fmla="*/ 20 w 128"/>
                    <a:gd name="T25" fmla="*/ 52 h 105"/>
                    <a:gd name="T26" fmla="*/ 32 w 128"/>
                    <a:gd name="T27" fmla="*/ 54 h 105"/>
                    <a:gd name="T28" fmla="*/ 39 w 128"/>
                    <a:gd name="T29" fmla="*/ 55 h 105"/>
                    <a:gd name="T30" fmla="*/ 72 w 128"/>
                    <a:gd name="T31" fmla="*/ 21 h 105"/>
                    <a:gd name="T32" fmla="*/ 74 w 128"/>
                    <a:gd name="T33" fmla="*/ 16 h 105"/>
                    <a:gd name="T34" fmla="*/ 74 w 128"/>
                    <a:gd name="T35" fmla="*/ 11 h 105"/>
                    <a:gd name="T36" fmla="*/ 71 w 128"/>
                    <a:gd name="T37" fmla="*/ 11 h 105"/>
                    <a:gd name="T38" fmla="*/ 68 w 128"/>
                    <a:gd name="T39" fmla="*/ 15 h 105"/>
                    <a:gd name="T40" fmla="*/ 68 w 128"/>
                    <a:gd name="T41" fmla="*/ 21 h 105"/>
                    <a:gd name="T42" fmla="*/ 59 w 128"/>
                    <a:gd name="T43" fmla="*/ 29 h 105"/>
                    <a:gd name="T44" fmla="*/ 53 w 128"/>
                    <a:gd name="T45" fmla="*/ 27 h 105"/>
                    <a:gd name="T46" fmla="*/ 47 w 128"/>
                    <a:gd name="T47" fmla="*/ 24 h 105"/>
                    <a:gd name="T48" fmla="*/ 47 w 128"/>
                    <a:gd name="T49" fmla="*/ 32 h 105"/>
                    <a:gd name="T50" fmla="*/ 47 w 128"/>
                    <a:gd name="T51" fmla="*/ 34 h 105"/>
                    <a:gd name="T52" fmla="*/ 43 w 128"/>
                    <a:gd name="T53" fmla="*/ 45 h 105"/>
                    <a:gd name="T54" fmla="*/ 31 w 128"/>
                    <a:gd name="T55" fmla="*/ 39 h 105"/>
                    <a:gd name="T56" fmla="*/ 29 w 128"/>
                    <a:gd name="T57" fmla="*/ 23 h 105"/>
                    <a:gd name="T58" fmla="*/ 33 w 128"/>
                    <a:gd name="T59" fmla="*/ 14 h 105"/>
                    <a:gd name="T60" fmla="*/ 36 w 128"/>
                    <a:gd name="T61" fmla="*/ 9 h 105"/>
                    <a:gd name="T62" fmla="*/ 42 w 128"/>
                    <a:gd name="T63" fmla="*/ 13 h 105"/>
                    <a:gd name="T64" fmla="*/ 44 w 128"/>
                    <a:gd name="T65" fmla="*/ 16 h 105"/>
                    <a:gd name="T66" fmla="*/ 57 w 128"/>
                    <a:gd name="T67" fmla="*/ 14 h 105"/>
                    <a:gd name="T68" fmla="*/ 62 w 128"/>
                    <a:gd name="T69" fmla="*/ 11 h 105"/>
                    <a:gd name="T70" fmla="*/ 84 w 128"/>
                    <a:gd name="T71" fmla="*/ 0 h 105"/>
                    <a:gd name="T72" fmla="*/ 96 w 128"/>
                    <a:gd name="T73" fmla="*/ 7 h 105"/>
                    <a:gd name="T74" fmla="*/ 96 w 128"/>
                    <a:gd name="T75" fmla="*/ 20 h 105"/>
                    <a:gd name="T76" fmla="*/ 83 w 128"/>
                    <a:gd name="T77" fmla="*/ 43 h 105"/>
                    <a:gd name="T78" fmla="*/ 94 w 128"/>
                    <a:gd name="T79" fmla="*/ 44 h 105"/>
                    <a:gd name="T80" fmla="*/ 122 w 128"/>
                    <a:gd name="T81" fmla="*/ 59 h 105"/>
                    <a:gd name="T82" fmla="*/ 120 w 128"/>
                    <a:gd name="T83" fmla="*/ 73 h 105"/>
                    <a:gd name="T84" fmla="*/ 98 w 128"/>
                    <a:gd name="T85" fmla="*/ 73 h 105"/>
                    <a:gd name="T86" fmla="*/ 97 w 128"/>
                    <a:gd name="T87" fmla="*/ 66 h 105"/>
                    <a:gd name="T88" fmla="*/ 101 w 128"/>
                    <a:gd name="T89" fmla="*/ 58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8" h="105">
                      <a:moveTo>
                        <a:pt x="101" y="58"/>
                      </a:moveTo>
                      <a:cubicBezTo>
                        <a:pt x="94" y="52"/>
                        <a:pt x="81" y="52"/>
                        <a:pt x="74" y="56"/>
                      </a:cubicBezTo>
                      <a:cubicBezTo>
                        <a:pt x="73" y="57"/>
                        <a:pt x="70" y="58"/>
                        <a:pt x="68" y="57"/>
                      </a:cubicBezTo>
                      <a:cubicBezTo>
                        <a:pt x="62" y="56"/>
                        <a:pt x="57" y="57"/>
                        <a:pt x="51" y="59"/>
                      </a:cubicBezTo>
                      <a:cubicBezTo>
                        <a:pt x="46" y="61"/>
                        <a:pt x="41" y="63"/>
                        <a:pt x="36" y="65"/>
                      </a:cubicBezTo>
                      <a:cubicBezTo>
                        <a:pt x="32" y="67"/>
                        <a:pt x="29" y="69"/>
                        <a:pt x="28" y="73"/>
                      </a:cubicBezTo>
                      <a:cubicBezTo>
                        <a:pt x="24" y="82"/>
                        <a:pt x="20" y="92"/>
                        <a:pt x="16" y="102"/>
                      </a:cubicBezTo>
                      <a:cubicBezTo>
                        <a:pt x="16" y="103"/>
                        <a:pt x="14" y="105"/>
                        <a:pt x="13" y="104"/>
                      </a:cubicBezTo>
                      <a:cubicBezTo>
                        <a:pt x="9" y="103"/>
                        <a:pt x="5" y="100"/>
                        <a:pt x="1" y="98"/>
                      </a:cubicBezTo>
                      <a:cubicBezTo>
                        <a:pt x="0" y="97"/>
                        <a:pt x="0" y="95"/>
                        <a:pt x="0" y="93"/>
                      </a:cubicBezTo>
                      <a:cubicBezTo>
                        <a:pt x="5" y="82"/>
                        <a:pt x="10" y="71"/>
                        <a:pt x="15" y="60"/>
                      </a:cubicBezTo>
                      <a:cubicBezTo>
                        <a:pt x="15" y="59"/>
                        <a:pt x="16" y="59"/>
                        <a:pt x="16" y="58"/>
                      </a:cubicBezTo>
                      <a:cubicBezTo>
                        <a:pt x="18" y="56"/>
                        <a:pt x="19" y="52"/>
                        <a:pt x="20" y="52"/>
                      </a:cubicBezTo>
                      <a:cubicBezTo>
                        <a:pt x="24" y="52"/>
                        <a:pt x="29" y="52"/>
                        <a:pt x="32" y="54"/>
                      </a:cubicBezTo>
                      <a:cubicBezTo>
                        <a:pt x="35" y="55"/>
                        <a:pt x="36" y="56"/>
                        <a:pt x="39" y="55"/>
                      </a:cubicBezTo>
                      <a:cubicBezTo>
                        <a:pt x="57" y="50"/>
                        <a:pt x="66" y="37"/>
                        <a:pt x="72" y="21"/>
                      </a:cubicBezTo>
                      <a:cubicBezTo>
                        <a:pt x="72" y="20"/>
                        <a:pt x="73" y="18"/>
                        <a:pt x="74" y="16"/>
                      </a:cubicBezTo>
                      <a:cubicBezTo>
                        <a:pt x="74" y="14"/>
                        <a:pt x="74" y="13"/>
                        <a:pt x="74" y="11"/>
                      </a:cubicBezTo>
                      <a:cubicBezTo>
                        <a:pt x="74" y="11"/>
                        <a:pt x="72" y="10"/>
                        <a:pt x="71" y="11"/>
                      </a:cubicBezTo>
                      <a:cubicBezTo>
                        <a:pt x="70" y="12"/>
                        <a:pt x="68" y="13"/>
                        <a:pt x="68" y="15"/>
                      </a:cubicBezTo>
                      <a:cubicBezTo>
                        <a:pt x="67" y="17"/>
                        <a:pt x="68" y="19"/>
                        <a:pt x="68" y="21"/>
                      </a:cubicBezTo>
                      <a:cubicBezTo>
                        <a:pt x="69" y="28"/>
                        <a:pt x="68" y="30"/>
                        <a:pt x="59" y="29"/>
                      </a:cubicBezTo>
                      <a:cubicBezTo>
                        <a:pt x="57" y="29"/>
                        <a:pt x="55" y="28"/>
                        <a:pt x="53" y="27"/>
                      </a:cubicBezTo>
                      <a:cubicBezTo>
                        <a:pt x="51" y="26"/>
                        <a:pt x="49" y="25"/>
                        <a:pt x="47" y="24"/>
                      </a:cubicBezTo>
                      <a:cubicBezTo>
                        <a:pt x="47" y="27"/>
                        <a:pt x="47" y="29"/>
                        <a:pt x="47" y="32"/>
                      </a:cubicBezTo>
                      <a:cubicBezTo>
                        <a:pt x="47" y="33"/>
                        <a:pt x="47" y="33"/>
                        <a:pt x="47" y="34"/>
                      </a:cubicBezTo>
                      <a:cubicBezTo>
                        <a:pt x="47" y="38"/>
                        <a:pt x="48" y="43"/>
                        <a:pt x="43" y="45"/>
                      </a:cubicBezTo>
                      <a:cubicBezTo>
                        <a:pt x="39" y="46"/>
                        <a:pt x="34" y="44"/>
                        <a:pt x="31" y="39"/>
                      </a:cubicBezTo>
                      <a:cubicBezTo>
                        <a:pt x="28" y="34"/>
                        <a:pt x="25" y="29"/>
                        <a:pt x="29" y="23"/>
                      </a:cubicBezTo>
                      <a:cubicBezTo>
                        <a:pt x="31" y="20"/>
                        <a:pt x="31" y="17"/>
                        <a:pt x="33" y="14"/>
                      </a:cubicBezTo>
                      <a:cubicBezTo>
                        <a:pt x="34" y="12"/>
                        <a:pt x="35" y="9"/>
                        <a:pt x="36" y="9"/>
                      </a:cubicBezTo>
                      <a:cubicBezTo>
                        <a:pt x="38" y="10"/>
                        <a:pt x="40" y="11"/>
                        <a:pt x="42" y="13"/>
                      </a:cubicBezTo>
                      <a:cubicBezTo>
                        <a:pt x="42" y="13"/>
                        <a:pt x="43" y="15"/>
                        <a:pt x="44" y="16"/>
                      </a:cubicBezTo>
                      <a:cubicBezTo>
                        <a:pt x="48" y="13"/>
                        <a:pt x="52" y="11"/>
                        <a:pt x="57" y="14"/>
                      </a:cubicBezTo>
                      <a:cubicBezTo>
                        <a:pt x="58" y="15"/>
                        <a:pt x="61" y="13"/>
                        <a:pt x="62" y="11"/>
                      </a:cubicBezTo>
                      <a:cubicBezTo>
                        <a:pt x="69" y="5"/>
                        <a:pt x="75" y="0"/>
                        <a:pt x="84" y="0"/>
                      </a:cubicBezTo>
                      <a:cubicBezTo>
                        <a:pt x="89" y="0"/>
                        <a:pt x="93" y="2"/>
                        <a:pt x="96" y="7"/>
                      </a:cubicBezTo>
                      <a:cubicBezTo>
                        <a:pt x="99" y="11"/>
                        <a:pt x="98" y="15"/>
                        <a:pt x="96" y="20"/>
                      </a:cubicBezTo>
                      <a:cubicBezTo>
                        <a:pt x="91" y="27"/>
                        <a:pt x="87" y="35"/>
                        <a:pt x="83" y="43"/>
                      </a:cubicBezTo>
                      <a:cubicBezTo>
                        <a:pt x="88" y="43"/>
                        <a:pt x="91" y="44"/>
                        <a:pt x="94" y="44"/>
                      </a:cubicBezTo>
                      <a:cubicBezTo>
                        <a:pt x="105" y="46"/>
                        <a:pt x="115" y="50"/>
                        <a:pt x="122" y="59"/>
                      </a:cubicBezTo>
                      <a:cubicBezTo>
                        <a:pt x="128" y="65"/>
                        <a:pt x="127" y="68"/>
                        <a:pt x="120" y="73"/>
                      </a:cubicBezTo>
                      <a:cubicBezTo>
                        <a:pt x="113" y="77"/>
                        <a:pt x="105" y="77"/>
                        <a:pt x="98" y="73"/>
                      </a:cubicBezTo>
                      <a:cubicBezTo>
                        <a:pt x="95" y="71"/>
                        <a:pt x="95" y="69"/>
                        <a:pt x="97" y="66"/>
                      </a:cubicBezTo>
                      <a:cubicBezTo>
                        <a:pt x="98" y="64"/>
                        <a:pt x="100" y="61"/>
                        <a:pt x="101" y="5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8" name="Freeform 8">
                  <a:extLst>
                    <a:ext uri="{FF2B5EF4-FFF2-40B4-BE49-F238E27FC236}">
                      <a16:creationId xmlns:a16="http://schemas.microsoft.com/office/drawing/2014/main" id="{68AB8704-3F31-41E0-B209-31D0A83BAA2E}"/>
                    </a:ext>
                  </a:extLst>
                </p:cNvPr>
                <p:cNvSpPr>
                  <a:spLocks/>
                </p:cNvSpPr>
                <p:nvPr/>
              </p:nvSpPr>
              <p:spPr bwMode="auto">
                <a:xfrm>
                  <a:off x="5664200" y="2355851"/>
                  <a:ext cx="341313" cy="407988"/>
                </a:xfrm>
                <a:custGeom>
                  <a:avLst/>
                  <a:gdLst>
                    <a:gd name="T0" fmla="*/ 46 w 80"/>
                    <a:gd name="T1" fmla="*/ 29 h 96"/>
                    <a:gd name="T2" fmla="*/ 65 w 80"/>
                    <a:gd name="T3" fmla="*/ 29 h 96"/>
                    <a:gd name="T4" fmla="*/ 79 w 80"/>
                    <a:gd name="T5" fmla="*/ 41 h 96"/>
                    <a:gd name="T6" fmla="*/ 74 w 80"/>
                    <a:gd name="T7" fmla="*/ 43 h 96"/>
                    <a:gd name="T8" fmla="*/ 60 w 80"/>
                    <a:gd name="T9" fmla="*/ 43 h 96"/>
                    <a:gd name="T10" fmla="*/ 52 w 80"/>
                    <a:gd name="T11" fmla="*/ 50 h 96"/>
                    <a:gd name="T12" fmla="*/ 49 w 80"/>
                    <a:gd name="T13" fmla="*/ 87 h 96"/>
                    <a:gd name="T14" fmla="*/ 37 w 80"/>
                    <a:gd name="T15" fmla="*/ 95 h 96"/>
                    <a:gd name="T16" fmla="*/ 21 w 80"/>
                    <a:gd name="T17" fmla="*/ 68 h 96"/>
                    <a:gd name="T18" fmla="*/ 22 w 80"/>
                    <a:gd name="T19" fmla="*/ 62 h 96"/>
                    <a:gd name="T20" fmla="*/ 30 w 80"/>
                    <a:gd name="T21" fmla="*/ 72 h 96"/>
                    <a:gd name="T22" fmla="*/ 40 w 80"/>
                    <a:gd name="T23" fmla="*/ 70 h 96"/>
                    <a:gd name="T24" fmla="*/ 43 w 80"/>
                    <a:gd name="T25" fmla="*/ 46 h 96"/>
                    <a:gd name="T26" fmla="*/ 24 w 80"/>
                    <a:gd name="T27" fmla="*/ 52 h 96"/>
                    <a:gd name="T28" fmla="*/ 19 w 80"/>
                    <a:gd name="T29" fmla="*/ 54 h 96"/>
                    <a:gd name="T30" fmla="*/ 6 w 80"/>
                    <a:gd name="T31" fmla="*/ 54 h 96"/>
                    <a:gd name="T32" fmla="*/ 2 w 80"/>
                    <a:gd name="T33" fmla="*/ 40 h 96"/>
                    <a:gd name="T34" fmla="*/ 6 w 80"/>
                    <a:gd name="T35" fmla="*/ 37 h 96"/>
                    <a:gd name="T36" fmla="*/ 28 w 80"/>
                    <a:gd name="T37" fmla="*/ 33 h 96"/>
                    <a:gd name="T38" fmla="*/ 33 w 80"/>
                    <a:gd name="T39" fmla="*/ 32 h 96"/>
                    <a:gd name="T40" fmla="*/ 36 w 80"/>
                    <a:gd name="T41" fmla="*/ 22 h 96"/>
                    <a:gd name="T42" fmla="*/ 46 w 80"/>
                    <a:gd name="T43" fmla="*/ 12 h 96"/>
                    <a:gd name="T44" fmla="*/ 45 w 80"/>
                    <a:gd name="T45" fmla="*/ 10 h 96"/>
                    <a:gd name="T46" fmla="*/ 26 w 80"/>
                    <a:gd name="T47" fmla="*/ 17 h 96"/>
                    <a:gd name="T48" fmla="*/ 15 w 80"/>
                    <a:gd name="T49" fmla="*/ 24 h 96"/>
                    <a:gd name="T50" fmla="*/ 5 w 80"/>
                    <a:gd name="T51" fmla="*/ 22 h 96"/>
                    <a:gd name="T52" fmla="*/ 1 w 80"/>
                    <a:gd name="T53" fmla="*/ 17 h 96"/>
                    <a:gd name="T54" fmla="*/ 36 w 80"/>
                    <a:gd name="T55" fmla="*/ 2 h 96"/>
                    <a:gd name="T56" fmla="*/ 55 w 80"/>
                    <a:gd name="T57" fmla="*/ 0 h 96"/>
                    <a:gd name="T58" fmla="*/ 61 w 80"/>
                    <a:gd name="T59" fmla="*/ 6 h 96"/>
                    <a:gd name="T60" fmla="*/ 59 w 80"/>
                    <a:gd name="T61" fmla="*/ 13 h 96"/>
                    <a:gd name="T62" fmla="*/ 46 w 80"/>
                    <a:gd name="T63" fmla="*/ 29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 h="96">
                      <a:moveTo>
                        <a:pt x="46" y="29"/>
                      </a:moveTo>
                      <a:cubicBezTo>
                        <a:pt x="53" y="30"/>
                        <a:pt x="59" y="31"/>
                        <a:pt x="65" y="29"/>
                      </a:cubicBezTo>
                      <a:cubicBezTo>
                        <a:pt x="71" y="27"/>
                        <a:pt x="80" y="34"/>
                        <a:pt x="79" y="41"/>
                      </a:cubicBezTo>
                      <a:cubicBezTo>
                        <a:pt x="79" y="42"/>
                        <a:pt x="76" y="43"/>
                        <a:pt x="74" y="43"/>
                      </a:cubicBezTo>
                      <a:cubicBezTo>
                        <a:pt x="70" y="43"/>
                        <a:pt x="65" y="43"/>
                        <a:pt x="60" y="43"/>
                      </a:cubicBezTo>
                      <a:cubicBezTo>
                        <a:pt x="53" y="42"/>
                        <a:pt x="52" y="44"/>
                        <a:pt x="52" y="50"/>
                      </a:cubicBezTo>
                      <a:cubicBezTo>
                        <a:pt x="51" y="62"/>
                        <a:pt x="51" y="75"/>
                        <a:pt x="49" y="87"/>
                      </a:cubicBezTo>
                      <a:cubicBezTo>
                        <a:pt x="48" y="95"/>
                        <a:pt x="45" y="96"/>
                        <a:pt x="37" y="95"/>
                      </a:cubicBezTo>
                      <a:cubicBezTo>
                        <a:pt x="25" y="92"/>
                        <a:pt x="15" y="82"/>
                        <a:pt x="21" y="68"/>
                      </a:cubicBezTo>
                      <a:cubicBezTo>
                        <a:pt x="21" y="66"/>
                        <a:pt x="21" y="64"/>
                        <a:pt x="22" y="62"/>
                      </a:cubicBezTo>
                      <a:cubicBezTo>
                        <a:pt x="24" y="65"/>
                        <a:pt x="27" y="69"/>
                        <a:pt x="30" y="72"/>
                      </a:cubicBezTo>
                      <a:cubicBezTo>
                        <a:pt x="33" y="76"/>
                        <a:pt x="39" y="75"/>
                        <a:pt x="40" y="70"/>
                      </a:cubicBezTo>
                      <a:cubicBezTo>
                        <a:pt x="41" y="62"/>
                        <a:pt x="42" y="54"/>
                        <a:pt x="43" y="46"/>
                      </a:cubicBezTo>
                      <a:cubicBezTo>
                        <a:pt x="35" y="45"/>
                        <a:pt x="30" y="49"/>
                        <a:pt x="24" y="52"/>
                      </a:cubicBezTo>
                      <a:cubicBezTo>
                        <a:pt x="22" y="52"/>
                        <a:pt x="21" y="54"/>
                        <a:pt x="19" y="54"/>
                      </a:cubicBezTo>
                      <a:cubicBezTo>
                        <a:pt x="14" y="58"/>
                        <a:pt x="11" y="57"/>
                        <a:pt x="6" y="54"/>
                      </a:cubicBezTo>
                      <a:cubicBezTo>
                        <a:pt x="3" y="51"/>
                        <a:pt x="0" y="44"/>
                        <a:pt x="2" y="40"/>
                      </a:cubicBezTo>
                      <a:cubicBezTo>
                        <a:pt x="2" y="39"/>
                        <a:pt x="5" y="37"/>
                        <a:pt x="6" y="37"/>
                      </a:cubicBezTo>
                      <a:cubicBezTo>
                        <a:pt x="14" y="39"/>
                        <a:pt x="20" y="35"/>
                        <a:pt x="28" y="33"/>
                      </a:cubicBezTo>
                      <a:cubicBezTo>
                        <a:pt x="29" y="33"/>
                        <a:pt x="31" y="32"/>
                        <a:pt x="33" y="32"/>
                      </a:cubicBezTo>
                      <a:cubicBezTo>
                        <a:pt x="31" y="27"/>
                        <a:pt x="31" y="24"/>
                        <a:pt x="36" y="22"/>
                      </a:cubicBezTo>
                      <a:cubicBezTo>
                        <a:pt x="39" y="19"/>
                        <a:pt x="42" y="15"/>
                        <a:pt x="46" y="12"/>
                      </a:cubicBezTo>
                      <a:cubicBezTo>
                        <a:pt x="45" y="11"/>
                        <a:pt x="45" y="11"/>
                        <a:pt x="45" y="10"/>
                      </a:cubicBezTo>
                      <a:cubicBezTo>
                        <a:pt x="38" y="13"/>
                        <a:pt x="32" y="15"/>
                        <a:pt x="26" y="17"/>
                      </a:cubicBezTo>
                      <a:cubicBezTo>
                        <a:pt x="22" y="19"/>
                        <a:pt x="18" y="22"/>
                        <a:pt x="15" y="24"/>
                      </a:cubicBezTo>
                      <a:cubicBezTo>
                        <a:pt x="11" y="26"/>
                        <a:pt x="7" y="27"/>
                        <a:pt x="5" y="22"/>
                      </a:cubicBezTo>
                      <a:cubicBezTo>
                        <a:pt x="4" y="20"/>
                        <a:pt x="3" y="19"/>
                        <a:pt x="1" y="17"/>
                      </a:cubicBezTo>
                      <a:cubicBezTo>
                        <a:pt x="13" y="12"/>
                        <a:pt x="25" y="6"/>
                        <a:pt x="36" y="2"/>
                      </a:cubicBezTo>
                      <a:cubicBezTo>
                        <a:pt x="42" y="0"/>
                        <a:pt x="49" y="0"/>
                        <a:pt x="55" y="0"/>
                      </a:cubicBezTo>
                      <a:cubicBezTo>
                        <a:pt x="57" y="0"/>
                        <a:pt x="60" y="4"/>
                        <a:pt x="61" y="6"/>
                      </a:cubicBezTo>
                      <a:cubicBezTo>
                        <a:pt x="62" y="8"/>
                        <a:pt x="61" y="11"/>
                        <a:pt x="59" y="13"/>
                      </a:cubicBezTo>
                      <a:cubicBezTo>
                        <a:pt x="55" y="18"/>
                        <a:pt x="51" y="23"/>
                        <a:pt x="46"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33" name="组合 32">
                <a:extLst>
                  <a:ext uri="{FF2B5EF4-FFF2-40B4-BE49-F238E27FC236}">
                    <a16:creationId xmlns:a16="http://schemas.microsoft.com/office/drawing/2014/main" id="{B92E7EB9-3312-4310-B5FA-50F0FA6CFB99}"/>
                  </a:ext>
                </a:extLst>
              </p:cNvPr>
              <p:cNvGrpSpPr/>
              <p:nvPr/>
            </p:nvGrpSpPr>
            <p:grpSpPr>
              <a:xfrm>
                <a:off x="11192276" y="2400300"/>
                <a:ext cx="322175" cy="373063"/>
                <a:chOff x="3792874" y="3138488"/>
                <a:chExt cx="322175" cy="373063"/>
              </a:xfrm>
              <a:grpFill/>
            </p:grpSpPr>
            <p:sp>
              <p:nvSpPr>
                <p:cNvPr id="34" name="Freeform 15">
                  <a:extLst>
                    <a:ext uri="{FF2B5EF4-FFF2-40B4-BE49-F238E27FC236}">
                      <a16:creationId xmlns:a16="http://schemas.microsoft.com/office/drawing/2014/main" id="{4A24723D-38DD-4916-B1AF-76A903317407}"/>
                    </a:ext>
                  </a:extLst>
                </p:cNvPr>
                <p:cNvSpPr>
                  <a:spLocks/>
                </p:cNvSpPr>
                <p:nvPr/>
              </p:nvSpPr>
              <p:spPr bwMode="auto">
                <a:xfrm>
                  <a:off x="3792874" y="3235325"/>
                  <a:ext cx="112625" cy="246063"/>
                </a:xfrm>
                <a:custGeom>
                  <a:avLst/>
                  <a:gdLst>
                    <a:gd name="T0" fmla="*/ 16 w 39"/>
                    <a:gd name="T1" fmla="*/ 29 h 58"/>
                    <a:gd name="T2" fmla="*/ 27 w 39"/>
                    <a:gd name="T3" fmla="*/ 7 h 58"/>
                    <a:gd name="T4" fmla="*/ 31 w 39"/>
                    <a:gd name="T5" fmla="*/ 1 h 58"/>
                    <a:gd name="T6" fmla="*/ 34 w 39"/>
                    <a:gd name="T7" fmla="*/ 6 h 58"/>
                    <a:gd name="T8" fmla="*/ 35 w 39"/>
                    <a:gd name="T9" fmla="*/ 26 h 58"/>
                    <a:gd name="T10" fmla="*/ 20 w 39"/>
                    <a:gd name="T11" fmla="*/ 52 h 58"/>
                    <a:gd name="T12" fmla="*/ 9 w 39"/>
                    <a:gd name="T13" fmla="*/ 57 h 58"/>
                    <a:gd name="T14" fmla="*/ 1 w 39"/>
                    <a:gd name="T15" fmla="*/ 43 h 58"/>
                    <a:gd name="T16" fmla="*/ 4 w 39"/>
                    <a:gd name="T17" fmla="*/ 6 h 58"/>
                    <a:gd name="T18" fmla="*/ 8 w 39"/>
                    <a:gd name="T19" fmla="*/ 0 h 58"/>
                    <a:gd name="T20" fmla="*/ 15 w 39"/>
                    <a:gd name="T21" fmla="*/ 6 h 58"/>
                    <a:gd name="T22" fmla="*/ 14 w 39"/>
                    <a:gd name="T23" fmla="*/ 20 h 58"/>
                    <a:gd name="T24" fmla="*/ 14 w 39"/>
                    <a:gd name="T25" fmla="*/ 28 h 58"/>
                    <a:gd name="T26" fmla="*/ 16 w 39"/>
                    <a:gd name="T27" fmla="*/ 29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9" h="58">
                      <a:moveTo>
                        <a:pt x="16" y="29"/>
                      </a:moveTo>
                      <a:cubicBezTo>
                        <a:pt x="19" y="21"/>
                        <a:pt x="23" y="14"/>
                        <a:pt x="27" y="7"/>
                      </a:cubicBezTo>
                      <a:cubicBezTo>
                        <a:pt x="28" y="5"/>
                        <a:pt x="29" y="3"/>
                        <a:pt x="31" y="1"/>
                      </a:cubicBezTo>
                      <a:cubicBezTo>
                        <a:pt x="32" y="3"/>
                        <a:pt x="33" y="4"/>
                        <a:pt x="34" y="6"/>
                      </a:cubicBezTo>
                      <a:cubicBezTo>
                        <a:pt x="37" y="12"/>
                        <a:pt x="39" y="19"/>
                        <a:pt x="35" y="26"/>
                      </a:cubicBezTo>
                      <a:cubicBezTo>
                        <a:pt x="30" y="34"/>
                        <a:pt x="25" y="43"/>
                        <a:pt x="20" y="52"/>
                      </a:cubicBezTo>
                      <a:cubicBezTo>
                        <a:pt x="18" y="56"/>
                        <a:pt x="12" y="58"/>
                        <a:pt x="9" y="57"/>
                      </a:cubicBezTo>
                      <a:cubicBezTo>
                        <a:pt x="2" y="54"/>
                        <a:pt x="0" y="50"/>
                        <a:pt x="1" y="43"/>
                      </a:cubicBezTo>
                      <a:cubicBezTo>
                        <a:pt x="2" y="31"/>
                        <a:pt x="3" y="18"/>
                        <a:pt x="4" y="6"/>
                      </a:cubicBezTo>
                      <a:cubicBezTo>
                        <a:pt x="4" y="4"/>
                        <a:pt x="4" y="0"/>
                        <a:pt x="8" y="0"/>
                      </a:cubicBezTo>
                      <a:cubicBezTo>
                        <a:pt x="11" y="0"/>
                        <a:pt x="15" y="1"/>
                        <a:pt x="15" y="6"/>
                      </a:cubicBezTo>
                      <a:cubicBezTo>
                        <a:pt x="15" y="10"/>
                        <a:pt x="14" y="15"/>
                        <a:pt x="14" y="20"/>
                      </a:cubicBezTo>
                      <a:cubicBezTo>
                        <a:pt x="14" y="23"/>
                        <a:pt x="14" y="25"/>
                        <a:pt x="14" y="28"/>
                      </a:cubicBezTo>
                      <a:cubicBezTo>
                        <a:pt x="14" y="28"/>
                        <a:pt x="15" y="28"/>
                        <a:pt x="16"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5" name="Freeform 16">
                  <a:extLst>
                    <a:ext uri="{FF2B5EF4-FFF2-40B4-BE49-F238E27FC236}">
                      <a16:creationId xmlns:a16="http://schemas.microsoft.com/office/drawing/2014/main" id="{FB4C6AFE-87EF-4FB7-829C-F7529116EE44}"/>
                    </a:ext>
                  </a:extLst>
                </p:cNvPr>
                <p:cNvSpPr>
                  <a:spLocks/>
                </p:cNvSpPr>
                <p:nvPr/>
              </p:nvSpPr>
              <p:spPr bwMode="auto">
                <a:xfrm>
                  <a:off x="3980111" y="3138488"/>
                  <a:ext cx="134938" cy="373063"/>
                </a:xfrm>
                <a:custGeom>
                  <a:avLst/>
                  <a:gdLst>
                    <a:gd name="T0" fmla="*/ 9 w 47"/>
                    <a:gd name="T1" fmla="*/ 73 h 88"/>
                    <a:gd name="T2" fmla="*/ 3 w 47"/>
                    <a:gd name="T3" fmla="*/ 67 h 88"/>
                    <a:gd name="T4" fmla="*/ 3 w 47"/>
                    <a:gd name="T5" fmla="*/ 57 h 88"/>
                    <a:gd name="T6" fmla="*/ 20 w 47"/>
                    <a:gd name="T7" fmla="*/ 38 h 88"/>
                    <a:gd name="T8" fmla="*/ 33 w 47"/>
                    <a:gd name="T9" fmla="*/ 20 h 88"/>
                    <a:gd name="T10" fmla="*/ 33 w 47"/>
                    <a:gd name="T11" fmla="*/ 4 h 88"/>
                    <a:gd name="T12" fmla="*/ 32 w 47"/>
                    <a:gd name="T13" fmla="*/ 1 h 88"/>
                    <a:gd name="T14" fmla="*/ 33 w 47"/>
                    <a:gd name="T15" fmla="*/ 0 h 88"/>
                    <a:gd name="T16" fmla="*/ 41 w 47"/>
                    <a:gd name="T17" fmla="*/ 6 h 88"/>
                    <a:gd name="T18" fmla="*/ 43 w 47"/>
                    <a:gd name="T19" fmla="*/ 26 h 88"/>
                    <a:gd name="T20" fmla="*/ 29 w 47"/>
                    <a:gd name="T21" fmla="*/ 48 h 88"/>
                    <a:gd name="T22" fmla="*/ 30 w 47"/>
                    <a:gd name="T23" fmla="*/ 52 h 88"/>
                    <a:gd name="T24" fmla="*/ 40 w 47"/>
                    <a:gd name="T25" fmla="*/ 73 h 88"/>
                    <a:gd name="T26" fmla="*/ 41 w 47"/>
                    <a:gd name="T27" fmla="*/ 84 h 88"/>
                    <a:gd name="T28" fmla="*/ 37 w 47"/>
                    <a:gd name="T29" fmla="*/ 86 h 88"/>
                    <a:gd name="T30" fmla="*/ 31 w 47"/>
                    <a:gd name="T31" fmla="*/ 75 h 88"/>
                    <a:gd name="T32" fmla="*/ 28 w 47"/>
                    <a:gd name="T33" fmla="*/ 60 h 88"/>
                    <a:gd name="T34" fmla="*/ 22 w 47"/>
                    <a:gd name="T35" fmla="*/ 59 h 88"/>
                    <a:gd name="T36" fmla="*/ 9 w 47"/>
                    <a:gd name="T37" fmla="*/ 73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7" h="88">
                      <a:moveTo>
                        <a:pt x="9" y="73"/>
                      </a:moveTo>
                      <a:cubicBezTo>
                        <a:pt x="7" y="71"/>
                        <a:pt x="5" y="69"/>
                        <a:pt x="3" y="67"/>
                      </a:cubicBezTo>
                      <a:cubicBezTo>
                        <a:pt x="1" y="64"/>
                        <a:pt x="0" y="61"/>
                        <a:pt x="3" y="57"/>
                      </a:cubicBezTo>
                      <a:cubicBezTo>
                        <a:pt x="9" y="51"/>
                        <a:pt x="14" y="45"/>
                        <a:pt x="20" y="38"/>
                      </a:cubicBezTo>
                      <a:cubicBezTo>
                        <a:pt x="24" y="32"/>
                        <a:pt x="28" y="26"/>
                        <a:pt x="33" y="20"/>
                      </a:cubicBezTo>
                      <a:cubicBezTo>
                        <a:pt x="36" y="15"/>
                        <a:pt x="36" y="9"/>
                        <a:pt x="33" y="4"/>
                      </a:cubicBezTo>
                      <a:cubicBezTo>
                        <a:pt x="32" y="3"/>
                        <a:pt x="32" y="2"/>
                        <a:pt x="32" y="1"/>
                      </a:cubicBezTo>
                      <a:cubicBezTo>
                        <a:pt x="32" y="1"/>
                        <a:pt x="33" y="0"/>
                        <a:pt x="33" y="0"/>
                      </a:cubicBezTo>
                      <a:cubicBezTo>
                        <a:pt x="36" y="2"/>
                        <a:pt x="39" y="4"/>
                        <a:pt x="41" y="6"/>
                      </a:cubicBezTo>
                      <a:cubicBezTo>
                        <a:pt x="46" y="11"/>
                        <a:pt x="47" y="20"/>
                        <a:pt x="43" y="26"/>
                      </a:cubicBezTo>
                      <a:cubicBezTo>
                        <a:pt x="39" y="33"/>
                        <a:pt x="34" y="40"/>
                        <a:pt x="29" y="48"/>
                      </a:cubicBezTo>
                      <a:cubicBezTo>
                        <a:pt x="29" y="49"/>
                        <a:pt x="29" y="52"/>
                        <a:pt x="30" y="52"/>
                      </a:cubicBezTo>
                      <a:cubicBezTo>
                        <a:pt x="38" y="57"/>
                        <a:pt x="38" y="65"/>
                        <a:pt x="40" y="73"/>
                      </a:cubicBezTo>
                      <a:cubicBezTo>
                        <a:pt x="41" y="76"/>
                        <a:pt x="41" y="80"/>
                        <a:pt x="41" y="84"/>
                      </a:cubicBezTo>
                      <a:cubicBezTo>
                        <a:pt x="41" y="87"/>
                        <a:pt x="39" y="88"/>
                        <a:pt x="37" y="86"/>
                      </a:cubicBezTo>
                      <a:cubicBezTo>
                        <a:pt x="33" y="83"/>
                        <a:pt x="31" y="81"/>
                        <a:pt x="31" y="75"/>
                      </a:cubicBezTo>
                      <a:cubicBezTo>
                        <a:pt x="31" y="70"/>
                        <a:pt x="30" y="65"/>
                        <a:pt x="28" y="60"/>
                      </a:cubicBezTo>
                      <a:cubicBezTo>
                        <a:pt x="27" y="55"/>
                        <a:pt x="25" y="56"/>
                        <a:pt x="22" y="59"/>
                      </a:cubicBezTo>
                      <a:cubicBezTo>
                        <a:pt x="18" y="64"/>
                        <a:pt x="14" y="68"/>
                        <a:pt x="9"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6" name="Freeform 17">
                  <a:extLst>
                    <a:ext uri="{FF2B5EF4-FFF2-40B4-BE49-F238E27FC236}">
                      <a16:creationId xmlns:a16="http://schemas.microsoft.com/office/drawing/2014/main" id="{7BBE01C1-D3BA-489E-BE5E-C63059DA7AF9}"/>
                    </a:ext>
                  </a:extLst>
                </p:cNvPr>
                <p:cNvSpPr>
                  <a:spLocks/>
                </p:cNvSpPr>
                <p:nvPr/>
              </p:nvSpPr>
              <p:spPr bwMode="auto">
                <a:xfrm>
                  <a:off x="3872924" y="3138488"/>
                  <a:ext cx="75438" cy="79375"/>
                </a:xfrm>
                <a:custGeom>
                  <a:avLst/>
                  <a:gdLst>
                    <a:gd name="T0" fmla="*/ 0 w 26"/>
                    <a:gd name="T1" fmla="*/ 0 h 19"/>
                    <a:gd name="T2" fmla="*/ 20 w 26"/>
                    <a:gd name="T3" fmla="*/ 1 h 19"/>
                    <a:gd name="T4" fmla="*/ 23 w 26"/>
                    <a:gd name="T5" fmla="*/ 12 h 19"/>
                    <a:gd name="T6" fmla="*/ 12 w 26"/>
                    <a:gd name="T7" fmla="*/ 18 h 19"/>
                    <a:gd name="T8" fmla="*/ 3 w 26"/>
                    <a:gd name="T9" fmla="*/ 11 h 19"/>
                    <a:gd name="T10" fmla="*/ 0 w 26"/>
                    <a:gd name="T11" fmla="*/ 0 h 19"/>
                  </a:gdLst>
                  <a:ahLst/>
                  <a:cxnLst>
                    <a:cxn ang="0">
                      <a:pos x="T0" y="T1"/>
                    </a:cxn>
                    <a:cxn ang="0">
                      <a:pos x="T2" y="T3"/>
                    </a:cxn>
                    <a:cxn ang="0">
                      <a:pos x="T4" y="T5"/>
                    </a:cxn>
                    <a:cxn ang="0">
                      <a:pos x="T6" y="T7"/>
                    </a:cxn>
                    <a:cxn ang="0">
                      <a:pos x="T8" y="T9"/>
                    </a:cxn>
                    <a:cxn ang="0">
                      <a:pos x="T10" y="T11"/>
                    </a:cxn>
                  </a:cxnLst>
                  <a:rect l="0" t="0" r="r" b="b"/>
                  <a:pathLst>
                    <a:path w="26" h="19">
                      <a:moveTo>
                        <a:pt x="0" y="0"/>
                      </a:moveTo>
                      <a:cubicBezTo>
                        <a:pt x="8" y="1"/>
                        <a:pt x="14" y="1"/>
                        <a:pt x="20" y="1"/>
                      </a:cubicBezTo>
                      <a:cubicBezTo>
                        <a:pt x="24" y="1"/>
                        <a:pt x="26" y="8"/>
                        <a:pt x="23" y="12"/>
                      </a:cubicBezTo>
                      <a:cubicBezTo>
                        <a:pt x="21" y="16"/>
                        <a:pt x="17" y="19"/>
                        <a:pt x="12" y="18"/>
                      </a:cubicBezTo>
                      <a:cubicBezTo>
                        <a:pt x="8" y="18"/>
                        <a:pt x="5" y="15"/>
                        <a:pt x="3" y="11"/>
                      </a:cubicBezTo>
                      <a:cubicBezTo>
                        <a:pt x="2" y="8"/>
                        <a:pt x="1" y="4"/>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grpSp>
          <p:nvGrpSpPr>
            <p:cNvPr id="17" name="组合 16">
              <a:extLst>
                <a:ext uri="{FF2B5EF4-FFF2-40B4-BE49-F238E27FC236}">
                  <a16:creationId xmlns:a16="http://schemas.microsoft.com/office/drawing/2014/main" id="{E582171C-E91E-4DDB-B720-D9EDE8C54B5C}"/>
                </a:ext>
              </a:extLst>
            </p:cNvPr>
            <p:cNvGrpSpPr/>
            <p:nvPr/>
          </p:nvGrpSpPr>
          <p:grpSpPr>
            <a:xfrm>
              <a:off x="582366" y="5719539"/>
              <a:ext cx="2716733" cy="681262"/>
              <a:chOff x="6738929" y="2270918"/>
              <a:chExt cx="2766486" cy="693738"/>
            </a:xfrm>
            <a:grpFill/>
          </p:grpSpPr>
          <p:grpSp>
            <p:nvGrpSpPr>
              <p:cNvPr id="18" name="组合 17">
                <a:extLst>
                  <a:ext uri="{FF2B5EF4-FFF2-40B4-BE49-F238E27FC236}">
                    <a16:creationId xmlns:a16="http://schemas.microsoft.com/office/drawing/2014/main" id="{4EB45816-40C4-4065-9181-C29D2BECD84E}"/>
                  </a:ext>
                </a:extLst>
              </p:cNvPr>
              <p:cNvGrpSpPr/>
              <p:nvPr/>
            </p:nvGrpSpPr>
            <p:grpSpPr>
              <a:xfrm>
                <a:off x="8180494" y="2355056"/>
                <a:ext cx="484188" cy="509588"/>
                <a:chOff x="6113463" y="3541713"/>
                <a:chExt cx="484188" cy="509588"/>
              </a:xfrm>
              <a:grpFill/>
            </p:grpSpPr>
            <p:sp>
              <p:nvSpPr>
                <p:cNvPr id="28" name="Freeform 9">
                  <a:extLst>
                    <a:ext uri="{FF2B5EF4-FFF2-40B4-BE49-F238E27FC236}">
                      <a16:creationId xmlns:a16="http://schemas.microsoft.com/office/drawing/2014/main" id="{70888479-5294-457A-8111-462CE4F104F2}"/>
                    </a:ext>
                  </a:extLst>
                </p:cNvPr>
                <p:cNvSpPr>
                  <a:spLocks noEditPoints="1"/>
                </p:cNvSpPr>
                <p:nvPr/>
              </p:nvSpPr>
              <p:spPr bwMode="auto">
                <a:xfrm>
                  <a:off x="6113463" y="3579813"/>
                  <a:ext cx="252413" cy="428625"/>
                </a:xfrm>
                <a:custGeom>
                  <a:avLst/>
                  <a:gdLst>
                    <a:gd name="T0" fmla="*/ 39 w 59"/>
                    <a:gd name="T1" fmla="*/ 78 h 101"/>
                    <a:gd name="T2" fmla="*/ 17 w 59"/>
                    <a:gd name="T3" fmla="*/ 94 h 101"/>
                    <a:gd name="T4" fmla="*/ 8 w 59"/>
                    <a:gd name="T5" fmla="*/ 94 h 101"/>
                    <a:gd name="T6" fmla="*/ 0 w 59"/>
                    <a:gd name="T7" fmla="*/ 79 h 101"/>
                    <a:gd name="T8" fmla="*/ 17 w 59"/>
                    <a:gd name="T9" fmla="*/ 73 h 101"/>
                    <a:gd name="T10" fmla="*/ 10 w 59"/>
                    <a:gd name="T11" fmla="*/ 68 h 101"/>
                    <a:gd name="T12" fmla="*/ 8 w 59"/>
                    <a:gd name="T13" fmla="*/ 60 h 101"/>
                    <a:gd name="T14" fmla="*/ 18 w 59"/>
                    <a:gd name="T15" fmla="*/ 23 h 101"/>
                    <a:gd name="T16" fmla="*/ 26 w 59"/>
                    <a:gd name="T17" fmla="*/ 17 h 101"/>
                    <a:gd name="T18" fmla="*/ 36 w 59"/>
                    <a:gd name="T19" fmla="*/ 26 h 101"/>
                    <a:gd name="T20" fmla="*/ 36 w 59"/>
                    <a:gd name="T21" fmla="*/ 27 h 101"/>
                    <a:gd name="T22" fmla="*/ 43 w 59"/>
                    <a:gd name="T23" fmla="*/ 40 h 101"/>
                    <a:gd name="T24" fmla="*/ 42 w 59"/>
                    <a:gd name="T25" fmla="*/ 12 h 101"/>
                    <a:gd name="T26" fmla="*/ 21 w 59"/>
                    <a:gd name="T27" fmla="*/ 5 h 101"/>
                    <a:gd name="T28" fmla="*/ 44 w 59"/>
                    <a:gd name="T29" fmla="*/ 1 h 101"/>
                    <a:gd name="T30" fmla="*/ 57 w 59"/>
                    <a:gd name="T31" fmla="*/ 17 h 101"/>
                    <a:gd name="T32" fmla="*/ 56 w 59"/>
                    <a:gd name="T33" fmla="*/ 48 h 101"/>
                    <a:gd name="T34" fmla="*/ 57 w 59"/>
                    <a:gd name="T35" fmla="*/ 55 h 101"/>
                    <a:gd name="T36" fmla="*/ 55 w 59"/>
                    <a:gd name="T37" fmla="*/ 64 h 101"/>
                    <a:gd name="T38" fmla="*/ 54 w 59"/>
                    <a:gd name="T39" fmla="*/ 71 h 101"/>
                    <a:gd name="T40" fmla="*/ 52 w 59"/>
                    <a:gd name="T41" fmla="*/ 95 h 101"/>
                    <a:gd name="T42" fmla="*/ 49 w 59"/>
                    <a:gd name="T43" fmla="*/ 101 h 101"/>
                    <a:gd name="T44" fmla="*/ 43 w 59"/>
                    <a:gd name="T45" fmla="*/ 98 h 101"/>
                    <a:gd name="T46" fmla="*/ 38 w 59"/>
                    <a:gd name="T47" fmla="*/ 86 h 101"/>
                    <a:gd name="T48" fmla="*/ 39 w 59"/>
                    <a:gd name="T49" fmla="*/ 78 h 101"/>
                    <a:gd name="T50" fmla="*/ 42 w 59"/>
                    <a:gd name="T51" fmla="*/ 47 h 101"/>
                    <a:gd name="T52" fmla="*/ 32 w 59"/>
                    <a:gd name="T53" fmla="*/ 44 h 101"/>
                    <a:gd name="T54" fmla="*/ 29 w 59"/>
                    <a:gd name="T55" fmla="*/ 64 h 101"/>
                    <a:gd name="T56" fmla="*/ 42 w 59"/>
                    <a:gd name="T57" fmla="*/ 4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9" h="101">
                      <a:moveTo>
                        <a:pt x="39" y="78"/>
                      </a:moveTo>
                      <a:cubicBezTo>
                        <a:pt x="31" y="84"/>
                        <a:pt x="24" y="89"/>
                        <a:pt x="17" y="94"/>
                      </a:cubicBezTo>
                      <a:cubicBezTo>
                        <a:pt x="14" y="97"/>
                        <a:pt x="11" y="96"/>
                        <a:pt x="8" y="94"/>
                      </a:cubicBezTo>
                      <a:cubicBezTo>
                        <a:pt x="4" y="90"/>
                        <a:pt x="0" y="86"/>
                        <a:pt x="0" y="79"/>
                      </a:cubicBezTo>
                      <a:cubicBezTo>
                        <a:pt x="6" y="82"/>
                        <a:pt x="12" y="80"/>
                        <a:pt x="17" y="73"/>
                      </a:cubicBezTo>
                      <a:cubicBezTo>
                        <a:pt x="15" y="72"/>
                        <a:pt x="13" y="70"/>
                        <a:pt x="10" y="68"/>
                      </a:cubicBezTo>
                      <a:cubicBezTo>
                        <a:pt x="7" y="66"/>
                        <a:pt x="7" y="63"/>
                        <a:pt x="8" y="60"/>
                      </a:cubicBezTo>
                      <a:cubicBezTo>
                        <a:pt x="11" y="48"/>
                        <a:pt x="15" y="36"/>
                        <a:pt x="18" y="23"/>
                      </a:cubicBezTo>
                      <a:cubicBezTo>
                        <a:pt x="19" y="20"/>
                        <a:pt x="20" y="16"/>
                        <a:pt x="26" y="17"/>
                      </a:cubicBezTo>
                      <a:cubicBezTo>
                        <a:pt x="32" y="18"/>
                        <a:pt x="36" y="21"/>
                        <a:pt x="36" y="26"/>
                      </a:cubicBezTo>
                      <a:cubicBezTo>
                        <a:pt x="36" y="26"/>
                        <a:pt x="36" y="27"/>
                        <a:pt x="36" y="27"/>
                      </a:cubicBezTo>
                      <a:cubicBezTo>
                        <a:pt x="35" y="33"/>
                        <a:pt x="38" y="37"/>
                        <a:pt x="43" y="40"/>
                      </a:cubicBezTo>
                      <a:cubicBezTo>
                        <a:pt x="43" y="31"/>
                        <a:pt x="42" y="22"/>
                        <a:pt x="42" y="12"/>
                      </a:cubicBezTo>
                      <a:cubicBezTo>
                        <a:pt x="30" y="16"/>
                        <a:pt x="20" y="12"/>
                        <a:pt x="21" y="5"/>
                      </a:cubicBezTo>
                      <a:cubicBezTo>
                        <a:pt x="29" y="3"/>
                        <a:pt x="36" y="1"/>
                        <a:pt x="44" y="1"/>
                      </a:cubicBezTo>
                      <a:cubicBezTo>
                        <a:pt x="54" y="0"/>
                        <a:pt x="59" y="8"/>
                        <a:pt x="57" y="17"/>
                      </a:cubicBezTo>
                      <a:cubicBezTo>
                        <a:pt x="56" y="27"/>
                        <a:pt x="56" y="38"/>
                        <a:pt x="56" y="48"/>
                      </a:cubicBezTo>
                      <a:cubicBezTo>
                        <a:pt x="56" y="50"/>
                        <a:pt x="57" y="52"/>
                        <a:pt x="57" y="55"/>
                      </a:cubicBezTo>
                      <a:cubicBezTo>
                        <a:pt x="57" y="58"/>
                        <a:pt x="56" y="61"/>
                        <a:pt x="55" y="64"/>
                      </a:cubicBezTo>
                      <a:cubicBezTo>
                        <a:pt x="55" y="66"/>
                        <a:pt x="54" y="68"/>
                        <a:pt x="54" y="71"/>
                      </a:cubicBezTo>
                      <a:cubicBezTo>
                        <a:pt x="53" y="79"/>
                        <a:pt x="53" y="87"/>
                        <a:pt x="52" y="95"/>
                      </a:cubicBezTo>
                      <a:cubicBezTo>
                        <a:pt x="52" y="97"/>
                        <a:pt x="51" y="100"/>
                        <a:pt x="49" y="101"/>
                      </a:cubicBezTo>
                      <a:cubicBezTo>
                        <a:pt x="47" y="101"/>
                        <a:pt x="44" y="100"/>
                        <a:pt x="43" y="98"/>
                      </a:cubicBezTo>
                      <a:cubicBezTo>
                        <a:pt x="39" y="95"/>
                        <a:pt x="36" y="92"/>
                        <a:pt x="38" y="86"/>
                      </a:cubicBezTo>
                      <a:cubicBezTo>
                        <a:pt x="39" y="84"/>
                        <a:pt x="39" y="81"/>
                        <a:pt x="39" y="78"/>
                      </a:cubicBezTo>
                      <a:close/>
                      <a:moveTo>
                        <a:pt x="42" y="47"/>
                      </a:moveTo>
                      <a:cubicBezTo>
                        <a:pt x="39" y="46"/>
                        <a:pt x="36" y="45"/>
                        <a:pt x="32" y="44"/>
                      </a:cubicBezTo>
                      <a:cubicBezTo>
                        <a:pt x="31" y="51"/>
                        <a:pt x="30" y="57"/>
                        <a:pt x="29" y="64"/>
                      </a:cubicBezTo>
                      <a:cubicBezTo>
                        <a:pt x="39" y="61"/>
                        <a:pt x="42" y="57"/>
                        <a:pt x="42" y="4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9" name="Freeform 10">
                  <a:extLst>
                    <a:ext uri="{FF2B5EF4-FFF2-40B4-BE49-F238E27FC236}">
                      <a16:creationId xmlns:a16="http://schemas.microsoft.com/office/drawing/2014/main" id="{3C581795-C09D-460E-9472-8181F266F0EF}"/>
                    </a:ext>
                  </a:extLst>
                </p:cNvPr>
                <p:cNvSpPr>
                  <a:spLocks noEditPoints="1"/>
                </p:cNvSpPr>
                <p:nvPr/>
              </p:nvSpPr>
              <p:spPr bwMode="auto">
                <a:xfrm>
                  <a:off x="6361113" y="3541713"/>
                  <a:ext cx="236538" cy="509588"/>
                </a:xfrm>
                <a:custGeom>
                  <a:avLst/>
                  <a:gdLst>
                    <a:gd name="T0" fmla="*/ 11 w 55"/>
                    <a:gd name="T1" fmla="*/ 89 h 120"/>
                    <a:gd name="T2" fmla="*/ 10 w 55"/>
                    <a:gd name="T3" fmla="*/ 100 h 120"/>
                    <a:gd name="T4" fmla="*/ 6 w 55"/>
                    <a:gd name="T5" fmla="*/ 104 h 120"/>
                    <a:gd name="T6" fmla="*/ 1 w 55"/>
                    <a:gd name="T7" fmla="*/ 99 h 120"/>
                    <a:gd name="T8" fmla="*/ 3 w 55"/>
                    <a:gd name="T9" fmla="*/ 84 h 120"/>
                    <a:gd name="T10" fmla="*/ 14 w 55"/>
                    <a:gd name="T11" fmla="*/ 37 h 120"/>
                    <a:gd name="T12" fmla="*/ 22 w 55"/>
                    <a:gd name="T13" fmla="*/ 11 h 120"/>
                    <a:gd name="T14" fmla="*/ 26 w 55"/>
                    <a:gd name="T15" fmla="*/ 19 h 120"/>
                    <a:gd name="T16" fmla="*/ 20 w 55"/>
                    <a:gd name="T17" fmla="*/ 40 h 120"/>
                    <a:gd name="T18" fmla="*/ 27 w 55"/>
                    <a:gd name="T19" fmla="*/ 35 h 120"/>
                    <a:gd name="T20" fmla="*/ 35 w 55"/>
                    <a:gd name="T21" fmla="*/ 30 h 120"/>
                    <a:gd name="T22" fmla="*/ 33 w 55"/>
                    <a:gd name="T23" fmla="*/ 9 h 120"/>
                    <a:gd name="T24" fmla="*/ 28 w 55"/>
                    <a:gd name="T25" fmla="*/ 8 h 120"/>
                    <a:gd name="T26" fmla="*/ 19 w 55"/>
                    <a:gd name="T27" fmla="*/ 12 h 120"/>
                    <a:gd name="T28" fmla="*/ 12 w 55"/>
                    <a:gd name="T29" fmla="*/ 15 h 120"/>
                    <a:gd name="T30" fmla="*/ 9 w 55"/>
                    <a:gd name="T31" fmla="*/ 11 h 120"/>
                    <a:gd name="T32" fmla="*/ 11 w 55"/>
                    <a:gd name="T33" fmla="*/ 8 h 120"/>
                    <a:gd name="T34" fmla="*/ 31 w 55"/>
                    <a:gd name="T35" fmla="*/ 0 h 120"/>
                    <a:gd name="T36" fmla="*/ 45 w 55"/>
                    <a:gd name="T37" fmla="*/ 15 h 120"/>
                    <a:gd name="T38" fmla="*/ 44 w 55"/>
                    <a:gd name="T39" fmla="*/ 46 h 120"/>
                    <a:gd name="T40" fmla="*/ 48 w 55"/>
                    <a:gd name="T41" fmla="*/ 54 h 120"/>
                    <a:gd name="T42" fmla="*/ 48 w 55"/>
                    <a:gd name="T43" fmla="*/ 71 h 120"/>
                    <a:gd name="T44" fmla="*/ 44 w 55"/>
                    <a:gd name="T45" fmla="*/ 77 h 120"/>
                    <a:gd name="T46" fmla="*/ 44 w 55"/>
                    <a:gd name="T47" fmla="*/ 110 h 120"/>
                    <a:gd name="T48" fmla="*/ 44 w 55"/>
                    <a:gd name="T49" fmla="*/ 114 h 120"/>
                    <a:gd name="T50" fmla="*/ 41 w 55"/>
                    <a:gd name="T51" fmla="*/ 120 h 120"/>
                    <a:gd name="T52" fmla="*/ 32 w 55"/>
                    <a:gd name="T53" fmla="*/ 118 h 120"/>
                    <a:gd name="T54" fmla="*/ 13 w 55"/>
                    <a:gd name="T55" fmla="*/ 91 h 120"/>
                    <a:gd name="T56" fmla="*/ 12 w 55"/>
                    <a:gd name="T57" fmla="*/ 89 h 120"/>
                    <a:gd name="T58" fmla="*/ 11 w 55"/>
                    <a:gd name="T59" fmla="*/ 89 h 120"/>
                    <a:gd name="T60" fmla="*/ 24 w 55"/>
                    <a:gd name="T61" fmla="*/ 76 h 120"/>
                    <a:gd name="T62" fmla="*/ 23 w 55"/>
                    <a:gd name="T63" fmla="*/ 74 h 120"/>
                    <a:gd name="T64" fmla="*/ 27 w 55"/>
                    <a:gd name="T65" fmla="*/ 71 h 120"/>
                    <a:gd name="T66" fmla="*/ 33 w 55"/>
                    <a:gd name="T67" fmla="*/ 67 h 120"/>
                    <a:gd name="T68" fmla="*/ 32 w 55"/>
                    <a:gd name="T69" fmla="*/ 63 h 120"/>
                    <a:gd name="T70" fmla="*/ 22 w 55"/>
                    <a:gd name="T71" fmla="*/ 52 h 120"/>
                    <a:gd name="T72" fmla="*/ 18 w 55"/>
                    <a:gd name="T73" fmla="*/ 89 h 120"/>
                    <a:gd name="T74" fmla="*/ 33 w 55"/>
                    <a:gd name="T75" fmla="*/ 107 h 120"/>
                    <a:gd name="T76" fmla="*/ 35 w 55"/>
                    <a:gd name="T77" fmla="*/ 77 h 120"/>
                    <a:gd name="T78" fmla="*/ 31 w 55"/>
                    <a:gd name="T79" fmla="*/ 75 h 120"/>
                    <a:gd name="T80" fmla="*/ 24 w 55"/>
                    <a:gd name="T81" fmla="*/ 76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5" h="120">
                      <a:moveTo>
                        <a:pt x="11" y="89"/>
                      </a:moveTo>
                      <a:cubicBezTo>
                        <a:pt x="10" y="93"/>
                        <a:pt x="10" y="96"/>
                        <a:pt x="10" y="100"/>
                      </a:cubicBezTo>
                      <a:cubicBezTo>
                        <a:pt x="9" y="102"/>
                        <a:pt x="9" y="104"/>
                        <a:pt x="6" y="104"/>
                      </a:cubicBezTo>
                      <a:cubicBezTo>
                        <a:pt x="3" y="104"/>
                        <a:pt x="0" y="103"/>
                        <a:pt x="1" y="99"/>
                      </a:cubicBezTo>
                      <a:cubicBezTo>
                        <a:pt x="2" y="94"/>
                        <a:pt x="2" y="89"/>
                        <a:pt x="3" y="84"/>
                      </a:cubicBezTo>
                      <a:cubicBezTo>
                        <a:pt x="7" y="68"/>
                        <a:pt x="10" y="53"/>
                        <a:pt x="14" y="37"/>
                      </a:cubicBezTo>
                      <a:cubicBezTo>
                        <a:pt x="16" y="29"/>
                        <a:pt x="19" y="20"/>
                        <a:pt x="22" y="11"/>
                      </a:cubicBezTo>
                      <a:cubicBezTo>
                        <a:pt x="26" y="13"/>
                        <a:pt x="27" y="15"/>
                        <a:pt x="26" y="19"/>
                      </a:cubicBezTo>
                      <a:cubicBezTo>
                        <a:pt x="24" y="25"/>
                        <a:pt x="22" y="32"/>
                        <a:pt x="20" y="40"/>
                      </a:cubicBezTo>
                      <a:cubicBezTo>
                        <a:pt x="23" y="37"/>
                        <a:pt x="25" y="36"/>
                        <a:pt x="27" y="35"/>
                      </a:cubicBezTo>
                      <a:cubicBezTo>
                        <a:pt x="30" y="33"/>
                        <a:pt x="34" y="32"/>
                        <a:pt x="35" y="30"/>
                      </a:cubicBezTo>
                      <a:cubicBezTo>
                        <a:pt x="36" y="23"/>
                        <a:pt x="37" y="16"/>
                        <a:pt x="33" y="9"/>
                      </a:cubicBezTo>
                      <a:cubicBezTo>
                        <a:pt x="33" y="8"/>
                        <a:pt x="30" y="7"/>
                        <a:pt x="28" y="8"/>
                      </a:cubicBezTo>
                      <a:cubicBezTo>
                        <a:pt x="25" y="9"/>
                        <a:pt x="22" y="11"/>
                        <a:pt x="19" y="12"/>
                      </a:cubicBezTo>
                      <a:cubicBezTo>
                        <a:pt x="17" y="13"/>
                        <a:pt x="15" y="15"/>
                        <a:pt x="12" y="15"/>
                      </a:cubicBezTo>
                      <a:cubicBezTo>
                        <a:pt x="11" y="15"/>
                        <a:pt x="9" y="13"/>
                        <a:pt x="9" y="11"/>
                      </a:cubicBezTo>
                      <a:cubicBezTo>
                        <a:pt x="8" y="11"/>
                        <a:pt x="10" y="9"/>
                        <a:pt x="11" y="8"/>
                      </a:cubicBezTo>
                      <a:cubicBezTo>
                        <a:pt x="17" y="4"/>
                        <a:pt x="23" y="0"/>
                        <a:pt x="31" y="0"/>
                      </a:cubicBezTo>
                      <a:cubicBezTo>
                        <a:pt x="41" y="1"/>
                        <a:pt x="46" y="5"/>
                        <a:pt x="45" y="15"/>
                      </a:cubicBezTo>
                      <a:cubicBezTo>
                        <a:pt x="45" y="25"/>
                        <a:pt x="45" y="36"/>
                        <a:pt x="44" y="46"/>
                      </a:cubicBezTo>
                      <a:cubicBezTo>
                        <a:pt x="44" y="50"/>
                        <a:pt x="45" y="52"/>
                        <a:pt x="48" y="54"/>
                      </a:cubicBezTo>
                      <a:cubicBezTo>
                        <a:pt x="55" y="60"/>
                        <a:pt x="55" y="66"/>
                        <a:pt x="48" y="71"/>
                      </a:cubicBezTo>
                      <a:cubicBezTo>
                        <a:pt x="45" y="72"/>
                        <a:pt x="44" y="74"/>
                        <a:pt x="44" y="77"/>
                      </a:cubicBezTo>
                      <a:cubicBezTo>
                        <a:pt x="45" y="88"/>
                        <a:pt x="44" y="99"/>
                        <a:pt x="44" y="110"/>
                      </a:cubicBezTo>
                      <a:cubicBezTo>
                        <a:pt x="44" y="112"/>
                        <a:pt x="45" y="113"/>
                        <a:pt x="44" y="114"/>
                      </a:cubicBezTo>
                      <a:cubicBezTo>
                        <a:pt x="43" y="116"/>
                        <a:pt x="42" y="120"/>
                        <a:pt x="41" y="120"/>
                      </a:cubicBezTo>
                      <a:cubicBezTo>
                        <a:pt x="38" y="120"/>
                        <a:pt x="34" y="120"/>
                        <a:pt x="32" y="118"/>
                      </a:cubicBezTo>
                      <a:cubicBezTo>
                        <a:pt x="25" y="109"/>
                        <a:pt x="19" y="100"/>
                        <a:pt x="13" y="91"/>
                      </a:cubicBezTo>
                      <a:cubicBezTo>
                        <a:pt x="12" y="90"/>
                        <a:pt x="12" y="90"/>
                        <a:pt x="12" y="89"/>
                      </a:cubicBezTo>
                      <a:cubicBezTo>
                        <a:pt x="11" y="89"/>
                        <a:pt x="11" y="89"/>
                        <a:pt x="11" y="89"/>
                      </a:cubicBezTo>
                      <a:close/>
                      <a:moveTo>
                        <a:pt x="24" y="76"/>
                      </a:moveTo>
                      <a:cubicBezTo>
                        <a:pt x="23" y="75"/>
                        <a:pt x="23" y="75"/>
                        <a:pt x="23" y="74"/>
                      </a:cubicBezTo>
                      <a:cubicBezTo>
                        <a:pt x="24" y="73"/>
                        <a:pt x="26" y="72"/>
                        <a:pt x="27" y="71"/>
                      </a:cubicBezTo>
                      <a:cubicBezTo>
                        <a:pt x="29" y="70"/>
                        <a:pt x="31" y="69"/>
                        <a:pt x="33" y="67"/>
                      </a:cubicBezTo>
                      <a:cubicBezTo>
                        <a:pt x="35" y="66"/>
                        <a:pt x="35" y="63"/>
                        <a:pt x="32" y="63"/>
                      </a:cubicBezTo>
                      <a:cubicBezTo>
                        <a:pt x="27" y="61"/>
                        <a:pt x="24" y="58"/>
                        <a:pt x="22" y="52"/>
                      </a:cubicBezTo>
                      <a:cubicBezTo>
                        <a:pt x="17" y="65"/>
                        <a:pt x="13" y="77"/>
                        <a:pt x="18" y="89"/>
                      </a:cubicBezTo>
                      <a:cubicBezTo>
                        <a:pt x="21" y="97"/>
                        <a:pt x="27" y="101"/>
                        <a:pt x="33" y="107"/>
                      </a:cubicBezTo>
                      <a:cubicBezTo>
                        <a:pt x="34" y="97"/>
                        <a:pt x="34" y="87"/>
                        <a:pt x="35" y="77"/>
                      </a:cubicBezTo>
                      <a:cubicBezTo>
                        <a:pt x="35" y="77"/>
                        <a:pt x="32" y="75"/>
                        <a:pt x="31" y="75"/>
                      </a:cubicBezTo>
                      <a:cubicBezTo>
                        <a:pt x="29" y="75"/>
                        <a:pt x="26" y="76"/>
                        <a:pt x="24" y="7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19" name="组合 18">
                <a:extLst>
                  <a:ext uri="{FF2B5EF4-FFF2-40B4-BE49-F238E27FC236}">
                    <a16:creationId xmlns:a16="http://schemas.microsoft.com/office/drawing/2014/main" id="{C43281D5-D15F-4210-8FEF-5D0B83A54FD6}"/>
                  </a:ext>
                </a:extLst>
              </p:cNvPr>
              <p:cNvGrpSpPr/>
              <p:nvPr/>
            </p:nvGrpSpPr>
            <p:grpSpPr>
              <a:xfrm>
                <a:off x="6738929" y="2270918"/>
                <a:ext cx="549275" cy="693738"/>
                <a:chOff x="6108700" y="2066926"/>
                <a:chExt cx="549275" cy="693738"/>
              </a:xfrm>
              <a:grpFill/>
            </p:grpSpPr>
            <p:sp>
              <p:nvSpPr>
                <p:cNvPr id="26" name="Freeform 13">
                  <a:extLst>
                    <a:ext uri="{FF2B5EF4-FFF2-40B4-BE49-F238E27FC236}">
                      <a16:creationId xmlns:a16="http://schemas.microsoft.com/office/drawing/2014/main" id="{0965091B-D712-42AC-844D-24578409DB9A}"/>
                    </a:ext>
                  </a:extLst>
                </p:cNvPr>
                <p:cNvSpPr>
                  <a:spLocks noEditPoints="1"/>
                </p:cNvSpPr>
                <p:nvPr/>
              </p:nvSpPr>
              <p:spPr bwMode="auto">
                <a:xfrm>
                  <a:off x="6108700" y="2066926"/>
                  <a:ext cx="549275" cy="655638"/>
                </a:xfrm>
                <a:custGeom>
                  <a:avLst/>
                  <a:gdLst>
                    <a:gd name="T0" fmla="*/ 54 w 128"/>
                    <a:gd name="T1" fmla="*/ 76 h 154"/>
                    <a:gd name="T2" fmla="*/ 66 w 128"/>
                    <a:gd name="T3" fmla="*/ 53 h 154"/>
                    <a:gd name="T4" fmla="*/ 49 w 128"/>
                    <a:gd name="T5" fmla="*/ 47 h 154"/>
                    <a:gd name="T6" fmla="*/ 64 w 128"/>
                    <a:gd name="T7" fmla="*/ 44 h 154"/>
                    <a:gd name="T8" fmla="*/ 83 w 128"/>
                    <a:gd name="T9" fmla="*/ 6 h 154"/>
                    <a:gd name="T10" fmla="*/ 91 w 128"/>
                    <a:gd name="T11" fmla="*/ 11 h 154"/>
                    <a:gd name="T12" fmla="*/ 96 w 128"/>
                    <a:gd name="T13" fmla="*/ 36 h 154"/>
                    <a:gd name="T14" fmla="*/ 106 w 128"/>
                    <a:gd name="T15" fmla="*/ 41 h 154"/>
                    <a:gd name="T16" fmla="*/ 82 w 128"/>
                    <a:gd name="T17" fmla="*/ 50 h 154"/>
                    <a:gd name="T18" fmla="*/ 71 w 128"/>
                    <a:gd name="T19" fmla="*/ 65 h 154"/>
                    <a:gd name="T20" fmla="*/ 110 w 128"/>
                    <a:gd name="T21" fmla="*/ 74 h 154"/>
                    <a:gd name="T22" fmla="*/ 101 w 128"/>
                    <a:gd name="T23" fmla="*/ 87 h 154"/>
                    <a:gd name="T24" fmla="*/ 111 w 128"/>
                    <a:gd name="T25" fmla="*/ 98 h 154"/>
                    <a:gd name="T26" fmla="*/ 92 w 128"/>
                    <a:gd name="T27" fmla="*/ 104 h 154"/>
                    <a:gd name="T28" fmla="*/ 86 w 128"/>
                    <a:gd name="T29" fmla="*/ 116 h 154"/>
                    <a:gd name="T30" fmla="*/ 124 w 128"/>
                    <a:gd name="T31" fmla="*/ 112 h 154"/>
                    <a:gd name="T32" fmla="*/ 120 w 128"/>
                    <a:gd name="T33" fmla="*/ 122 h 154"/>
                    <a:gd name="T34" fmla="*/ 111 w 128"/>
                    <a:gd name="T35" fmla="*/ 144 h 154"/>
                    <a:gd name="T36" fmla="*/ 105 w 128"/>
                    <a:gd name="T37" fmla="*/ 153 h 154"/>
                    <a:gd name="T38" fmla="*/ 55 w 128"/>
                    <a:gd name="T39" fmla="*/ 129 h 154"/>
                    <a:gd name="T40" fmla="*/ 53 w 128"/>
                    <a:gd name="T41" fmla="*/ 121 h 154"/>
                    <a:gd name="T42" fmla="*/ 61 w 128"/>
                    <a:gd name="T43" fmla="*/ 125 h 154"/>
                    <a:gd name="T44" fmla="*/ 94 w 128"/>
                    <a:gd name="T45" fmla="*/ 140 h 154"/>
                    <a:gd name="T46" fmla="*/ 85 w 128"/>
                    <a:gd name="T47" fmla="*/ 127 h 154"/>
                    <a:gd name="T48" fmla="*/ 71 w 128"/>
                    <a:gd name="T49" fmla="*/ 108 h 154"/>
                    <a:gd name="T50" fmla="*/ 52 w 128"/>
                    <a:gd name="T51" fmla="*/ 113 h 154"/>
                    <a:gd name="T52" fmla="*/ 38 w 128"/>
                    <a:gd name="T53" fmla="*/ 97 h 154"/>
                    <a:gd name="T54" fmla="*/ 51 w 128"/>
                    <a:gd name="T55" fmla="*/ 97 h 154"/>
                    <a:gd name="T56" fmla="*/ 34 w 128"/>
                    <a:gd name="T57" fmla="*/ 93 h 154"/>
                    <a:gd name="T58" fmla="*/ 35 w 128"/>
                    <a:gd name="T59" fmla="*/ 105 h 154"/>
                    <a:gd name="T60" fmla="*/ 26 w 128"/>
                    <a:gd name="T61" fmla="*/ 154 h 154"/>
                    <a:gd name="T62" fmla="*/ 20 w 128"/>
                    <a:gd name="T63" fmla="*/ 118 h 154"/>
                    <a:gd name="T64" fmla="*/ 0 w 128"/>
                    <a:gd name="T65" fmla="*/ 103 h 154"/>
                    <a:gd name="T66" fmla="*/ 19 w 128"/>
                    <a:gd name="T67" fmla="*/ 72 h 154"/>
                    <a:gd name="T68" fmla="*/ 25 w 128"/>
                    <a:gd name="T69" fmla="*/ 51 h 154"/>
                    <a:gd name="T70" fmla="*/ 39 w 128"/>
                    <a:gd name="T71" fmla="*/ 14 h 154"/>
                    <a:gd name="T72" fmla="*/ 51 w 128"/>
                    <a:gd name="T73" fmla="*/ 24 h 154"/>
                    <a:gd name="T74" fmla="*/ 39 w 128"/>
                    <a:gd name="T75" fmla="*/ 44 h 154"/>
                    <a:gd name="T76" fmla="*/ 48 w 128"/>
                    <a:gd name="T77" fmla="*/ 73 h 154"/>
                    <a:gd name="T78" fmla="*/ 81 w 128"/>
                    <a:gd name="T79" fmla="*/ 90 h 154"/>
                    <a:gd name="T80" fmla="*/ 92 w 128"/>
                    <a:gd name="T81" fmla="*/ 71 h 154"/>
                    <a:gd name="T82" fmla="*/ 81 w 128"/>
                    <a:gd name="T83" fmla="*/ 80 h 154"/>
                    <a:gd name="T84" fmla="*/ 76 w 128"/>
                    <a:gd name="T85" fmla="*/ 73 h 154"/>
                    <a:gd name="T86" fmla="*/ 67 w 128"/>
                    <a:gd name="T87" fmla="*/ 79 h 154"/>
                    <a:gd name="T88" fmla="*/ 76 w 128"/>
                    <a:gd name="T89" fmla="*/ 73 h 154"/>
                    <a:gd name="T90" fmla="*/ 56 w 128"/>
                    <a:gd name="T91" fmla="*/ 88 h 154"/>
                    <a:gd name="T92" fmla="*/ 63 w 128"/>
                    <a:gd name="T93" fmla="*/ 81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28" h="154">
                      <a:moveTo>
                        <a:pt x="48" y="73"/>
                      </a:moveTo>
                      <a:cubicBezTo>
                        <a:pt x="50" y="74"/>
                        <a:pt x="52" y="75"/>
                        <a:pt x="54" y="76"/>
                      </a:cubicBezTo>
                      <a:cubicBezTo>
                        <a:pt x="57" y="74"/>
                        <a:pt x="60" y="72"/>
                        <a:pt x="63" y="70"/>
                      </a:cubicBezTo>
                      <a:cubicBezTo>
                        <a:pt x="58" y="63"/>
                        <a:pt x="65" y="59"/>
                        <a:pt x="66" y="53"/>
                      </a:cubicBezTo>
                      <a:cubicBezTo>
                        <a:pt x="63" y="53"/>
                        <a:pt x="59" y="53"/>
                        <a:pt x="56" y="52"/>
                      </a:cubicBezTo>
                      <a:cubicBezTo>
                        <a:pt x="54" y="51"/>
                        <a:pt x="51" y="49"/>
                        <a:pt x="49" y="47"/>
                      </a:cubicBezTo>
                      <a:cubicBezTo>
                        <a:pt x="49" y="46"/>
                        <a:pt x="50" y="46"/>
                        <a:pt x="50" y="46"/>
                      </a:cubicBezTo>
                      <a:cubicBezTo>
                        <a:pt x="55" y="45"/>
                        <a:pt x="59" y="45"/>
                        <a:pt x="64" y="44"/>
                      </a:cubicBezTo>
                      <a:cubicBezTo>
                        <a:pt x="68" y="44"/>
                        <a:pt x="70" y="42"/>
                        <a:pt x="71" y="38"/>
                      </a:cubicBezTo>
                      <a:cubicBezTo>
                        <a:pt x="75" y="27"/>
                        <a:pt x="79" y="16"/>
                        <a:pt x="83" y="6"/>
                      </a:cubicBezTo>
                      <a:cubicBezTo>
                        <a:pt x="84" y="3"/>
                        <a:pt x="84" y="0"/>
                        <a:pt x="88" y="2"/>
                      </a:cubicBezTo>
                      <a:cubicBezTo>
                        <a:pt x="92" y="4"/>
                        <a:pt x="94" y="9"/>
                        <a:pt x="91" y="11"/>
                      </a:cubicBezTo>
                      <a:cubicBezTo>
                        <a:pt x="83" y="19"/>
                        <a:pt x="83" y="30"/>
                        <a:pt x="80" y="41"/>
                      </a:cubicBezTo>
                      <a:cubicBezTo>
                        <a:pt x="85" y="39"/>
                        <a:pt x="91" y="37"/>
                        <a:pt x="96" y="36"/>
                      </a:cubicBezTo>
                      <a:cubicBezTo>
                        <a:pt x="98" y="35"/>
                        <a:pt x="101" y="35"/>
                        <a:pt x="102" y="36"/>
                      </a:cubicBezTo>
                      <a:cubicBezTo>
                        <a:pt x="104" y="37"/>
                        <a:pt x="106" y="39"/>
                        <a:pt x="106" y="41"/>
                      </a:cubicBezTo>
                      <a:cubicBezTo>
                        <a:pt x="106" y="42"/>
                        <a:pt x="105" y="44"/>
                        <a:pt x="103" y="44"/>
                      </a:cubicBezTo>
                      <a:cubicBezTo>
                        <a:pt x="96" y="46"/>
                        <a:pt x="89" y="48"/>
                        <a:pt x="82" y="50"/>
                      </a:cubicBezTo>
                      <a:cubicBezTo>
                        <a:pt x="78" y="50"/>
                        <a:pt x="77" y="51"/>
                        <a:pt x="76" y="54"/>
                      </a:cubicBezTo>
                      <a:cubicBezTo>
                        <a:pt x="74" y="58"/>
                        <a:pt x="73" y="61"/>
                        <a:pt x="71" y="65"/>
                      </a:cubicBezTo>
                      <a:cubicBezTo>
                        <a:pt x="82" y="63"/>
                        <a:pt x="92" y="62"/>
                        <a:pt x="102" y="66"/>
                      </a:cubicBezTo>
                      <a:cubicBezTo>
                        <a:pt x="106" y="67"/>
                        <a:pt x="110" y="69"/>
                        <a:pt x="110" y="74"/>
                      </a:cubicBezTo>
                      <a:cubicBezTo>
                        <a:pt x="111" y="79"/>
                        <a:pt x="109" y="83"/>
                        <a:pt x="104" y="85"/>
                      </a:cubicBezTo>
                      <a:cubicBezTo>
                        <a:pt x="103" y="85"/>
                        <a:pt x="102" y="86"/>
                        <a:pt x="101" y="87"/>
                      </a:cubicBezTo>
                      <a:cubicBezTo>
                        <a:pt x="103" y="88"/>
                        <a:pt x="105" y="88"/>
                        <a:pt x="106" y="89"/>
                      </a:cubicBezTo>
                      <a:cubicBezTo>
                        <a:pt x="110" y="91"/>
                        <a:pt x="112" y="94"/>
                        <a:pt x="111" y="98"/>
                      </a:cubicBezTo>
                      <a:cubicBezTo>
                        <a:pt x="110" y="102"/>
                        <a:pt x="107" y="103"/>
                        <a:pt x="104" y="103"/>
                      </a:cubicBezTo>
                      <a:cubicBezTo>
                        <a:pt x="100" y="103"/>
                        <a:pt x="96" y="104"/>
                        <a:pt x="92" y="104"/>
                      </a:cubicBezTo>
                      <a:cubicBezTo>
                        <a:pt x="86" y="105"/>
                        <a:pt x="81" y="111"/>
                        <a:pt x="82" y="117"/>
                      </a:cubicBezTo>
                      <a:cubicBezTo>
                        <a:pt x="83" y="117"/>
                        <a:pt x="85" y="117"/>
                        <a:pt x="86" y="116"/>
                      </a:cubicBezTo>
                      <a:cubicBezTo>
                        <a:pt x="95" y="111"/>
                        <a:pt x="104" y="109"/>
                        <a:pt x="114" y="109"/>
                      </a:cubicBezTo>
                      <a:cubicBezTo>
                        <a:pt x="118" y="110"/>
                        <a:pt x="121" y="111"/>
                        <a:pt x="124" y="112"/>
                      </a:cubicBezTo>
                      <a:cubicBezTo>
                        <a:pt x="128" y="114"/>
                        <a:pt x="128" y="117"/>
                        <a:pt x="126" y="120"/>
                      </a:cubicBezTo>
                      <a:cubicBezTo>
                        <a:pt x="125" y="123"/>
                        <a:pt x="122" y="123"/>
                        <a:pt x="120" y="122"/>
                      </a:cubicBezTo>
                      <a:cubicBezTo>
                        <a:pt x="111" y="118"/>
                        <a:pt x="104" y="120"/>
                        <a:pt x="97" y="123"/>
                      </a:cubicBezTo>
                      <a:cubicBezTo>
                        <a:pt x="101" y="130"/>
                        <a:pt x="106" y="137"/>
                        <a:pt x="111" y="144"/>
                      </a:cubicBezTo>
                      <a:cubicBezTo>
                        <a:pt x="112" y="146"/>
                        <a:pt x="112" y="150"/>
                        <a:pt x="111" y="152"/>
                      </a:cubicBezTo>
                      <a:cubicBezTo>
                        <a:pt x="111" y="153"/>
                        <a:pt x="107" y="153"/>
                        <a:pt x="105" y="153"/>
                      </a:cubicBezTo>
                      <a:cubicBezTo>
                        <a:pt x="91" y="150"/>
                        <a:pt x="77" y="146"/>
                        <a:pt x="66" y="138"/>
                      </a:cubicBezTo>
                      <a:cubicBezTo>
                        <a:pt x="62" y="135"/>
                        <a:pt x="59" y="132"/>
                        <a:pt x="55" y="129"/>
                      </a:cubicBezTo>
                      <a:cubicBezTo>
                        <a:pt x="54" y="128"/>
                        <a:pt x="53" y="127"/>
                        <a:pt x="53" y="126"/>
                      </a:cubicBezTo>
                      <a:cubicBezTo>
                        <a:pt x="53" y="124"/>
                        <a:pt x="53" y="122"/>
                        <a:pt x="53" y="121"/>
                      </a:cubicBezTo>
                      <a:cubicBezTo>
                        <a:pt x="55" y="121"/>
                        <a:pt x="57" y="121"/>
                        <a:pt x="58" y="121"/>
                      </a:cubicBezTo>
                      <a:cubicBezTo>
                        <a:pt x="59" y="122"/>
                        <a:pt x="60" y="123"/>
                        <a:pt x="61" y="125"/>
                      </a:cubicBezTo>
                      <a:cubicBezTo>
                        <a:pt x="70" y="134"/>
                        <a:pt x="80" y="139"/>
                        <a:pt x="92" y="140"/>
                      </a:cubicBezTo>
                      <a:cubicBezTo>
                        <a:pt x="93" y="140"/>
                        <a:pt x="93" y="140"/>
                        <a:pt x="94" y="140"/>
                      </a:cubicBezTo>
                      <a:cubicBezTo>
                        <a:pt x="92" y="136"/>
                        <a:pt x="90" y="132"/>
                        <a:pt x="88" y="128"/>
                      </a:cubicBezTo>
                      <a:cubicBezTo>
                        <a:pt x="88" y="128"/>
                        <a:pt x="86" y="127"/>
                        <a:pt x="85" y="127"/>
                      </a:cubicBezTo>
                      <a:cubicBezTo>
                        <a:pt x="71" y="126"/>
                        <a:pt x="70" y="124"/>
                        <a:pt x="71" y="111"/>
                      </a:cubicBezTo>
                      <a:cubicBezTo>
                        <a:pt x="71" y="110"/>
                        <a:pt x="71" y="109"/>
                        <a:pt x="71" y="108"/>
                      </a:cubicBezTo>
                      <a:cubicBezTo>
                        <a:pt x="68" y="109"/>
                        <a:pt x="65" y="109"/>
                        <a:pt x="62" y="110"/>
                      </a:cubicBezTo>
                      <a:cubicBezTo>
                        <a:pt x="59" y="111"/>
                        <a:pt x="55" y="112"/>
                        <a:pt x="52" y="113"/>
                      </a:cubicBezTo>
                      <a:cubicBezTo>
                        <a:pt x="48" y="114"/>
                        <a:pt x="44" y="115"/>
                        <a:pt x="41" y="111"/>
                      </a:cubicBezTo>
                      <a:cubicBezTo>
                        <a:pt x="37" y="107"/>
                        <a:pt x="37" y="102"/>
                        <a:pt x="38" y="97"/>
                      </a:cubicBezTo>
                      <a:cubicBezTo>
                        <a:pt x="38" y="96"/>
                        <a:pt x="40" y="96"/>
                        <a:pt x="42" y="96"/>
                      </a:cubicBezTo>
                      <a:cubicBezTo>
                        <a:pt x="45" y="96"/>
                        <a:pt x="48" y="96"/>
                        <a:pt x="51" y="97"/>
                      </a:cubicBezTo>
                      <a:cubicBezTo>
                        <a:pt x="48" y="90"/>
                        <a:pt x="46" y="84"/>
                        <a:pt x="43" y="78"/>
                      </a:cubicBezTo>
                      <a:cubicBezTo>
                        <a:pt x="40" y="83"/>
                        <a:pt x="37" y="88"/>
                        <a:pt x="34" y="93"/>
                      </a:cubicBezTo>
                      <a:cubicBezTo>
                        <a:pt x="33" y="94"/>
                        <a:pt x="33" y="96"/>
                        <a:pt x="34" y="98"/>
                      </a:cubicBezTo>
                      <a:cubicBezTo>
                        <a:pt x="34" y="100"/>
                        <a:pt x="35" y="103"/>
                        <a:pt x="35" y="105"/>
                      </a:cubicBezTo>
                      <a:cubicBezTo>
                        <a:pt x="32" y="121"/>
                        <a:pt x="29" y="136"/>
                        <a:pt x="27" y="151"/>
                      </a:cubicBezTo>
                      <a:cubicBezTo>
                        <a:pt x="26" y="152"/>
                        <a:pt x="26" y="153"/>
                        <a:pt x="26" y="154"/>
                      </a:cubicBezTo>
                      <a:cubicBezTo>
                        <a:pt x="17" y="153"/>
                        <a:pt x="14" y="149"/>
                        <a:pt x="15" y="141"/>
                      </a:cubicBezTo>
                      <a:cubicBezTo>
                        <a:pt x="17" y="134"/>
                        <a:pt x="18" y="126"/>
                        <a:pt x="20" y="118"/>
                      </a:cubicBezTo>
                      <a:cubicBezTo>
                        <a:pt x="15" y="123"/>
                        <a:pt x="12" y="122"/>
                        <a:pt x="7" y="118"/>
                      </a:cubicBezTo>
                      <a:cubicBezTo>
                        <a:pt x="3" y="114"/>
                        <a:pt x="0" y="109"/>
                        <a:pt x="0" y="103"/>
                      </a:cubicBezTo>
                      <a:cubicBezTo>
                        <a:pt x="0" y="102"/>
                        <a:pt x="1" y="101"/>
                        <a:pt x="1" y="100"/>
                      </a:cubicBezTo>
                      <a:cubicBezTo>
                        <a:pt x="7" y="91"/>
                        <a:pt x="14" y="82"/>
                        <a:pt x="19" y="72"/>
                      </a:cubicBezTo>
                      <a:cubicBezTo>
                        <a:pt x="22" y="67"/>
                        <a:pt x="24" y="61"/>
                        <a:pt x="26" y="55"/>
                      </a:cubicBezTo>
                      <a:cubicBezTo>
                        <a:pt x="27" y="54"/>
                        <a:pt x="25" y="53"/>
                        <a:pt x="25" y="51"/>
                      </a:cubicBezTo>
                      <a:cubicBezTo>
                        <a:pt x="18" y="43"/>
                        <a:pt x="18" y="39"/>
                        <a:pt x="23" y="30"/>
                      </a:cubicBezTo>
                      <a:cubicBezTo>
                        <a:pt x="27" y="23"/>
                        <a:pt x="32" y="17"/>
                        <a:pt x="39" y="14"/>
                      </a:cubicBezTo>
                      <a:cubicBezTo>
                        <a:pt x="45" y="11"/>
                        <a:pt x="50" y="12"/>
                        <a:pt x="53" y="16"/>
                      </a:cubicBezTo>
                      <a:cubicBezTo>
                        <a:pt x="56" y="20"/>
                        <a:pt x="56" y="22"/>
                        <a:pt x="51" y="24"/>
                      </a:cubicBezTo>
                      <a:cubicBezTo>
                        <a:pt x="44" y="26"/>
                        <a:pt x="41" y="31"/>
                        <a:pt x="37" y="36"/>
                      </a:cubicBezTo>
                      <a:cubicBezTo>
                        <a:pt x="36" y="39"/>
                        <a:pt x="36" y="42"/>
                        <a:pt x="39" y="44"/>
                      </a:cubicBezTo>
                      <a:cubicBezTo>
                        <a:pt x="41" y="45"/>
                        <a:pt x="42" y="47"/>
                        <a:pt x="43" y="48"/>
                      </a:cubicBezTo>
                      <a:cubicBezTo>
                        <a:pt x="52" y="58"/>
                        <a:pt x="54" y="62"/>
                        <a:pt x="48" y="73"/>
                      </a:cubicBezTo>
                      <a:close/>
                      <a:moveTo>
                        <a:pt x="79" y="89"/>
                      </a:moveTo>
                      <a:cubicBezTo>
                        <a:pt x="80" y="89"/>
                        <a:pt x="80" y="90"/>
                        <a:pt x="81" y="90"/>
                      </a:cubicBezTo>
                      <a:cubicBezTo>
                        <a:pt x="85" y="86"/>
                        <a:pt x="90" y="81"/>
                        <a:pt x="95" y="76"/>
                      </a:cubicBezTo>
                      <a:cubicBezTo>
                        <a:pt x="97" y="73"/>
                        <a:pt x="95" y="71"/>
                        <a:pt x="92" y="71"/>
                      </a:cubicBezTo>
                      <a:cubicBezTo>
                        <a:pt x="88" y="71"/>
                        <a:pt x="85" y="71"/>
                        <a:pt x="81" y="71"/>
                      </a:cubicBezTo>
                      <a:cubicBezTo>
                        <a:pt x="81" y="75"/>
                        <a:pt x="81" y="77"/>
                        <a:pt x="81" y="80"/>
                      </a:cubicBezTo>
                      <a:cubicBezTo>
                        <a:pt x="81" y="83"/>
                        <a:pt x="80" y="86"/>
                        <a:pt x="79" y="89"/>
                      </a:cubicBezTo>
                      <a:close/>
                      <a:moveTo>
                        <a:pt x="76" y="73"/>
                      </a:moveTo>
                      <a:cubicBezTo>
                        <a:pt x="73" y="74"/>
                        <a:pt x="71" y="75"/>
                        <a:pt x="69" y="77"/>
                      </a:cubicBezTo>
                      <a:cubicBezTo>
                        <a:pt x="68" y="77"/>
                        <a:pt x="67" y="78"/>
                        <a:pt x="67" y="79"/>
                      </a:cubicBezTo>
                      <a:cubicBezTo>
                        <a:pt x="67" y="84"/>
                        <a:pt x="68" y="88"/>
                        <a:pt x="68" y="92"/>
                      </a:cubicBezTo>
                      <a:cubicBezTo>
                        <a:pt x="74" y="91"/>
                        <a:pt x="77" y="83"/>
                        <a:pt x="76" y="73"/>
                      </a:cubicBezTo>
                      <a:close/>
                      <a:moveTo>
                        <a:pt x="63" y="81"/>
                      </a:moveTo>
                      <a:cubicBezTo>
                        <a:pt x="55" y="84"/>
                        <a:pt x="54" y="85"/>
                        <a:pt x="56" y="88"/>
                      </a:cubicBezTo>
                      <a:cubicBezTo>
                        <a:pt x="58" y="94"/>
                        <a:pt x="60" y="95"/>
                        <a:pt x="65" y="93"/>
                      </a:cubicBezTo>
                      <a:cubicBezTo>
                        <a:pt x="64" y="89"/>
                        <a:pt x="63" y="85"/>
                        <a:pt x="63" y="8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7" name="Freeform 14">
                  <a:extLst>
                    <a:ext uri="{FF2B5EF4-FFF2-40B4-BE49-F238E27FC236}">
                      <a16:creationId xmlns:a16="http://schemas.microsoft.com/office/drawing/2014/main" id="{EDF1A89C-87D3-4066-B020-1AF4B9A41344}"/>
                    </a:ext>
                  </a:extLst>
                </p:cNvPr>
                <p:cNvSpPr>
                  <a:spLocks/>
                </p:cNvSpPr>
                <p:nvPr/>
              </p:nvSpPr>
              <p:spPr bwMode="auto">
                <a:xfrm>
                  <a:off x="6259513" y="2578101"/>
                  <a:ext cx="68263" cy="182563"/>
                </a:xfrm>
                <a:custGeom>
                  <a:avLst/>
                  <a:gdLst>
                    <a:gd name="T0" fmla="*/ 9 w 16"/>
                    <a:gd name="T1" fmla="*/ 0 h 43"/>
                    <a:gd name="T2" fmla="*/ 15 w 16"/>
                    <a:gd name="T3" fmla="*/ 11 h 43"/>
                    <a:gd name="T4" fmla="*/ 9 w 16"/>
                    <a:gd name="T5" fmla="*/ 43 h 43"/>
                    <a:gd name="T6" fmla="*/ 2 w 16"/>
                    <a:gd name="T7" fmla="*/ 39 h 43"/>
                    <a:gd name="T8" fmla="*/ 0 w 16"/>
                    <a:gd name="T9" fmla="*/ 35 h 43"/>
                    <a:gd name="T10" fmla="*/ 9 w 16"/>
                    <a:gd name="T11" fmla="*/ 0 h 43"/>
                  </a:gdLst>
                  <a:ahLst/>
                  <a:cxnLst>
                    <a:cxn ang="0">
                      <a:pos x="T0" y="T1"/>
                    </a:cxn>
                    <a:cxn ang="0">
                      <a:pos x="T2" y="T3"/>
                    </a:cxn>
                    <a:cxn ang="0">
                      <a:pos x="T4" y="T5"/>
                    </a:cxn>
                    <a:cxn ang="0">
                      <a:pos x="T6" y="T7"/>
                    </a:cxn>
                    <a:cxn ang="0">
                      <a:pos x="T8" y="T9"/>
                    </a:cxn>
                    <a:cxn ang="0">
                      <a:pos x="T10" y="T11"/>
                    </a:cxn>
                  </a:cxnLst>
                  <a:rect l="0" t="0" r="r" b="b"/>
                  <a:pathLst>
                    <a:path w="16" h="43">
                      <a:moveTo>
                        <a:pt x="9" y="0"/>
                      </a:moveTo>
                      <a:cubicBezTo>
                        <a:pt x="15" y="3"/>
                        <a:pt x="16" y="6"/>
                        <a:pt x="15" y="11"/>
                      </a:cubicBezTo>
                      <a:cubicBezTo>
                        <a:pt x="12" y="21"/>
                        <a:pt x="11" y="32"/>
                        <a:pt x="9" y="43"/>
                      </a:cubicBezTo>
                      <a:cubicBezTo>
                        <a:pt x="6" y="41"/>
                        <a:pt x="4" y="40"/>
                        <a:pt x="2" y="39"/>
                      </a:cubicBezTo>
                      <a:cubicBezTo>
                        <a:pt x="1" y="38"/>
                        <a:pt x="0" y="37"/>
                        <a:pt x="0" y="35"/>
                      </a:cubicBezTo>
                      <a:cubicBezTo>
                        <a:pt x="3" y="24"/>
                        <a:pt x="6" y="12"/>
                        <a:pt x="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20" name="组合 19">
                <a:extLst>
                  <a:ext uri="{FF2B5EF4-FFF2-40B4-BE49-F238E27FC236}">
                    <a16:creationId xmlns:a16="http://schemas.microsoft.com/office/drawing/2014/main" id="{CD1C2EA2-DECB-4C4E-997D-8417E76BE944}"/>
                  </a:ext>
                </a:extLst>
              </p:cNvPr>
              <p:cNvGrpSpPr/>
              <p:nvPr/>
            </p:nvGrpSpPr>
            <p:grpSpPr>
              <a:xfrm>
                <a:off x="7532962" y="2451100"/>
                <a:ext cx="368300" cy="317500"/>
                <a:chOff x="6186488" y="2930526"/>
                <a:chExt cx="368300" cy="317500"/>
              </a:xfrm>
              <a:grpFill/>
            </p:grpSpPr>
            <p:sp>
              <p:nvSpPr>
                <p:cNvPr id="23" name="Freeform 18">
                  <a:extLst>
                    <a:ext uri="{FF2B5EF4-FFF2-40B4-BE49-F238E27FC236}">
                      <a16:creationId xmlns:a16="http://schemas.microsoft.com/office/drawing/2014/main" id="{58E0037C-7932-4788-ADA9-47256329EEB7}"/>
                    </a:ext>
                  </a:extLst>
                </p:cNvPr>
                <p:cNvSpPr>
                  <a:spLocks/>
                </p:cNvSpPr>
                <p:nvPr/>
              </p:nvSpPr>
              <p:spPr bwMode="auto">
                <a:xfrm>
                  <a:off x="6310313" y="2930526"/>
                  <a:ext cx="244475" cy="317500"/>
                </a:xfrm>
                <a:custGeom>
                  <a:avLst/>
                  <a:gdLst>
                    <a:gd name="T0" fmla="*/ 49 w 57"/>
                    <a:gd name="T1" fmla="*/ 74 h 75"/>
                    <a:gd name="T2" fmla="*/ 40 w 57"/>
                    <a:gd name="T3" fmla="*/ 67 h 75"/>
                    <a:gd name="T4" fmla="*/ 33 w 57"/>
                    <a:gd name="T5" fmla="*/ 48 h 75"/>
                    <a:gd name="T6" fmla="*/ 27 w 57"/>
                    <a:gd name="T7" fmla="*/ 46 h 75"/>
                    <a:gd name="T8" fmla="*/ 11 w 57"/>
                    <a:gd name="T9" fmla="*/ 60 h 75"/>
                    <a:gd name="T10" fmla="*/ 5 w 57"/>
                    <a:gd name="T11" fmla="*/ 60 h 75"/>
                    <a:gd name="T12" fmla="*/ 6 w 57"/>
                    <a:gd name="T13" fmla="*/ 46 h 75"/>
                    <a:gd name="T14" fmla="*/ 27 w 57"/>
                    <a:gd name="T15" fmla="*/ 26 h 75"/>
                    <a:gd name="T16" fmla="*/ 40 w 57"/>
                    <a:gd name="T17" fmla="*/ 10 h 75"/>
                    <a:gd name="T18" fmla="*/ 41 w 57"/>
                    <a:gd name="T19" fmla="*/ 6 h 75"/>
                    <a:gd name="T20" fmla="*/ 45 w 57"/>
                    <a:gd name="T21" fmla="*/ 0 h 75"/>
                    <a:gd name="T22" fmla="*/ 53 w 57"/>
                    <a:gd name="T23" fmla="*/ 3 h 75"/>
                    <a:gd name="T24" fmla="*/ 53 w 57"/>
                    <a:gd name="T25" fmla="*/ 20 h 75"/>
                    <a:gd name="T26" fmla="*/ 37 w 57"/>
                    <a:gd name="T27" fmla="*/ 38 h 75"/>
                    <a:gd name="T28" fmla="*/ 49 w 57"/>
                    <a:gd name="T29" fmla="*/ 74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7" h="75">
                      <a:moveTo>
                        <a:pt x="49" y="74"/>
                      </a:moveTo>
                      <a:cubicBezTo>
                        <a:pt x="43" y="75"/>
                        <a:pt x="41" y="72"/>
                        <a:pt x="40" y="67"/>
                      </a:cubicBezTo>
                      <a:cubicBezTo>
                        <a:pt x="38" y="61"/>
                        <a:pt x="35" y="54"/>
                        <a:pt x="33" y="48"/>
                      </a:cubicBezTo>
                      <a:cubicBezTo>
                        <a:pt x="32" y="45"/>
                        <a:pt x="30" y="44"/>
                        <a:pt x="27" y="46"/>
                      </a:cubicBezTo>
                      <a:cubicBezTo>
                        <a:pt x="22" y="51"/>
                        <a:pt x="16" y="55"/>
                        <a:pt x="11" y="60"/>
                      </a:cubicBezTo>
                      <a:cubicBezTo>
                        <a:pt x="8" y="63"/>
                        <a:pt x="7" y="62"/>
                        <a:pt x="5" y="60"/>
                      </a:cubicBezTo>
                      <a:cubicBezTo>
                        <a:pt x="0" y="54"/>
                        <a:pt x="0" y="51"/>
                        <a:pt x="6" y="46"/>
                      </a:cubicBezTo>
                      <a:cubicBezTo>
                        <a:pt x="13" y="39"/>
                        <a:pt x="20" y="33"/>
                        <a:pt x="27" y="26"/>
                      </a:cubicBezTo>
                      <a:cubicBezTo>
                        <a:pt x="32" y="21"/>
                        <a:pt x="36" y="15"/>
                        <a:pt x="40" y="10"/>
                      </a:cubicBezTo>
                      <a:cubicBezTo>
                        <a:pt x="40" y="9"/>
                        <a:pt x="41" y="7"/>
                        <a:pt x="41" y="6"/>
                      </a:cubicBezTo>
                      <a:cubicBezTo>
                        <a:pt x="40" y="3"/>
                        <a:pt x="42" y="0"/>
                        <a:pt x="45" y="0"/>
                      </a:cubicBezTo>
                      <a:cubicBezTo>
                        <a:pt x="48" y="0"/>
                        <a:pt x="51" y="1"/>
                        <a:pt x="53" y="3"/>
                      </a:cubicBezTo>
                      <a:cubicBezTo>
                        <a:pt x="57" y="6"/>
                        <a:pt x="57" y="16"/>
                        <a:pt x="53" y="20"/>
                      </a:cubicBezTo>
                      <a:cubicBezTo>
                        <a:pt x="48" y="26"/>
                        <a:pt x="42" y="32"/>
                        <a:pt x="37" y="38"/>
                      </a:cubicBezTo>
                      <a:cubicBezTo>
                        <a:pt x="44" y="49"/>
                        <a:pt x="49" y="61"/>
                        <a:pt x="49" y="7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4" name="Freeform 19">
                  <a:extLst>
                    <a:ext uri="{FF2B5EF4-FFF2-40B4-BE49-F238E27FC236}">
                      <a16:creationId xmlns:a16="http://schemas.microsoft.com/office/drawing/2014/main" id="{B78F413E-1D51-491F-A6EC-02810949F837}"/>
                    </a:ext>
                  </a:extLst>
                </p:cNvPr>
                <p:cNvSpPr>
                  <a:spLocks/>
                </p:cNvSpPr>
                <p:nvPr/>
              </p:nvSpPr>
              <p:spPr bwMode="auto">
                <a:xfrm>
                  <a:off x="6186488" y="3009901"/>
                  <a:ext cx="123825" cy="234950"/>
                </a:xfrm>
                <a:custGeom>
                  <a:avLst/>
                  <a:gdLst>
                    <a:gd name="T0" fmla="*/ 12 w 29"/>
                    <a:gd name="T1" fmla="*/ 30 h 55"/>
                    <a:gd name="T2" fmla="*/ 20 w 29"/>
                    <a:gd name="T3" fmla="*/ 7 h 55"/>
                    <a:gd name="T4" fmla="*/ 25 w 29"/>
                    <a:gd name="T5" fmla="*/ 1 h 55"/>
                    <a:gd name="T6" fmla="*/ 26 w 29"/>
                    <a:gd name="T7" fmla="*/ 9 h 55"/>
                    <a:gd name="T8" fmla="*/ 16 w 29"/>
                    <a:gd name="T9" fmla="*/ 39 h 55"/>
                    <a:gd name="T10" fmla="*/ 13 w 29"/>
                    <a:gd name="T11" fmla="*/ 52 h 55"/>
                    <a:gd name="T12" fmla="*/ 7 w 29"/>
                    <a:gd name="T13" fmla="*/ 54 h 55"/>
                    <a:gd name="T14" fmla="*/ 2 w 29"/>
                    <a:gd name="T15" fmla="*/ 41 h 55"/>
                    <a:gd name="T16" fmla="*/ 3 w 29"/>
                    <a:gd name="T17" fmla="*/ 32 h 55"/>
                    <a:gd name="T18" fmla="*/ 2 w 29"/>
                    <a:gd name="T19" fmla="*/ 6 h 55"/>
                    <a:gd name="T20" fmla="*/ 6 w 29"/>
                    <a:gd name="T21" fmla="*/ 5 h 55"/>
                    <a:gd name="T22" fmla="*/ 10 w 29"/>
                    <a:gd name="T23" fmla="*/ 14 h 55"/>
                    <a:gd name="T24" fmla="*/ 11 w 29"/>
                    <a:gd name="T25" fmla="*/ 30 h 55"/>
                    <a:gd name="T26" fmla="*/ 12 w 29"/>
                    <a:gd name="T27" fmla="*/ 3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55">
                      <a:moveTo>
                        <a:pt x="12" y="30"/>
                      </a:moveTo>
                      <a:cubicBezTo>
                        <a:pt x="15" y="23"/>
                        <a:pt x="17" y="15"/>
                        <a:pt x="20" y="7"/>
                      </a:cubicBezTo>
                      <a:cubicBezTo>
                        <a:pt x="21" y="5"/>
                        <a:pt x="21" y="0"/>
                        <a:pt x="25" y="1"/>
                      </a:cubicBezTo>
                      <a:cubicBezTo>
                        <a:pt x="29" y="2"/>
                        <a:pt x="27" y="6"/>
                        <a:pt x="26" y="9"/>
                      </a:cubicBezTo>
                      <a:cubicBezTo>
                        <a:pt x="23" y="19"/>
                        <a:pt x="19" y="29"/>
                        <a:pt x="16" y="39"/>
                      </a:cubicBezTo>
                      <a:cubicBezTo>
                        <a:pt x="15" y="43"/>
                        <a:pt x="14" y="48"/>
                        <a:pt x="13" y="52"/>
                      </a:cubicBezTo>
                      <a:cubicBezTo>
                        <a:pt x="12" y="55"/>
                        <a:pt x="10" y="55"/>
                        <a:pt x="7" y="54"/>
                      </a:cubicBezTo>
                      <a:cubicBezTo>
                        <a:pt x="1" y="50"/>
                        <a:pt x="0" y="49"/>
                        <a:pt x="2" y="41"/>
                      </a:cubicBezTo>
                      <a:cubicBezTo>
                        <a:pt x="3" y="38"/>
                        <a:pt x="3" y="35"/>
                        <a:pt x="3" y="32"/>
                      </a:cubicBezTo>
                      <a:cubicBezTo>
                        <a:pt x="3" y="23"/>
                        <a:pt x="2" y="15"/>
                        <a:pt x="2" y="6"/>
                      </a:cubicBezTo>
                      <a:cubicBezTo>
                        <a:pt x="2" y="3"/>
                        <a:pt x="5" y="3"/>
                        <a:pt x="6" y="5"/>
                      </a:cubicBezTo>
                      <a:cubicBezTo>
                        <a:pt x="8" y="7"/>
                        <a:pt x="10" y="11"/>
                        <a:pt x="10" y="14"/>
                      </a:cubicBezTo>
                      <a:cubicBezTo>
                        <a:pt x="11" y="19"/>
                        <a:pt x="11" y="25"/>
                        <a:pt x="11" y="30"/>
                      </a:cubicBezTo>
                      <a:cubicBezTo>
                        <a:pt x="11" y="30"/>
                        <a:pt x="12" y="30"/>
                        <a:pt x="12"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5" name="Freeform 20">
                  <a:extLst>
                    <a:ext uri="{FF2B5EF4-FFF2-40B4-BE49-F238E27FC236}">
                      <a16:creationId xmlns:a16="http://schemas.microsoft.com/office/drawing/2014/main" id="{28D425C4-CE02-4413-BBE1-2E9FA0CC0E90}"/>
                    </a:ext>
                  </a:extLst>
                </p:cNvPr>
                <p:cNvSpPr>
                  <a:spLocks/>
                </p:cNvSpPr>
                <p:nvPr/>
              </p:nvSpPr>
              <p:spPr bwMode="auto">
                <a:xfrm>
                  <a:off x="6259513" y="2933701"/>
                  <a:ext cx="114300" cy="73025"/>
                </a:xfrm>
                <a:custGeom>
                  <a:avLst/>
                  <a:gdLst>
                    <a:gd name="T0" fmla="*/ 27 w 27"/>
                    <a:gd name="T1" fmla="*/ 1 h 17"/>
                    <a:gd name="T2" fmla="*/ 16 w 27"/>
                    <a:gd name="T3" fmla="*/ 14 h 17"/>
                    <a:gd name="T4" fmla="*/ 5 w 27"/>
                    <a:gd name="T5" fmla="*/ 13 h 17"/>
                    <a:gd name="T6" fmla="*/ 0 w 27"/>
                    <a:gd name="T7" fmla="*/ 4 h 17"/>
                    <a:gd name="T8" fmla="*/ 9 w 27"/>
                    <a:gd name="T9" fmla="*/ 2 h 17"/>
                    <a:gd name="T10" fmla="*/ 27 w 27"/>
                    <a:gd name="T11" fmla="*/ 0 h 17"/>
                    <a:gd name="T12" fmla="*/ 27 w 27"/>
                    <a:gd name="T13" fmla="*/ 1 h 17"/>
                  </a:gdLst>
                  <a:ahLst/>
                  <a:cxnLst>
                    <a:cxn ang="0">
                      <a:pos x="T0" y="T1"/>
                    </a:cxn>
                    <a:cxn ang="0">
                      <a:pos x="T2" y="T3"/>
                    </a:cxn>
                    <a:cxn ang="0">
                      <a:pos x="T4" y="T5"/>
                    </a:cxn>
                    <a:cxn ang="0">
                      <a:pos x="T6" y="T7"/>
                    </a:cxn>
                    <a:cxn ang="0">
                      <a:pos x="T8" y="T9"/>
                    </a:cxn>
                    <a:cxn ang="0">
                      <a:pos x="T10" y="T11"/>
                    </a:cxn>
                    <a:cxn ang="0">
                      <a:pos x="T12" y="T13"/>
                    </a:cxn>
                  </a:cxnLst>
                  <a:rect l="0" t="0" r="r" b="b"/>
                  <a:pathLst>
                    <a:path w="27" h="17">
                      <a:moveTo>
                        <a:pt x="27" y="1"/>
                      </a:moveTo>
                      <a:cubicBezTo>
                        <a:pt x="24" y="6"/>
                        <a:pt x="20" y="10"/>
                        <a:pt x="16" y="14"/>
                      </a:cubicBezTo>
                      <a:cubicBezTo>
                        <a:pt x="14" y="17"/>
                        <a:pt x="8" y="16"/>
                        <a:pt x="5" y="13"/>
                      </a:cubicBezTo>
                      <a:cubicBezTo>
                        <a:pt x="3" y="10"/>
                        <a:pt x="1" y="7"/>
                        <a:pt x="0" y="4"/>
                      </a:cubicBezTo>
                      <a:cubicBezTo>
                        <a:pt x="3" y="3"/>
                        <a:pt x="6" y="2"/>
                        <a:pt x="9" y="2"/>
                      </a:cubicBezTo>
                      <a:cubicBezTo>
                        <a:pt x="15" y="1"/>
                        <a:pt x="21" y="1"/>
                        <a:pt x="27" y="0"/>
                      </a:cubicBezTo>
                      <a:cubicBezTo>
                        <a:pt x="27" y="1"/>
                        <a:pt x="27" y="1"/>
                        <a:pt x="2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sp>
            <p:nvSpPr>
              <p:cNvPr id="21" name="Freeform 11">
                <a:extLst>
                  <a:ext uri="{FF2B5EF4-FFF2-40B4-BE49-F238E27FC236}">
                    <a16:creationId xmlns:a16="http://schemas.microsoft.com/office/drawing/2014/main" id="{9E7CBDC3-9BA0-4307-8967-3267E5966ED9}"/>
                  </a:ext>
                </a:extLst>
              </p:cNvPr>
              <p:cNvSpPr>
                <a:spLocks noEditPoints="1"/>
              </p:cNvSpPr>
              <p:nvPr/>
            </p:nvSpPr>
            <p:spPr bwMode="auto">
              <a:xfrm>
                <a:off x="9065451" y="2270918"/>
                <a:ext cx="439964" cy="615950"/>
              </a:xfrm>
              <a:custGeom>
                <a:avLst/>
                <a:gdLst>
                  <a:gd name="T0" fmla="*/ 29 w 72"/>
                  <a:gd name="T1" fmla="*/ 49 h 102"/>
                  <a:gd name="T2" fmla="*/ 15 w 72"/>
                  <a:gd name="T3" fmla="*/ 43 h 102"/>
                  <a:gd name="T4" fmla="*/ 10 w 72"/>
                  <a:gd name="T5" fmla="*/ 21 h 102"/>
                  <a:gd name="T6" fmla="*/ 13 w 72"/>
                  <a:gd name="T7" fmla="*/ 15 h 102"/>
                  <a:gd name="T8" fmla="*/ 19 w 72"/>
                  <a:gd name="T9" fmla="*/ 18 h 102"/>
                  <a:gd name="T10" fmla="*/ 20 w 72"/>
                  <a:gd name="T11" fmla="*/ 26 h 102"/>
                  <a:gd name="T12" fmla="*/ 35 w 72"/>
                  <a:gd name="T13" fmla="*/ 22 h 102"/>
                  <a:gd name="T14" fmla="*/ 40 w 72"/>
                  <a:gd name="T15" fmla="*/ 16 h 102"/>
                  <a:gd name="T16" fmla="*/ 43 w 72"/>
                  <a:gd name="T17" fmla="*/ 14 h 102"/>
                  <a:gd name="T18" fmla="*/ 44 w 72"/>
                  <a:gd name="T19" fmla="*/ 19 h 102"/>
                  <a:gd name="T20" fmla="*/ 43 w 72"/>
                  <a:gd name="T21" fmla="*/ 28 h 102"/>
                  <a:gd name="T22" fmla="*/ 36 w 72"/>
                  <a:gd name="T23" fmla="*/ 40 h 102"/>
                  <a:gd name="T24" fmla="*/ 37 w 72"/>
                  <a:gd name="T25" fmla="*/ 42 h 102"/>
                  <a:gd name="T26" fmla="*/ 44 w 72"/>
                  <a:gd name="T27" fmla="*/ 38 h 102"/>
                  <a:gd name="T28" fmla="*/ 56 w 72"/>
                  <a:gd name="T29" fmla="*/ 20 h 102"/>
                  <a:gd name="T30" fmla="*/ 49 w 72"/>
                  <a:gd name="T31" fmla="*/ 9 h 102"/>
                  <a:gd name="T32" fmla="*/ 28 w 72"/>
                  <a:gd name="T33" fmla="*/ 14 h 102"/>
                  <a:gd name="T34" fmla="*/ 20 w 72"/>
                  <a:gd name="T35" fmla="*/ 13 h 102"/>
                  <a:gd name="T36" fmla="*/ 22 w 72"/>
                  <a:gd name="T37" fmla="*/ 6 h 102"/>
                  <a:gd name="T38" fmla="*/ 50 w 72"/>
                  <a:gd name="T39" fmla="*/ 1 h 102"/>
                  <a:gd name="T40" fmla="*/ 68 w 72"/>
                  <a:gd name="T41" fmla="*/ 12 h 102"/>
                  <a:gd name="T42" fmla="*/ 67 w 72"/>
                  <a:gd name="T43" fmla="*/ 24 h 102"/>
                  <a:gd name="T44" fmla="*/ 49 w 72"/>
                  <a:gd name="T45" fmla="*/ 48 h 102"/>
                  <a:gd name="T46" fmla="*/ 42 w 72"/>
                  <a:gd name="T47" fmla="*/ 49 h 102"/>
                  <a:gd name="T48" fmla="*/ 37 w 72"/>
                  <a:gd name="T49" fmla="*/ 47 h 102"/>
                  <a:gd name="T50" fmla="*/ 35 w 72"/>
                  <a:gd name="T51" fmla="*/ 52 h 102"/>
                  <a:gd name="T52" fmla="*/ 41 w 72"/>
                  <a:gd name="T53" fmla="*/ 58 h 102"/>
                  <a:gd name="T54" fmla="*/ 48 w 72"/>
                  <a:gd name="T55" fmla="*/ 57 h 102"/>
                  <a:gd name="T56" fmla="*/ 53 w 72"/>
                  <a:gd name="T57" fmla="*/ 59 h 102"/>
                  <a:gd name="T58" fmla="*/ 53 w 72"/>
                  <a:gd name="T59" fmla="*/ 66 h 102"/>
                  <a:gd name="T60" fmla="*/ 48 w 72"/>
                  <a:gd name="T61" fmla="*/ 70 h 102"/>
                  <a:gd name="T62" fmla="*/ 37 w 72"/>
                  <a:gd name="T63" fmla="*/ 81 h 102"/>
                  <a:gd name="T64" fmla="*/ 45 w 72"/>
                  <a:gd name="T65" fmla="*/ 81 h 102"/>
                  <a:gd name="T66" fmla="*/ 57 w 72"/>
                  <a:gd name="T67" fmla="*/ 89 h 102"/>
                  <a:gd name="T68" fmla="*/ 51 w 72"/>
                  <a:gd name="T69" fmla="*/ 98 h 102"/>
                  <a:gd name="T70" fmla="*/ 26 w 72"/>
                  <a:gd name="T71" fmla="*/ 101 h 102"/>
                  <a:gd name="T72" fmla="*/ 17 w 72"/>
                  <a:gd name="T73" fmla="*/ 96 h 102"/>
                  <a:gd name="T74" fmla="*/ 15 w 72"/>
                  <a:gd name="T75" fmla="*/ 94 h 102"/>
                  <a:gd name="T76" fmla="*/ 19 w 72"/>
                  <a:gd name="T77" fmla="*/ 77 h 102"/>
                  <a:gd name="T78" fmla="*/ 27 w 72"/>
                  <a:gd name="T79" fmla="*/ 70 h 102"/>
                  <a:gd name="T80" fmla="*/ 27 w 72"/>
                  <a:gd name="T81" fmla="*/ 69 h 102"/>
                  <a:gd name="T82" fmla="*/ 21 w 72"/>
                  <a:gd name="T83" fmla="*/ 71 h 102"/>
                  <a:gd name="T84" fmla="*/ 9 w 72"/>
                  <a:gd name="T85" fmla="*/ 76 h 102"/>
                  <a:gd name="T86" fmla="*/ 3 w 72"/>
                  <a:gd name="T87" fmla="*/ 75 h 102"/>
                  <a:gd name="T88" fmla="*/ 4 w 72"/>
                  <a:gd name="T89" fmla="*/ 69 h 102"/>
                  <a:gd name="T90" fmla="*/ 26 w 72"/>
                  <a:gd name="T91" fmla="*/ 60 h 102"/>
                  <a:gd name="T92" fmla="*/ 28 w 72"/>
                  <a:gd name="T93" fmla="*/ 57 h 102"/>
                  <a:gd name="T94" fmla="*/ 29 w 72"/>
                  <a:gd name="T95" fmla="*/ 49 h 102"/>
                  <a:gd name="T96" fmla="*/ 34 w 72"/>
                  <a:gd name="T97" fmla="*/ 29 h 102"/>
                  <a:gd name="T98" fmla="*/ 33 w 72"/>
                  <a:gd name="T99" fmla="*/ 28 h 102"/>
                  <a:gd name="T100" fmla="*/ 26 w 72"/>
                  <a:gd name="T101" fmla="*/ 32 h 102"/>
                  <a:gd name="T102" fmla="*/ 23 w 72"/>
                  <a:gd name="T103" fmla="*/ 36 h 102"/>
                  <a:gd name="T104" fmla="*/ 26 w 72"/>
                  <a:gd name="T105" fmla="*/ 42 h 102"/>
                  <a:gd name="T106" fmla="*/ 31 w 72"/>
                  <a:gd name="T107" fmla="*/ 40 h 102"/>
                  <a:gd name="T108" fmla="*/ 34 w 72"/>
                  <a:gd name="T109" fmla="*/ 29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2" h="102">
                    <a:moveTo>
                      <a:pt x="29" y="49"/>
                    </a:moveTo>
                    <a:cubicBezTo>
                      <a:pt x="19" y="52"/>
                      <a:pt x="18" y="52"/>
                      <a:pt x="15" y="43"/>
                    </a:cubicBezTo>
                    <a:cubicBezTo>
                      <a:pt x="13" y="36"/>
                      <a:pt x="11" y="28"/>
                      <a:pt x="10" y="21"/>
                    </a:cubicBezTo>
                    <a:cubicBezTo>
                      <a:pt x="9" y="19"/>
                      <a:pt x="11" y="16"/>
                      <a:pt x="13" y="15"/>
                    </a:cubicBezTo>
                    <a:cubicBezTo>
                      <a:pt x="16" y="13"/>
                      <a:pt x="18" y="16"/>
                      <a:pt x="19" y="18"/>
                    </a:cubicBezTo>
                    <a:cubicBezTo>
                      <a:pt x="19" y="21"/>
                      <a:pt x="20" y="23"/>
                      <a:pt x="20" y="26"/>
                    </a:cubicBezTo>
                    <a:cubicBezTo>
                      <a:pt x="26" y="25"/>
                      <a:pt x="31" y="24"/>
                      <a:pt x="35" y="22"/>
                    </a:cubicBezTo>
                    <a:cubicBezTo>
                      <a:pt x="37" y="21"/>
                      <a:pt x="38" y="18"/>
                      <a:pt x="40" y="16"/>
                    </a:cubicBezTo>
                    <a:cubicBezTo>
                      <a:pt x="41" y="15"/>
                      <a:pt x="42" y="14"/>
                      <a:pt x="43" y="14"/>
                    </a:cubicBezTo>
                    <a:cubicBezTo>
                      <a:pt x="44" y="15"/>
                      <a:pt x="44" y="17"/>
                      <a:pt x="44" y="19"/>
                    </a:cubicBezTo>
                    <a:cubicBezTo>
                      <a:pt x="44" y="22"/>
                      <a:pt x="43" y="25"/>
                      <a:pt x="43" y="28"/>
                    </a:cubicBezTo>
                    <a:cubicBezTo>
                      <a:pt x="37" y="29"/>
                      <a:pt x="39" y="36"/>
                      <a:pt x="36" y="40"/>
                    </a:cubicBezTo>
                    <a:cubicBezTo>
                      <a:pt x="36" y="41"/>
                      <a:pt x="37" y="41"/>
                      <a:pt x="37" y="42"/>
                    </a:cubicBezTo>
                    <a:cubicBezTo>
                      <a:pt x="39" y="41"/>
                      <a:pt x="42" y="40"/>
                      <a:pt x="44" y="38"/>
                    </a:cubicBezTo>
                    <a:cubicBezTo>
                      <a:pt x="48" y="32"/>
                      <a:pt x="52" y="26"/>
                      <a:pt x="56" y="20"/>
                    </a:cubicBezTo>
                    <a:cubicBezTo>
                      <a:pt x="59" y="15"/>
                      <a:pt x="56" y="9"/>
                      <a:pt x="49" y="9"/>
                    </a:cubicBezTo>
                    <a:cubicBezTo>
                      <a:pt x="42" y="8"/>
                      <a:pt x="34" y="10"/>
                      <a:pt x="28" y="14"/>
                    </a:cubicBezTo>
                    <a:cubicBezTo>
                      <a:pt x="25" y="16"/>
                      <a:pt x="22" y="15"/>
                      <a:pt x="20" y="13"/>
                    </a:cubicBezTo>
                    <a:cubicBezTo>
                      <a:pt x="17" y="9"/>
                      <a:pt x="17" y="7"/>
                      <a:pt x="22" y="6"/>
                    </a:cubicBezTo>
                    <a:cubicBezTo>
                      <a:pt x="31" y="3"/>
                      <a:pt x="40" y="0"/>
                      <a:pt x="50" y="1"/>
                    </a:cubicBezTo>
                    <a:cubicBezTo>
                      <a:pt x="58" y="1"/>
                      <a:pt x="63" y="7"/>
                      <a:pt x="68" y="12"/>
                    </a:cubicBezTo>
                    <a:cubicBezTo>
                      <a:pt x="72" y="15"/>
                      <a:pt x="70" y="20"/>
                      <a:pt x="67" y="24"/>
                    </a:cubicBezTo>
                    <a:cubicBezTo>
                      <a:pt x="61" y="32"/>
                      <a:pt x="55" y="40"/>
                      <a:pt x="49" y="48"/>
                    </a:cubicBezTo>
                    <a:cubicBezTo>
                      <a:pt x="47" y="51"/>
                      <a:pt x="45" y="52"/>
                      <a:pt x="42" y="49"/>
                    </a:cubicBezTo>
                    <a:cubicBezTo>
                      <a:pt x="41" y="48"/>
                      <a:pt x="38" y="47"/>
                      <a:pt x="37" y="47"/>
                    </a:cubicBezTo>
                    <a:cubicBezTo>
                      <a:pt x="36" y="48"/>
                      <a:pt x="35" y="50"/>
                      <a:pt x="35" y="52"/>
                    </a:cubicBezTo>
                    <a:cubicBezTo>
                      <a:pt x="34" y="59"/>
                      <a:pt x="34" y="59"/>
                      <a:pt x="41" y="58"/>
                    </a:cubicBezTo>
                    <a:cubicBezTo>
                      <a:pt x="43" y="57"/>
                      <a:pt x="46" y="56"/>
                      <a:pt x="48" y="57"/>
                    </a:cubicBezTo>
                    <a:cubicBezTo>
                      <a:pt x="50" y="57"/>
                      <a:pt x="53" y="58"/>
                      <a:pt x="53" y="59"/>
                    </a:cubicBezTo>
                    <a:cubicBezTo>
                      <a:pt x="54" y="61"/>
                      <a:pt x="54" y="64"/>
                      <a:pt x="53" y="66"/>
                    </a:cubicBezTo>
                    <a:cubicBezTo>
                      <a:pt x="52" y="68"/>
                      <a:pt x="50" y="69"/>
                      <a:pt x="48" y="70"/>
                    </a:cubicBezTo>
                    <a:cubicBezTo>
                      <a:pt x="44" y="73"/>
                      <a:pt x="39" y="75"/>
                      <a:pt x="37" y="81"/>
                    </a:cubicBezTo>
                    <a:cubicBezTo>
                      <a:pt x="40" y="81"/>
                      <a:pt x="43" y="81"/>
                      <a:pt x="45" y="81"/>
                    </a:cubicBezTo>
                    <a:cubicBezTo>
                      <a:pt x="51" y="81"/>
                      <a:pt x="56" y="84"/>
                      <a:pt x="57" y="89"/>
                    </a:cubicBezTo>
                    <a:cubicBezTo>
                      <a:pt x="58" y="93"/>
                      <a:pt x="55" y="97"/>
                      <a:pt x="51" y="98"/>
                    </a:cubicBezTo>
                    <a:cubicBezTo>
                      <a:pt x="43" y="99"/>
                      <a:pt x="35" y="100"/>
                      <a:pt x="26" y="101"/>
                    </a:cubicBezTo>
                    <a:cubicBezTo>
                      <a:pt x="22" y="102"/>
                      <a:pt x="19" y="100"/>
                      <a:pt x="17" y="96"/>
                    </a:cubicBezTo>
                    <a:cubicBezTo>
                      <a:pt x="16" y="96"/>
                      <a:pt x="16" y="95"/>
                      <a:pt x="15" y="94"/>
                    </a:cubicBezTo>
                    <a:cubicBezTo>
                      <a:pt x="11" y="84"/>
                      <a:pt x="11" y="84"/>
                      <a:pt x="19" y="77"/>
                    </a:cubicBezTo>
                    <a:cubicBezTo>
                      <a:pt x="22" y="75"/>
                      <a:pt x="24" y="72"/>
                      <a:pt x="27" y="70"/>
                    </a:cubicBezTo>
                    <a:cubicBezTo>
                      <a:pt x="27" y="70"/>
                      <a:pt x="27" y="69"/>
                      <a:pt x="27" y="69"/>
                    </a:cubicBezTo>
                    <a:cubicBezTo>
                      <a:pt x="25" y="69"/>
                      <a:pt x="23" y="70"/>
                      <a:pt x="21" y="71"/>
                    </a:cubicBezTo>
                    <a:cubicBezTo>
                      <a:pt x="17" y="72"/>
                      <a:pt x="13" y="74"/>
                      <a:pt x="9" y="76"/>
                    </a:cubicBezTo>
                    <a:cubicBezTo>
                      <a:pt x="7" y="76"/>
                      <a:pt x="5" y="76"/>
                      <a:pt x="3" y="75"/>
                    </a:cubicBezTo>
                    <a:cubicBezTo>
                      <a:pt x="0" y="72"/>
                      <a:pt x="0" y="71"/>
                      <a:pt x="4" y="69"/>
                    </a:cubicBezTo>
                    <a:cubicBezTo>
                      <a:pt x="12" y="66"/>
                      <a:pt x="19" y="63"/>
                      <a:pt x="26" y="60"/>
                    </a:cubicBezTo>
                    <a:cubicBezTo>
                      <a:pt x="27" y="60"/>
                      <a:pt x="28" y="58"/>
                      <a:pt x="28" y="57"/>
                    </a:cubicBezTo>
                    <a:cubicBezTo>
                      <a:pt x="29" y="55"/>
                      <a:pt x="29" y="52"/>
                      <a:pt x="29" y="49"/>
                    </a:cubicBezTo>
                    <a:close/>
                    <a:moveTo>
                      <a:pt x="34" y="29"/>
                    </a:moveTo>
                    <a:cubicBezTo>
                      <a:pt x="34" y="29"/>
                      <a:pt x="34" y="29"/>
                      <a:pt x="33" y="28"/>
                    </a:cubicBezTo>
                    <a:cubicBezTo>
                      <a:pt x="31" y="29"/>
                      <a:pt x="28" y="30"/>
                      <a:pt x="26" y="32"/>
                    </a:cubicBezTo>
                    <a:cubicBezTo>
                      <a:pt x="24" y="32"/>
                      <a:pt x="22" y="34"/>
                      <a:pt x="23" y="36"/>
                    </a:cubicBezTo>
                    <a:cubicBezTo>
                      <a:pt x="23" y="38"/>
                      <a:pt x="25" y="40"/>
                      <a:pt x="26" y="42"/>
                    </a:cubicBezTo>
                    <a:cubicBezTo>
                      <a:pt x="27" y="42"/>
                      <a:pt x="30" y="41"/>
                      <a:pt x="31" y="40"/>
                    </a:cubicBezTo>
                    <a:cubicBezTo>
                      <a:pt x="32" y="37"/>
                      <a:pt x="33" y="33"/>
                      <a:pt x="34" y="29"/>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2" name="Freeform 12">
                <a:extLst>
                  <a:ext uri="{FF2B5EF4-FFF2-40B4-BE49-F238E27FC236}">
                    <a16:creationId xmlns:a16="http://schemas.microsoft.com/office/drawing/2014/main" id="{D88D9717-3185-4A77-8E18-2A8659D441F7}"/>
                  </a:ext>
                </a:extLst>
              </p:cNvPr>
              <p:cNvSpPr>
                <a:spLocks/>
              </p:cNvSpPr>
              <p:nvPr/>
            </p:nvSpPr>
            <p:spPr bwMode="auto">
              <a:xfrm>
                <a:off x="8878184" y="2293480"/>
                <a:ext cx="236904" cy="593388"/>
              </a:xfrm>
              <a:custGeom>
                <a:avLst/>
                <a:gdLst>
                  <a:gd name="T0" fmla="*/ 30 w 39"/>
                  <a:gd name="T1" fmla="*/ 44 h 98"/>
                  <a:gd name="T2" fmla="*/ 36 w 39"/>
                  <a:gd name="T3" fmla="*/ 34 h 98"/>
                  <a:gd name="T4" fmla="*/ 37 w 39"/>
                  <a:gd name="T5" fmla="*/ 51 h 98"/>
                  <a:gd name="T6" fmla="*/ 25 w 39"/>
                  <a:gd name="T7" fmla="*/ 82 h 98"/>
                  <a:gd name="T8" fmla="*/ 21 w 39"/>
                  <a:gd name="T9" fmla="*/ 98 h 98"/>
                  <a:gd name="T10" fmla="*/ 13 w 39"/>
                  <a:gd name="T11" fmla="*/ 96 h 98"/>
                  <a:gd name="T12" fmla="*/ 5 w 39"/>
                  <a:gd name="T13" fmla="*/ 83 h 98"/>
                  <a:gd name="T14" fmla="*/ 11 w 39"/>
                  <a:gd name="T15" fmla="*/ 62 h 98"/>
                  <a:gd name="T16" fmla="*/ 9 w 39"/>
                  <a:gd name="T17" fmla="*/ 43 h 98"/>
                  <a:gd name="T18" fmla="*/ 12 w 39"/>
                  <a:gd name="T19" fmla="*/ 38 h 98"/>
                  <a:gd name="T20" fmla="*/ 18 w 39"/>
                  <a:gd name="T21" fmla="*/ 33 h 98"/>
                  <a:gd name="T22" fmla="*/ 23 w 39"/>
                  <a:gd name="T23" fmla="*/ 12 h 98"/>
                  <a:gd name="T24" fmla="*/ 11 w 39"/>
                  <a:gd name="T25" fmla="*/ 16 h 98"/>
                  <a:gd name="T26" fmla="*/ 2 w 39"/>
                  <a:gd name="T27" fmla="*/ 16 h 98"/>
                  <a:gd name="T28" fmla="*/ 0 w 39"/>
                  <a:gd name="T29" fmla="*/ 12 h 98"/>
                  <a:gd name="T30" fmla="*/ 3 w 39"/>
                  <a:gd name="T31" fmla="*/ 10 h 98"/>
                  <a:gd name="T32" fmla="*/ 16 w 39"/>
                  <a:gd name="T33" fmla="*/ 7 h 98"/>
                  <a:gd name="T34" fmla="*/ 26 w 39"/>
                  <a:gd name="T35" fmla="*/ 2 h 98"/>
                  <a:gd name="T36" fmla="*/ 32 w 39"/>
                  <a:gd name="T37" fmla="*/ 1 h 98"/>
                  <a:gd name="T38" fmla="*/ 35 w 39"/>
                  <a:gd name="T39" fmla="*/ 9 h 98"/>
                  <a:gd name="T40" fmla="*/ 34 w 39"/>
                  <a:gd name="T41" fmla="*/ 11 h 98"/>
                  <a:gd name="T42" fmla="*/ 27 w 39"/>
                  <a:gd name="T43" fmla="*/ 38 h 98"/>
                  <a:gd name="T44" fmla="*/ 28 w 39"/>
                  <a:gd name="T45" fmla="*/ 44 h 98"/>
                  <a:gd name="T46" fmla="*/ 30 w 39"/>
                  <a:gd name="T47" fmla="*/ 44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9" h="98">
                    <a:moveTo>
                      <a:pt x="30" y="44"/>
                    </a:moveTo>
                    <a:cubicBezTo>
                      <a:pt x="32" y="41"/>
                      <a:pt x="34" y="38"/>
                      <a:pt x="36" y="34"/>
                    </a:cubicBezTo>
                    <a:cubicBezTo>
                      <a:pt x="37" y="40"/>
                      <a:pt x="39" y="45"/>
                      <a:pt x="37" y="51"/>
                    </a:cubicBezTo>
                    <a:cubicBezTo>
                      <a:pt x="33" y="61"/>
                      <a:pt x="29" y="72"/>
                      <a:pt x="25" y="82"/>
                    </a:cubicBezTo>
                    <a:cubicBezTo>
                      <a:pt x="23" y="87"/>
                      <a:pt x="23" y="92"/>
                      <a:pt x="21" y="98"/>
                    </a:cubicBezTo>
                    <a:cubicBezTo>
                      <a:pt x="18" y="97"/>
                      <a:pt x="15" y="97"/>
                      <a:pt x="13" y="96"/>
                    </a:cubicBezTo>
                    <a:cubicBezTo>
                      <a:pt x="7" y="94"/>
                      <a:pt x="3" y="89"/>
                      <a:pt x="5" y="83"/>
                    </a:cubicBezTo>
                    <a:cubicBezTo>
                      <a:pt x="7" y="76"/>
                      <a:pt x="9" y="69"/>
                      <a:pt x="11" y="62"/>
                    </a:cubicBezTo>
                    <a:cubicBezTo>
                      <a:pt x="13" y="56"/>
                      <a:pt x="14" y="49"/>
                      <a:pt x="9" y="43"/>
                    </a:cubicBezTo>
                    <a:cubicBezTo>
                      <a:pt x="7" y="39"/>
                      <a:pt x="9" y="38"/>
                      <a:pt x="12" y="38"/>
                    </a:cubicBezTo>
                    <a:cubicBezTo>
                      <a:pt x="17" y="39"/>
                      <a:pt x="17" y="37"/>
                      <a:pt x="18" y="33"/>
                    </a:cubicBezTo>
                    <a:cubicBezTo>
                      <a:pt x="19" y="26"/>
                      <a:pt x="21" y="20"/>
                      <a:pt x="23" y="12"/>
                    </a:cubicBezTo>
                    <a:cubicBezTo>
                      <a:pt x="19" y="13"/>
                      <a:pt x="15" y="15"/>
                      <a:pt x="11" y="16"/>
                    </a:cubicBezTo>
                    <a:cubicBezTo>
                      <a:pt x="8" y="17"/>
                      <a:pt x="5" y="16"/>
                      <a:pt x="2" y="16"/>
                    </a:cubicBezTo>
                    <a:cubicBezTo>
                      <a:pt x="1" y="15"/>
                      <a:pt x="0" y="13"/>
                      <a:pt x="0" y="12"/>
                    </a:cubicBezTo>
                    <a:cubicBezTo>
                      <a:pt x="1" y="11"/>
                      <a:pt x="2" y="10"/>
                      <a:pt x="3" y="10"/>
                    </a:cubicBezTo>
                    <a:cubicBezTo>
                      <a:pt x="7" y="8"/>
                      <a:pt x="12" y="8"/>
                      <a:pt x="16" y="7"/>
                    </a:cubicBezTo>
                    <a:cubicBezTo>
                      <a:pt x="19" y="5"/>
                      <a:pt x="22" y="3"/>
                      <a:pt x="26" y="2"/>
                    </a:cubicBezTo>
                    <a:cubicBezTo>
                      <a:pt x="28" y="1"/>
                      <a:pt x="32" y="0"/>
                      <a:pt x="32" y="1"/>
                    </a:cubicBezTo>
                    <a:cubicBezTo>
                      <a:pt x="34" y="3"/>
                      <a:pt x="35" y="6"/>
                      <a:pt x="35" y="9"/>
                    </a:cubicBezTo>
                    <a:cubicBezTo>
                      <a:pt x="36" y="9"/>
                      <a:pt x="35" y="10"/>
                      <a:pt x="34" y="11"/>
                    </a:cubicBezTo>
                    <a:cubicBezTo>
                      <a:pt x="27" y="19"/>
                      <a:pt x="28" y="29"/>
                      <a:pt x="27" y="38"/>
                    </a:cubicBezTo>
                    <a:cubicBezTo>
                      <a:pt x="27" y="40"/>
                      <a:pt x="28" y="42"/>
                      <a:pt x="28" y="44"/>
                    </a:cubicBezTo>
                    <a:cubicBezTo>
                      <a:pt x="29" y="44"/>
                      <a:pt x="29" y="44"/>
                      <a:pt x="30" y="44"/>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grpSp>
      </p:grpSp>
      <p:pic>
        <p:nvPicPr>
          <p:cNvPr id="40" name="图片 39"/>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540452" y="479393"/>
            <a:ext cx="2203058" cy="616640"/>
          </a:xfrm>
          <a:prstGeom prst="rect">
            <a:avLst/>
          </a:prstGeom>
        </p:spPr>
      </p:pic>
    </p:spTree>
    <p:extLst>
      <p:ext uri="{BB962C8B-B14F-4D97-AF65-F5344CB8AC3E}">
        <p14:creationId xmlns:p14="http://schemas.microsoft.com/office/powerpoint/2010/main" val="1902383112"/>
      </p:ext>
    </p:extLst>
  </p:cSld>
  <p:clrMapOvr>
    <a:masterClrMapping/>
  </p:clrMapOvr>
  <p:transition spd="med">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封面样式4-尾页">
    <p:spTree>
      <p:nvGrpSpPr>
        <p:cNvPr id="1" name=""/>
        <p:cNvGrpSpPr/>
        <p:nvPr/>
      </p:nvGrpSpPr>
      <p:grpSpPr>
        <a:xfrm>
          <a:off x="0" y="0"/>
          <a:ext cx="0" cy="0"/>
          <a:chOff x="0" y="0"/>
          <a:chExt cx="0" cy="0"/>
        </a:xfrm>
      </p:grpSpPr>
      <p:pic>
        <p:nvPicPr>
          <p:cNvPr id="39" name="图片 38"/>
          <p:cNvPicPr>
            <a:picLocks noChangeAspect="1"/>
          </p:cNvPicPr>
          <p:nvPr userDrawn="1"/>
        </p:nvPicPr>
        <p:blipFill rotWithShape="1">
          <a:blip r:embed="rId2" cstate="hqprint">
            <a:extLst>
              <a:ext uri="{28A0092B-C50C-407E-A947-70E740481C1C}">
                <a14:useLocalDpi xmlns:a14="http://schemas.microsoft.com/office/drawing/2010/main"/>
              </a:ext>
            </a:extLst>
          </a:blip>
          <a:srcRect/>
          <a:stretch/>
        </p:blipFill>
        <p:spPr>
          <a:xfrm>
            <a:off x="-10414" y="0"/>
            <a:ext cx="8336943" cy="6860043"/>
          </a:xfrm>
          <a:prstGeom prst="rect">
            <a:avLst/>
          </a:prstGeom>
        </p:spPr>
      </p:pic>
      <p:sp>
        <p:nvSpPr>
          <p:cNvPr id="7" name="矩形 6">
            <a:extLst>
              <a:ext uri="{FF2B5EF4-FFF2-40B4-BE49-F238E27FC236}">
                <a16:creationId xmlns:a16="http://schemas.microsoft.com/office/drawing/2014/main" id="{84971C8F-15BA-41DC-9278-53FA77C2E557}"/>
              </a:ext>
            </a:extLst>
          </p:cNvPr>
          <p:cNvSpPr/>
          <p:nvPr userDrawn="1"/>
        </p:nvSpPr>
        <p:spPr>
          <a:xfrm>
            <a:off x="-10414" y="0"/>
            <a:ext cx="12202413" cy="6858000"/>
          </a:xfrm>
          <a:prstGeom prst="rect">
            <a:avLst/>
          </a:prstGeom>
          <a:gradFill flip="none" rotWithShape="1">
            <a:gsLst>
              <a:gs pos="0">
                <a:schemeClr val="accent1">
                  <a:lumMod val="100000"/>
                  <a:alpha val="0"/>
                </a:schemeClr>
              </a:gs>
              <a:gs pos="50000">
                <a:schemeClr val="accent1">
                  <a:lumMod val="100000"/>
                </a:schemeClr>
              </a:gs>
              <a:gs pos="100000">
                <a:schemeClr val="accent1">
                  <a:lumMod val="100000"/>
                </a:scheme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5" name="组合 14"/>
          <p:cNvGrpSpPr/>
          <p:nvPr userDrawn="1"/>
        </p:nvGrpSpPr>
        <p:grpSpPr>
          <a:xfrm>
            <a:off x="7382858" y="5927166"/>
            <a:ext cx="4041392" cy="448671"/>
            <a:chOff x="582366" y="5719539"/>
            <a:chExt cx="6136451" cy="681262"/>
          </a:xfrm>
          <a:gradFill flip="none" rotWithShape="1">
            <a:gsLst>
              <a:gs pos="100000">
                <a:schemeClr val="bg1">
                  <a:alpha val="12000"/>
                </a:schemeClr>
              </a:gs>
              <a:gs pos="0">
                <a:schemeClr val="bg1">
                  <a:alpha val="4000"/>
                </a:schemeClr>
              </a:gs>
            </a:gsLst>
            <a:lin ang="16200000" scaled="1"/>
            <a:tileRect/>
          </a:gradFill>
        </p:grpSpPr>
        <p:grpSp>
          <p:nvGrpSpPr>
            <p:cNvPr id="16" name="组合 15">
              <a:extLst>
                <a:ext uri="{FF2B5EF4-FFF2-40B4-BE49-F238E27FC236}">
                  <a16:creationId xmlns:a16="http://schemas.microsoft.com/office/drawing/2014/main" id="{2B6AF4F4-F405-428E-ACB6-6C287CCD9962}"/>
                </a:ext>
              </a:extLst>
            </p:cNvPr>
            <p:cNvGrpSpPr/>
            <p:nvPr/>
          </p:nvGrpSpPr>
          <p:grpSpPr>
            <a:xfrm>
              <a:off x="4043374" y="5725999"/>
              <a:ext cx="2675443" cy="667232"/>
              <a:chOff x="10340336" y="2247899"/>
              <a:chExt cx="2724438" cy="679451"/>
            </a:xfrm>
            <a:grpFill/>
          </p:grpSpPr>
          <p:sp>
            <p:nvSpPr>
              <p:cNvPr id="30" name="Freeform 5">
                <a:extLst>
                  <a:ext uri="{FF2B5EF4-FFF2-40B4-BE49-F238E27FC236}">
                    <a16:creationId xmlns:a16="http://schemas.microsoft.com/office/drawing/2014/main" id="{7EF8326A-A460-4F1F-A35E-22F6C0E02782}"/>
                  </a:ext>
                </a:extLst>
              </p:cNvPr>
              <p:cNvSpPr>
                <a:spLocks/>
              </p:cNvSpPr>
              <p:nvPr/>
            </p:nvSpPr>
            <p:spPr bwMode="auto">
              <a:xfrm>
                <a:off x="11868131" y="2285206"/>
                <a:ext cx="534988" cy="603250"/>
              </a:xfrm>
              <a:custGeom>
                <a:avLst/>
                <a:gdLst>
                  <a:gd name="T0" fmla="*/ 41 w 125"/>
                  <a:gd name="T1" fmla="*/ 16 h 142"/>
                  <a:gd name="T2" fmla="*/ 49 w 125"/>
                  <a:gd name="T3" fmla="*/ 3 h 142"/>
                  <a:gd name="T4" fmla="*/ 62 w 125"/>
                  <a:gd name="T5" fmla="*/ 20 h 142"/>
                  <a:gd name="T6" fmla="*/ 64 w 125"/>
                  <a:gd name="T7" fmla="*/ 33 h 142"/>
                  <a:gd name="T8" fmla="*/ 50 w 125"/>
                  <a:gd name="T9" fmla="*/ 34 h 142"/>
                  <a:gd name="T10" fmla="*/ 58 w 125"/>
                  <a:gd name="T11" fmla="*/ 58 h 142"/>
                  <a:gd name="T12" fmla="*/ 75 w 125"/>
                  <a:gd name="T13" fmla="*/ 59 h 142"/>
                  <a:gd name="T14" fmla="*/ 71 w 125"/>
                  <a:gd name="T15" fmla="*/ 50 h 142"/>
                  <a:gd name="T16" fmla="*/ 81 w 125"/>
                  <a:gd name="T17" fmla="*/ 47 h 142"/>
                  <a:gd name="T18" fmla="*/ 65 w 125"/>
                  <a:gd name="T19" fmla="*/ 42 h 142"/>
                  <a:gd name="T20" fmla="*/ 63 w 125"/>
                  <a:gd name="T21" fmla="*/ 37 h 142"/>
                  <a:gd name="T22" fmla="*/ 85 w 125"/>
                  <a:gd name="T23" fmla="*/ 27 h 142"/>
                  <a:gd name="T24" fmla="*/ 93 w 125"/>
                  <a:gd name="T25" fmla="*/ 2 h 142"/>
                  <a:gd name="T26" fmla="*/ 99 w 125"/>
                  <a:gd name="T27" fmla="*/ 5 h 142"/>
                  <a:gd name="T28" fmla="*/ 111 w 125"/>
                  <a:gd name="T29" fmla="*/ 30 h 142"/>
                  <a:gd name="T30" fmla="*/ 102 w 125"/>
                  <a:gd name="T31" fmla="*/ 34 h 142"/>
                  <a:gd name="T32" fmla="*/ 95 w 125"/>
                  <a:gd name="T33" fmla="*/ 59 h 142"/>
                  <a:gd name="T34" fmla="*/ 123 w 125"/>
                  <a:gd name="T35" fmla="*/ 61 h 142"/>
                  <a:gd name="T36" fmla="*/ 110 w 125"/>
                  <a:gd name="T37" fmla="*/ 71 h 142"/>
                  <a:gd name="T38" fmla="*/ 104 w 125"/>
                  <a:gd name="T39" fmla="*/ 82 h 142"/>
                  <a:gd name="T40" fmla="*/ 112 w 125"/>
                  <a:gd name="T41" fmla="*/ 134 h 142"/>
                  <a:gd name="T42" fmla="*/ 102 w 125"/>
                  <a:gd name="T43" fmla="*/ 140 h 142"/>
                  <a:gd name="T44" fmla="*/ 89 w 125"/>
                  <a:gd name="T45" fmla="*/ 123 h 142"/>
                  <a:gd name="T46" fmla="*/ 101 w 125"/>
                  <a:gd name="T47" fmla="*/ 128 h 142"/>
                  <a:gd name="T48" fmla="*/ 101 w 125"/>
                  <a:gd name="T49" fmla="*/ 92 h 142"/>
                  <a:gd name="T50" fmla="*/ 97 w 125"/>
                  <a:gd name="T51" fmla="*/ 99 h 142"/>
                  <a:gd name="T52" fmla="*/ 90 w 125"/>
                  <a:gd name="T53" fmla="*/ 103 h 142"/>
                  <a:gd name="T54" fmla="*/ 86 w 125"/>
                  <a:gd name="T55" fmla="*/ 110 h 142"/>
                  <a:gd name="T56" fmla="*/ 81 w 125"/>
                  <a:gd name="T57" fmla="*/ 120 h 142"/>
                  <a:gd name="T58" fmla="*/ 88 w 125"/>
                  <a:gd name="T59" fmla="*/ 71 h 142"/>
                  <a:gd name="T60" fmla="*/ 60 w 125"/>
                  <a:gd name="T61" fmla="*/ 87 h 142"/>
                  <a:gd name="T62" fmla="*/ 53 w 125"/>
                  <a:gd name="T63" fmla="*/ 89 h 142"/>
                  <a:gd name="T64" fmla="*/ 51 w 125"/>
                  <a:gd name="T65" fmla="*/ 128 h 142"/>
                  <a:gd name="T66" fmla="*/ 43 w 125"/>
                  <a:gd name="T67" fmla="*/ 134 h 142"/>
                  <a:gd name="T68" fmla="*/ 39 w 125"/>
                  <a:gd name="T69" fmla="*/ 107 h 142"/>
                  <a:gd name="T70" fmla="*/ 33 w 125"/>
                  <a:gd name="T71" fmla="*/ 114 h 142"/>
                  <a:gd name="T72" fmla="*/ 17 w 125"/>
                  <a:gd name="T73" fmla="*/ 108 h 142"/>
                  <a:gd name="T74" fmla="*/ 5 w 125"/>
                  <a:gd name="T75" fmla="*/ 81 h 142"/>
                  <a:gd name="T76" fmla="*/ 34 w 125"/>
                  <a:gd name="T77" fmla="*/ 56 h 142"/>
                  <a:gd name="T78" fmla="*/ 38 w 125"/>
                  <a:gd name="T79" fmla="*/ 33 h 142"/>
                  <a:gd name="T80" fmla="*/ 22 w 125"/>
                  <a:gd name="T81" fmla="*/ 55 h 142"/>
                  <a:gd name="T82" fmla="*/ 14 w 125"/>
                  <a:gd name="T83" fmla="*/ 55 h 142"/>
                  <a:gd name="T84" fmla="*/ 11 w 125"/>
                  <a:gd name="T85" fmla="*/ 36 h 142"/>
                  <a:gd name="T86" fmla="*/ 32 w 125"/>
                  <a:gd name="T87" fmla="*/ 22 h 142"/>
                  <a:gd name="T88" fmla="*/ 28 w 125"/>
                  <a:gd name="T89" fmla="*/ 33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5" h="142">
                    <a:moveTo>
                      <a:pt x="28" y="33"/>
                    </a:moveTo>
                    <a:cubicBezTo>
                      <a:pt x="35" y="29"/>
                      <a:pt x="41" y="25"/>
                      <a:pt x="41" y="16"/>
                    </a:cubicBezTo>
                    <a:cubicBezTo>
                      <a:pt x="41" y="13"/>
                      <a:pt x="43" y="9"/>
                      <a:pt x="44" y="6"/>
                    </a:cubicBezTo>
                    <a:cubicBezTo>
                      <a:pt x="45" y="5"/>
                      <a:pt x="48" y="3"/>
                      <a:pt x="49" y="3"/>
                    </a:cubicBezTo>
                    <a:cubicBezTo>
                      <a:pt x="54" y="4"/>
                      <a:pt x="59" y="9"/>
                      <a:pt x="59" y="15"/>
                    </a:cubicBezTo>
                    <a:cubicBezTo>
                      <a:pt x="59" y="18"/>
                      <a:pt x="60" y="19"/>
                      <a:pt x="62" y="20"/>
                    </a:cubicBezTo>
                    <a:cubicBezTo>
                      <a:pt x="65" y="22"/>
                      <a:pt x="68" y="25"/>
                      <a:pt x="69" y="28"/>
                    </a:cubicBezTo>
                    <a:cubicBezTo>
                      <a:pt x="71" y="32"/>
                      <a:pt x="68" y="34"/>
                      <a:pt x="64" y="33"/>
                    </a:cubicBezTo>
                    <a:cubicBezTo>
                      <a:pt x="62" y="32"/>
                      <a:pt x="60" y="31"/>
                      <a:pt x="57" y="30"/>
                    </a:cubicBezTo>
                    <a:cubicBezTo>
                      <a:pt x="53" y="28"/>
                      <a:pt x="51" y="29"/>
                      <a:pt x="50" y="34"/>
                    </a:cubicBezTo>
                    <a:cubicBezTo>
                      <a:pt x="48" y="45"/>
                      <a:pt x="46" y="56"/>
                      <a:pt x="52" y="66"/>
                    </a:cubicBezTo>
                    <a:cubicBezTo>
                      <a:pt x="54" y="64"/>
                      <a:pt x="56" y="62"/>
                      <a:pt x="58" y="58"/>
                    </a:cubicBezTo>
                    <a:cubicBezTo>
                      <a:pt x="61" y="62"/>
                      <a:pt x="63" y="65"/>
                      <a:pt x="65" y="69"/>
                    </a:cubicBezTo>
                    <a:cubicBezTo>
                      <a:pt x="68" y="66"/>
                      <a:pt x="72" y="62"/>
                      <a:pt x="75" y="59"/>
                    </a:cubicBezTo>
                    <a:cubicBezTo>
                      <a:pt x="76" y="58"/>
                      <a:pt x="75" y="56"/>
                      <a:pt x="75" y="55"/>
                    </a:cubicBezTo>
                    <a:cubicBezTo>
                      <a:pt x="74" y="53"/>
                      <a:pt x="71" y="51"/>
                      <a:pt x="71" y="50"/>
                    </a:cubicBezTo>
                    <a:cubicBezTo>
                      <a:pt x="72" y="47"/>
                      <a:pt x="75" y="46"/>
                      <a:pt x="78" y="47"/>
                    </a:cubicBezTo>
                    <a:cubicBezTo>
                      <a:pt x="79" y="47"/>
                      <a:pt x="80" y="47"/>
                      <a:pt x="81" y="47"/>
                    </a:cubicBezTo>
                    <a:cubicBezTo>
                      <a:pt x="81" y="44"/>
                      <a:pt x="82" y="40"/>
                      <a:pt x="83" y="35"/>
                    </a:cubicBezTo>
                    <a:cubicBezTo>
                      <a:pt x="76" y="38"/>
                      <a:pt x="71" y="40"/>
                      <a:pt x="65" y="42"/>
                    </a:cubicBezTo>
                    <a:cubicBezTo>
                      <a:pt x="61" y="44"/>
                      <a:pt x="60" y="44"/>
                      <a:pt x="57" y="40"/>
                    </a:cubicBezTo>
                    <a:cubicBezTo>
                      <a:pt x="59" y="39"/>
                      <a:pt x="61" y="38"/>
                      <a:pt x="63" y="37"/>
                    </a:cubicBezTo>
                    <a:cubicBezTo>
                      <a:pt x="69" y="35"/>
                      <a:pt x="75" y="33"/>
                      <a:pt x="81" y="30"/>
                    </a:cubicBezTo>
                    <a:cubicBezTo>
                      <a:pt x="83" y="30"/>
                      <a:pt x="84" y="28"/>
                      <a:pt x="85" y="27"/>
                    </a:cubicBezTo>
                    <a:cubicBezTo>
                      <a:pt x="87" y="21"/>
                      <a:pt x="88" y="14"/>
                      <a:pt x="90" y="8"/>
                    </a:cubicBezTo>
                    <a:cubicBezTo>
                      <a:pt x="90" y="6"/>
                      <a:pt x="92" y="3"/>
                      <a:pt x="93" y="2"/>
                    </a:cubicBezTo>
                    <a:cubicBezTo>
                      <a:pt x="94" y="0"/>
                      <a:pt x="96" y="0"/>
                      <a:pt x="98" y="0"/>
                    </a:cubicBezTo>
                    <a:cubicBezTo>
                      <a:pt x="98" y="1"/>
                      <a:pt x="99" y="4"/>
                      <a:pt x="99" y="5"/>
                    </a:cubicBezTo>
                    <a:cubicBezTo>
                      <a:pt x="93" y="12"/>
                      <a:pt x="94" y="20"/>
                      <a:pt x="92" y="28"/>
                    </a:cubicBezTo>
                    <a:cubicBezTo>
                      <a:pt x="98" y="31"/>
                      <a:pt x="105" y="25"/>
                      <a:pt x="111" y="30"/>
                    </a:cubicBezTo>
                    <a:cubicBezTo>
                      <a:pt x="109" y="33"/>
                      <a:pt x="107" y="36"/>
                      <a:pt x="103" y="35"/>
                    </a:cubicBezTo>
                    <a:cubicBezTo>
                      <a:pt x="103" y="34"/>
                      <a:pt x="102" y="34"/>
                      <a:pt x="102" y="34"/>
                    </a:cubicBezTo>
                    <a:cubicBezTo>
                      <a:pt x="92" y="34"/>
                      <a:pt x="88" y="39"/>
                      <a:pt x="90" y="49"/>
                    </a:cubicBezTo>
                    <a:cubicBezTo>
                      <a:pt x="91" y="52"/>
                      <a:pt x="93" y="55"/>
                      <a:pt x="95" y="59"/>
                    </a:cubicBezTo>
                    <a:cubicBezTo>
                      <a:pt x="99" y="59"/>
                      <a:pt x="104" y="58"/>
                      <a:pt x="109" y="57"/>
                    </a:cubicBezTo>
                    <a:cubicBezTo>
                      <a:pt x="114" y="56"/>
                      <a:pt x="119" y="58"/>
                      <a:pt x="123" y="61"/>
                    </a:cubicBezTo>
                    <a:cubicBezTo>
                      <a:pt x="125" y="63"/>
                      <a:pt x="125" y="66"/>
                      <a:pt x="122" y="67"/>
                    </a:cubicBezTo>
                    <a:cubicBezTo>
                      <a:pt x="118" y="69"/>
                      <a:pt x="114" y="71"/>
                      <a:pt x="110" y="71"/>
                    </a:cubicBezTo>
                    <a:cubicBezTo>
                      <a:pt x="103" y="70"/>
                      <a:pt x="99" y="75"/>
                      <a:pt x="95" y="79"/>
                    </a:cubicBezTo>
                    <a:cubicBezTo>
                      <a:pt x="98" y="80"/>
                      <a:pt x="102" y="80"/>
                      <a:pt x="104" y="82"/>
                    </a:cubicBezTo>
                    <a:cubicBezTo>
                      <a:pt x="106" y="83"/>
                      <a:pt x="108" y="86"/>
                      <a:pt x="109" y="88"/>
                    </a:cubicBezTo>
                    <a:cubicBezTo>
                      <a:pt x="110" y="104"/>
                      <a:pt x="111" y="119"/>
                      <a:pt x="112" y="134"/>
                    </a:cubicBezTo>
                    <a:cubicBezTo>
                      <a:pt x="112" y="137"/>
                      <a:pt x="110" y="140"/>
                      <a:pt x="110" y="142"/>
                    </a:cubicBezTo>
                    <a:cubicBezTo>
                      <a:pt x="107" y="141"/>
                      <a:pt x="104" y="141"/>
                      <a:pt x="102" y="140"/>
                    </a:cubicBezTo>
                    <a:cubicBezTo>
                      <a:pt x="97" y="136"/>
                      <a:pt x="93" y="131"/>
                      <a:pt x="90" y="127"/>
                    </a:cubicBezTo>
                    <a:cubicBezTo>
                      <a:pt x="89" y="126"/>
                      <a:pt x="89" y="124"/>
                      <a:pt x="89" y="123"/>
                    </a:cubicBezTo>
                    <a:cubicBezTo>
                      <a:pt x="92" y="125"/>
                      <a:pt x="96" y="127"/>
                      <a:pt x="100" y="130"/>
                    </a:cubicBezTo>
                    <a:cubicBezTo>
                      <a:pt x="100" y="129"/>
                      <a:pt x="101" y="129"/>
                      <a:pt x="101" y="128"/>
                    </a:cubicBezTo>
                    <a:cubicBezTo>
                      <a:pt x="101" y="121"/>
                      <a:pt x="101" y="113"/>
                      <a:pt x="101" y="105"/>
                    </a:cubicBezTo>
                    <a:cubicBezTo>
                      <a:pt x="101" y="101"/>
                      <a:pt x="101" y="96"/>
                      <a:pt x="101" y="92"/>
                    </a:cubicBezTo>
                    <a:cubicBezTo>
                      <a:pt x="99" y="85"/>
                      <a:pt x="96" y="84"/>
                      <a:pt x="90" y="90"/>
                    </a:cubicBezTo>
                    <a:cubicBezTo>
                      <a:pt x="92" y="93"/>
                      <a:pt x="97" y="93"/>
                      <a:pt x="97" y="99"/>
                    </a:cubicBezTo>
                    <a:cubicBezTo>
                      <a:pt x="94" y="98"/>
                      <a:pt x="91" y="97"/>
                      <a:pt x="88" y="96"/>
                    </a:cubicBezTo>
                    <a:cubicBezTo>
                      <a:pt x="84" y="100"/>
                      <a:pt x="84" y="101"/>
                      <a:pt x="90" y="103"/>
                    </a:cubicBezTo>
                    <a:cubicBezTo>
                      <a:pt x="95" y="106"/>
                      <a:pt x="98" y="111"/>
                      <a:pt x="96" y="112"/>
                    </a:cubicBezTo>
                    <a:cubicBezTo>
                      <a:pt x="92" y="115"/>
                      <a:pt x="89" y="112"/>
                      <a:pt x="86" y="110"/>
                    </a:cubicBezTo>
                    <a:cubicBezTo>
                      <a:pt x="85" y="110"/>
                      <a:pt x="84" y="109"/>
                      <a:pt x="83" y="108"/>
                    </a:cubicBezTo>
                    <a:cubicBezTo>
                      <a:pt x="82" y="112"/>
                      <a:pt x="82" y="116"/>
                      <a:pt x="81" y="120"/>
                    </a:cubicBezTo>
                    <a:cubicBezTo>
                      <a:pt x="74" y="118"/>
                      <a:pt x="72" y="114"/>
                      <a:pt x="73" y="108"/>
                    </a:cubicBezTo>
                    <a:cubicBezTo>
                      <a:pt x="76" y="95"/>
                      <a:pt x="81" y="83"/>
                      <a:pt x="88" y="71"/>
                    </a:cubicBezTo>
                    <a:cubicBezTo>
                      <a:pt x="84" y="74"/>
                      <a:pt x="80" y="76"/>
                      <a:pt x="76" y="78"/>
                    </a:cubicBezTo>
                    <a:cubicBezTo>
                      <a:pt x="71" y="81"/>
                      <a:pt x="65" y="84"/>
                      <a:pt x="60" y="87"/>
                    </a:cubicBezTo>
                    <a:cubicBezTo>
                      <a:pt x="60" y="87"/>
                      <a:pt x="60" y="87"/>
                      <a:pt x="59" y="87"/>
                    </a:cubicBezTo>
                    <a:cubicBezTo>
                      <a:pt x="57" y="88"/>
                      <a:pt x="54" y="88"/>
                      <a:pt x="53" y="89"/>
                    </a:cubicBezTo>
                    <a:cubicBezTo>
                      <a:pt x="51" y="93"/>
                      <a:pt x="49" y="97"/>
                      <a:pt x="49" y="101"/>
                    </a:cubicBezTo>
                    <a:cubicBezTo>
                      <a:pt x="49" y="110"/>
                      <a:pt x="50" y="119"/>
                      <a:pt x="51" y="128"/>
                    </a:cubicBezTo>
                    <a:cubicBezTo>
                      <a:pt x="51" y="131"/>
                      <a:pt x="51" y="134"/>
                      <a:pt x="51" y="137"/>
                    </a:cubicBezTo>
                    <a:cubicBezTo>
                      <a:pt x="48" y="136"/>
                      <a:pt x="45" y="136"/>
                      <a:pt x="43" y="134"/>
                    </a:cubicBezTo>
                    <a:cubicBezTo>
                      <a:pt x="40" y="132"/>
                      <a:pt x="37" y="130"/>
                      <a:pt x="38" y="125"/>
                    </a:cubicBezTo>
                    <a:cubicBezTo>
                      <a:pt x="40" y="119"/>
                      <a:pt x="39" y="113"/>
                      <a:pt x="39" y="107"/>
                    </a:cubicBezTo>
                    <a:cubicBezTo>
                      <a:pt x="38" y="107"/>
                      <a:pt x="38" y="107"/>
                      <a:pt x="37" y="106"/>
                    </a:cubicBezTo>
                    <a:cubicBezTo>
                      <a:pt x="36" y="109"/>
                      <a:pt x="34" y="111"/>
                      <a:pt x="33" y="114"/>
                    </a:cubicBezTo>
                    <a:cubicBezTo>
                      <a:pt x="30" y="120"/>
                      <a:pt x="25" y="122"/>
                      <a:pt x="21" y="120"/>
                    </a:cubicBezTo>
                    <a:cubicBezTo>
                      <a:pt x="16" y="118"/>
                      <a:pt x="15" y="113"/>
                      <a:pt x="17" y="108"/>
                    </a:cubicBezTo>
                    <a:cubicBezTo>
                      <a:pt x="20" y="99"/>
                      <a:pt x="23" y="91"/>
                      <a:pt x="26" y="81"/>
                    </a:cubicBezTo>
                    <a:cubicBezTo>
                      <a:pt x="19" y="90"/>
                      <a:pt x="12" y="85"/>
                      <a:pt x="5" y="81"/>
                    </a:cubicBezTo>
                    <a:cubicBezTo>
                      <a:pt x="0" y="79"/>
                      <a:pt x="0" y="76"/>
                      <a:pt x="5" y="73"/>
                    </a:cubicBezTo>
                    <a:cubicBezTo>
                      <a:pt x="15" y="68"/>
                      <a:pt x="25" y="62"/>
                      <a:pt x="34" y="56"/>
                    </a:cubicBezTo>
                    <a:cubicBezTo>
                      <a:pt x="35" y="55"/>
                      <a:pt x="37" y="54"/>
                      <a:pt x="37" y="52"/>
                    </a:cubicBezTo>
                    <a:cubicBezTo>
                      <a:pt x="38" y="46"/>
                      <a:pt x="38" y="39"/>
                      <a:pt x="38" y="33"/>
                    </a:cubicBezTo>
                    <a:cubicBezTo>
                      <a:pt x="38" y="32"/>
                      <a:pt x="38" y="32"/>
                      <a:pt x="37" y="32"/>
                    </a:cubicBezTo>
                    <a:cubicBezTo>
                      <a:pt x="32" y="40"/>
                      <a:pt x="27" y="48"/>
                      <a:pt x="22" y="55"/>
                    </a:cubicBezTo>
                    <a:cubicBezTo>
                      <a:pt x="22" y="56"/>
                      <a:pt x="22" y="56"/>
                      <a:pt x="23" y="57"/>
                    </a:cubicBezTo>
                    <a:cubicBezTo>
                      <a:pt x="20" y="56"/>
                      <a:pt x="17" y="56"/>
                      <a:pt x="14" y="55"/>
                    </a:cubicBezTo>
                    <a:cubicBezTo>
                      <a:pt x="9" y="53"/>
                      <a:pt x="7" y="49"/>
                      <a:pt x="9" y="44"/>
                    </a:cubicBezTo>
                    <a:cubicBezTo>
                      <a:pt x="10" y="42"/>
                      <a:pt x="10" y="39"/>
                      <a:pt x="11" y="36"/>
                    </a:cubicBezTo>
                    <a:cubicBezTo>
                      <a:pt x="13" y="28"/>
                      <a:pt x="18" y="23"/>
                      <a:pt x="26" y="20"/>
                    </a:cubicBezTo>
                    <a:cubicBezTo>
                      <a:pt x="27" y="19"/>
                      <a:pt x="30" y="20"/>
                      <a:pt x="32" y="22"/>
                    </a:cubicBezTo>
                    <a:cubicBezTo>
                      <a:pt x="34" y="23"/>
                      <a:pt x="32" y="25"/>
                      <a:pt x="31" y="27"/>
                    </a:cubicBezTo>
                    <a:cubicBezTo>
                      <a:pt x="29" y="28"/>
                      <a:pt x="29" y="31"/>
                      <a:pt x="28" y="33"/>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1" name="Freeform 6">
                <a:extLst>
                  <a:ext uri="{FF2B5EF4-FFF2-40B4-BE49-F238E27FC236}">
                    <a16:creationId xmlns:a16="http://schemas.microsoft.com/office/drawing/2014/main" id="{CC1FA68D-3307-481A-8E89-D3CB2E8693F4}"/>
                  </a:ext>
                </a:extLst>
              </p:cNvPr>
              <p:cNvSpPr>
                <a:spLocks/>
              </p:cNvSpPr>
              <p:nvPr/>
            </p:nvSpPr>
            <p:spPr bwMode="auto">
              <a:xfrm>
                <a:off x="12756799" y="2388393"/>
                <a:ext cx="307975" cy="463550"/>
              </a:xfrm>
              <a:custGeom>
                <a:avLst/>
                <a:gdLst>
                  <a:gd name="T0" fmla="*/ 33 w 72"/>
                  <a:gd name="T1" fmla="*/ 76 h 109"/>
                  <a:gd name="T2" fmla="*/ 44 w 72"/>
                  <a:gd name="T3" fmla="*/ 73 h 109"/>
                  <a:gd name="T4" fmla="*/ 59 w 72"/>
                  <a:gd name="T5" fmla="*/ 71 h 109"/>
                  <a:gd name="T6" fmla="*/ 69 w 72"/>
                  <a:gd name="T7" fmla="*/ 92 h 109"/>
                  <a:gd name="T8" fmla="*/ 66 w 72"/>
                  <a:gd name="T9" fmla="*/ 94 h 109"/>
                  <a:gd name="T10" fmla="*/ 49 w 72"/>
                  <a:gd name="T11" fmla="*/ 96 h 109"/>
                  <a:gd name="T12" fmla="*/ 28 w 72"/>
                  <a:gd name="T13" fmla="*/ 106 h 109"/>
                  <a:gd name="T14" fmla="*/ 16 w 72"/>
                  <a:gd name="T15" fmla="*/ 106 h 109"/>
                  <a:gd name="T16" fmla="*/ 1 w 72"/>
                  <a:gd name="T17" fmla="*/ 80 h 109"/>
                  <a:gd name="T18" fmla="*/ 2 w 72"/>
                  <a:gd name="T19" fmla="*/ 74 h 109"/>
                  <a:gd name="T20" fmla="*/ 23 w 72"/>
                  <a:gd name="T21" fmla="*/ 31 h 109"/>
                  <a:gd name="T22" fmla="*/ 22 w 72"/>
                  <a:gd name="T23" fmla="*/ 26 h 109"/>
                  <a:gd name="T24" fmla="*/ 12 w 72"/>
                  <a:gd name="T25" fmla="*/ 16 h 109"/>
                  <a:gd name="T26" fmla="*/ 15 w 72"/>
                  <a:gd name="T27" fmla="*/ 10 h 109"/>
                  <a:gd name="T28" fmla="*/ 32 w 72"/>
                  <a:gd name="T29" fmla="*/ 5 h 109"/>
                  <a:gd name="T30" fmla="*/ 60 w 72"/>
                  <a:gd name="T31" fmla="*/ 18 h 109"/>
                  <a:gd name="T32" fmla="*/ 59 w 72"/>
                  <a:gd name="T33" fmla="*/ 26 h 109"/>
                  <a:gd name="T34" fmla="*/ 52 w 72"/>
                  <a:gd name="T35" fmla="*/ 36 h 109"/>
                  <a:gd name="T36" fmla="*/ 34 w 72"/>
                  <a:gd name="T37" fmla="*/ 72 h 109"/>
                  <a:gd name="T38" fmla="*/ 33 w 72"/>
                  <a:gd name="T39" fmla="*/ 76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2" h="109">
                    <a:moveTo>
                      <a:pt x="33" y="76"/>
                    </a:moveTo>
                    <a:cubicBezTo>
                      <a:pt x="37" y="74"/>
                      <a:pt x="40" y="73"/>
                      <a:pt x="44" y="73"/>
                    </a:cubicBezTo>
                    <a:cubicBezTo>
                      <a:pt x="49" y="72"/>
                      <a:pt x="54" y="71"/>
                      <a:pt x="59" y="71"/>
                    </a:cubicBezTo>
                    <a:cubicBezTo>
                      <a:pt x="66" y="72"/>
                      <a:pt x="72" y="85"/>
                      <a:pt x="69" y="92"/>
                    </a:cubicBezTo>
                    <a:cubicBezTo>
                      <a:pt x="68" y="93"/>
                      <a:pt x="67" y="94"/>
                      <a:pt x="66" y="94"/>
                    </a:cubicBezTo>
                    <a:cubicBezTo>
                      <a:pt x="60" y="95"/>
                      <a:pt x="54" y="94"/>
                      <a:pt x="49" y="96"/>
                    </a:cubicBezTo>
                    <a:cubicBezTo>
                      <a:pt x="42" y="99"/>
                      <a:pt x="35" y="102"/>
                      <a:pt x="28" y="106"/>
                    </a:cubicBezTo>
                    <a:cubicBezTo>
                      <a:pt x="24" y="108"/>
                      <a:pt x="21" y="109"/>
                      <a:pt x="16" y="106"/>
                    </a:cubicBezTo>
                    <a:cubicBezTo>
                      <a:pt x="7" y="100"/>
                      <a:pt x="3" y="90"/>
                      <a:pt x="1" y="80"/>
                    </a:cubicBezTo>
                    <a:cubicBezTo>
                      <a:pt x="0" y="78"/>
                      <a:pt x="1" y="76"/>
                      <a:pt x="2" y="74"/>
                    </a:cubicBezTo>
                    <a:cubicBezTo>
                      <a:pt x="9" y="60"/>
                      <a:pt x="16" y="45"/>
                      <a:pt x="23" y="31"/>
                    </a:cubicBezTo>
                    <a:cubicBezTo>
                      <a:pt x="23" y="30"/>
                      <a:pt x="23" y="28"/>
                      <a:pt x="22" y="26"/>
                    </a:cubicBezTo>
                    <a:cubicBezTo>
                      <a:pt x="19" y="23"/>
                      <a:pt x="15" y="20"/>
                      <a:pt x="12" y="16"/>
                    </a:cubicBezTo>
                    <a:cubicBezTo>
                      <a:pt x="10" y="13"/>
                      <a:pt x="11" y="11"/>
                      <a:pt x="15" y="10"/>
                    </a:cubicBezTo>
                    <a:cubicBezTo>
                      <a:pt x="21" y="9"/>
                      <a:pt x="26" y="7"/>
                      <a:pt x="32" y="5"/>
                    </a:cubicBezTo>
                    <a:cubicBezTo>
                      <a:pt x="44" y="0"/>
                      <a:pt x="57" y="6"/>
                      <a:pt x="60" y="18"/>
                    </a:cubicBezTo>
                    <a:cubicBezTo>
                      <a:pt x="61" y="21"/>
                      <a:pt x="60" y="24"/>
                      <a:pt x="59" y="26"/>
                    </a:cubicBezTo>
                    <a:cubicBezTo>
                      <a:pt x="57" y="29"/>
                      <a:pt x="54" y="33"/>
                      <a:pt x="52" y="36"/>
                    </a:cubicBezTo>
                    <a:cubicBezTo>
                      <a:pt x="46" y="48"/>
                      <a:pt x="40" y="60"/>
                      <a:pt x="34" y="72"/>
                    </a:cubicBezTo>
                    <a:cubicBezTo>
                      <a:pt x="34" y="72"/>
                      <a:pt x="34" y="74"/>
                      <a:pt x="33" y="76"/>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grpSp>
            <p:nvGrpSpPr>
              <p:cNvPr id="32" name="组合 31">
                <a:extLst>
                  <a:ext uri="{FF2B5EF4-FFF2-40B4-BE49-F238E27FC236}">
                    <a16:creationId xmlns:a16="http://schemas.microsoft.com/office/drawing/2014/main" id="{C7A6E3E5-9A1F-4E06-9E71-F1D7E5C11C32}"/>
                  </a:ext>
                </a:extLst>
              </p:cNvPr>
              <p:cNvGrpSpPr/>
              <p:nvPr/>
            </p:nvGrpSpPr>
            <p:grpSpPr>
              <a:xfrm>
                <a:off x="10340336" y="2247899"/>
                <a:ext cx="547688" cy="679451"/>
                <a:chOff x="5548313" y="2084388"/>
                <a:chExt cx="547688" cy="679451"/>
              </a:xfrm>
              <a:grpFill/>
            </p:grpSpPr>
            <p:sp>
              <p:nvSpPr>
                <p:cNvPr id="37" name="Freeform 7">
                  <a:extLst>
                    <a:ext uri="{FF2B5EF4-FFF2-40B4-BE49-F238E27FC236}">
                      <a16:creationId xmlns:a16="http://schemas.microsoft.com/office/drawing/2014/main" id="{02368C72-9CA0-44B0-93EC-F396645A3423}"/>
                    </a:ext>
                  </a:extLst>
                </p:cNvPr>
                <p:cNvSpPr>
                  <a:spLocks/>
                </p:cNvSpPr>
                <p:nvPr/>
              </p:nvSpPr>
              <p:spPr bwMode="auto">
                <a:xfrm>
                  <a:off x="5548313" y="2084388"/>
                  <a:ext cx="547688" cy="446088"/>
                </a:xfrm>
                <a:custGeom>
                  <a:avLst/>
                  <a:gdLst>
                    <a:gd name="T0" fmla="*/ 101 w 128"/>
                    <a:gd name="T1" fmla="*/ 58 h 105"/>
                    <a:gd name="T2" fmla="*/ 74 w 128"/>
                    <a:gd name="T3" fmla="*/ 56 h 105"/>
                    <a:gd name="T4" fmla="*/ 68 w 128"/>
                    <a:gd name="T5" fmla="*/ 57 h 105"/>
                    <a:gd name="T6" fmla="*/ 51 w 128"/>
                    <a:gd name="T7" fmla="*/ 59 h 105"/>
                    <a:gd name="T8" fmla="*/ 36 w 128"/>
                    <a:gd name="T9" fmla="*/ 65 h 105"/>
                    <a:gd name="T10" fmla="*/ 28 w 128"/>
                    <a:gd name="T11" fmla="*/ 73 h 105"/>
                    <a:gd name="T12" fmla="*/ 16 w 128"/>
                    <a:gd name="T13" fmla="*/ 102 h 105"/>
                    <a:gd name="T14" fmla="*/ 13 w 128"/>
                    <a:gd name="T15" fmla="*/ 104 h 105"/>
                    <a:gd name="T16" fmla="*/ 1 w 128"/>
                    <a:gd name="T17" fmla="*/ 98 h 105"/>
                    <a:gd name="T18" fmla="*/ 0 w 128"/>
                    <a:gd name="T19" fmla="*/ 93 h 105"/>
                    <a:gd name="T20" fmla="*/ 15 w 128"/>
                    <a:gd name="T21" fmla="*/ 60 h 105"/>
                    <a:gd name="T22" fmla="*/ 16 w 128"/>
                    <a:gd name="T23" fmla="*/ 58 h 105"/>
                    <a:gd name="T24" fmla="*/ 20 w 128"/>
                    <a:gd name="T25" fmla="*/ 52 h 105"/>
                    <a:gd name="T26" fmla="*/ 32 w 128"/>
                    <a:gd name="T27" fmla="*/ 54 h 105"/>
                    <a:gd name="T28" fmla="*/ 39 w 128"/>
                    <a:gd name="T29" fmla="*/ 55 h 105"/>
                    <a:gd name="T30" fmla="*/ 72 w 128"/>
                    <a:gd name="T31" fmla="*/ 21 h 105"/>
                    <a:gd name="T32" fmla="*/ 74 w 128"/>
                    <a:gd name="T33" fmla="*/ 16 h 105"/>
                    <a:gd name="T34" fmla="*/ 74 w 128"/>
                    <a:gd name="T35" fmla="*/ 11 h 105"/>
                    <a:gd name="T36" fmla="*/ 71 w 128"/>
                    <a:gd name="T37" fmla="*/ 11 h 105"/>
                    <a:gd name="T38" fmla="*/ 68 w 128"/>
                    <a:gd name="T39" fmla="*/ 15 h 105"/>
                    <a:gd name="T40" fmla="*/ 68 w 128"/>
                    <a:gd name="T41" fmla="*/ 21 h 105"/>
                    <a:gd name="T42" fmla="*/ 59 w 128"/>
                    <a:gd name="T43" fmla="*/ 29 h 105"/>
                    <a:gd name="T44" fmla="*/ 53 w 128"/>
                    <a:gd name="T45" fmla="*/ 27 h 105"/>
                    <a:gd name="T46" fmla="*/ 47 w 128"/>
                    <a:gd name="T47" fmla="*/ 24 h 105"/>
                    <a:gd name="T48" fmla="*/ 47 w 128"/>
                    <a:gd name="T49" fmla="*/ 32 h 105"/>
                    <a:gd name="T50" fmla="*/ 47 w 128"/>
                    <a:gd name="T51" fmla="*/ 34 h 105"/>
                    <a:gd name="T52" fmla="*/ 43 w 128"/>
                    <a:gd name="T53" fmla="*/ 45 h 105"/>
                    <a:gd name="T54" fmla="*/ 31 w 128"/>
                    <a:gd name="T55" fmla="*/ 39 h 105"/>
                    <a:gd name="T56" fmla="*/ 29 w 128"/>
                    <a:gd name="T57" fmla="*/ 23 h 105"/>
                    <a:gd name="T58" fmla="*/ 33 w 128"/>
                    <a:gd name="T59" fmla="*/ 14 h 105"/>
                    <a:gd name="T60" fmla="*/ 36 w 128"/>
                    <a:gd name="T61" fmla="*/ 9 h 105"/>
                    <a:gd name="T62" fmla="*/ 42 w 128"/>
                    <a:gd name="T63" fmla="*/ 13 h 105"/>
                    <a:gd name="T64" fmla="*/ 44 w 128"/>
                    <a:gd name="T65" fmla="*/ 16 h 105"/>
                    <a:gd name="T66" fmla="*/ 57 w 128"/>
                    <a:gd name="T67" fmla="*/ 14 h 105"/>
                    <a:gd name="T68" fmla="*/ 62 w 128"/>
                    <a:gd name="T69" fmla="*/ 11 h 105"/>
                    <a:gd name="T70" fmla="*/ 84 w 128"/>
                    <a:gd name="T71" fmla="*/ 0 h 105"/>
                    <a:gd name="T72" fmla="*/ 96 w 128"/>
                    <a:gd name="T73" fmla="*/ 7 h 105"/>
                    <a:gd name="T74" fmla="*/ 96 w 128"/>
                    <a:gd name="T75" fmla="*/ 20 h 105"/>
                    <a:gd name="T76" fmla="*/ 83 w 128"/>
                    <a:gd name="T77" fmla="*/ 43 h 105"/>
                    <a:gd name="T78" fmla="*/ 94 w 128"/>
                    <a:gd name="T79" fmla="*/ 44 h 105"/>
                    <a:gd name="T80" fmla="*/ 122 w 128"/>
                    <a:gd name="T81" fmla="*/ 59 h 105"/>
                    <a:gd name="T82" fmla="*/ 120 w 128"/>
                    <a:gd name="T83" fmla="*/ 73 h 105"/>
                    <a:gd name="T84" fmla="*/ 98 w 128"/>
                    <a:gd name="T85" fmla="*/ 73 h 105"/>
                    <a:gd name="T86" fmla="*/ 97 w 128"/>
                    <a:gd name="T87" fmla="*/ 66 h 105"/>
                    <a:gd name="T88" fmla="*/ 101 w 128"/>
                    <a:gd name="T89" fmla="*/ 58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8" h="105">
                      <a:moveTo>
                        <a:pt x="101" y="58"/>
                      </a:moveTo>
                      <a:cubicBezTo>
                        <a:pt x="94" y="52"/>
                        <a:pt x="81" y="52"/>
                        <a:pt x="74" y="56"/>
                      </a:cubicBezTo>
                      <a:cubicBezTo>
                        <a:pt x="73" y="57"/>
                        <a:pt x="70" y="58"/>
                        <a:pt x="68" y="57"/>
                      </a:cubicBezTo>
                      <a:cubicBezTo>
                        <a:pt x="62" y="56"/>
                        <a:pt x="57" y="57"/>
                        <a:pt x="51" y="59"/>
                      </a:cubicBezTo>
                      <a:cubicBezTo>
                        <a:pt x="46" y="61"/>
                        <a:pt x="41" y="63"/>
                        <a:pt x="36" y="65"/>
                      </a:cubicBezTo>
                      <a:cubicBezTo>
                        <a:pt x="32" y="67"/>
                        <a:pt x="29" y="69"/>
                        <a:pt x="28" y="73"/>
                      </a:cubicBezTo>
                      <a:cubicBezTo>
                        <a:pt x="24" y="82"/>
                        <a:pt x="20" y="92"/>
                        <a:pt x="16" y="102"/>
                      </a:cubicBezTo>
                      <a:cubicBezTo>
                        <a:pt x="16" y="103"/>
                        <a:pt x="14" y="105"/>
                        <a:pt x="13" y="104"/>
                      </a:cubicBezTo>
                      <a:cubicBezTo>
                        <a:pt x="9" y="103"/>
                        <a:pt x="5" y="100"/>
                        <a:pt x="1" y="98"/>
                      </a:cubicBezTo>
                      <a:cubicBezTo>
                        <a:pt x="0" y="97"/>
                        <a:pt x="0" y="95"/>
                        <a:pt x="0" y="93"/>
                      </a:cubicBezTo>
                      <a:cubicBezTo>
                        <a:pt x="5" y="82"/>
                        <a:pt x="10" y="71"/>
                        <a:pt x="15" y="60"/>
                      </a:cubicBezTo>
                      <a:cubicBezTo>
                        <a:pt x="15" y="59"/>
                        <a:pt x="16" y="59"/>
                        <a:pt x="16" y="58"/>
                      </a:cubicBezTo>
                      <a:cubicBezTo>
                        <a:pt x="18" y="56"/>
                        <a:pt x="19" y="52"/>
                        <a:pt x="20" y="52"/>
                      </a:cubicBezTo>
                      <a:cubicBezTo>
                        <a:pt x="24" y="52"/>
                        <a:pt x="29" y="52"/>
                        <a:pt x="32" y="54"/>
                      </a:cubicBezTo>
                      <a:cubicBezTo>
                        <a:pt x="35" y="55"/>
                        <a:pt x="36" y="56"/>
                        <a:pt x="39" y="55"/>
                      </a:cubicBezTo>
                      <a:cubicBezTo>
                        <a:pt x="57" y="50"/>
                        <a:pt x="66" y="37"/>
                        <a:pt x="72" y="21"/>
                      </a:cubicBezTo>
                      <a:cubicBezTo>
                        <a:pt x="72" y="20"/>
                        <a:pt x="73" y="18"/>
                        <a:pt x="74" y="16"/>
                      </a:cubicBezTo>
                      <a:cubicBezTo>
                        <a:pt x="74" y="14"/>
                        <a:pt x="74" y="13"/>
                        <a:pt x="74" y="11"/>
                      </a:cubicBezTo>
                      <a:cubicBezTo>
                        <a:pt x="74" y="11"/>
                        <a:pt x="72" y="10"/>
                        <a:pt x="71" y="11"/>
                      </a:cubicBezTo>
                      <a:cubicBezTo>
                        <a:pt x="70" y="12"/>
                        <a:pt x="68" y="13"/>
                        <a:pt x="68" y="15"/>
                      </a:cubicBezTo>
                      <a:cubicBezTo>
                        <a:pt x="67" y="17"/>
                        <a:pt x="68" y="19"/>
                        <a:pt x="68" y="21"/>
                      </a:cubicBezTo>
                      <a:cubicBezTo>
                        <a:pt x="69" y="28"/>
                        <a:pt x="68" y="30"/>
                        <a:pt x="59" y="29"/>
                      </a:cubicBezTo>
                      <a:cubicBezTo>
                        <a:pt x="57" y="29"/>
                        <a:pt x="55" y="28"/>
                        <a:pt x="53" y="27"/>
                      </a:cubicBezTo>
                      <a:cubicBezTo>
                        <a:pt x="51" y="26"/>
                        <a:pt x="49" y="25"/>
                        <a:pt x="47" y="24"/>
                      </a:cubicBezTo>
                      <a:cubicBezTo>
                        <a:pt x="47" y="27"/>
                        <a:pt x="47" y="29"/>
                        <a:pt x="47" y="32"/>
                      </a:cubicBezTo>
                      <a:cubicBezTo>
                        <a:pt x="47" y="33"/>
                        <a:pt x="47" y="33"/>
                        <a:pt x="47" y="34"/>
                      </a:cubicBezTo>
                      <a:cubicBezTo>
                        <a:pt x="47" y="38"/>
                        <a:pt x="48" y="43"/>
                        <a:pt x="43" y="45"/>
                      </a:cubicBezTo>
                      <a:cubicBezTo>
                        <a:pt x="39" y="46"/>
                        <a:pt x="34" y="44"/>
                        <a:pt x="31" y="39"/>
                      </a:cubicBezTo>
                      <a:cubicBezTo>
                        <a:pt x="28" y="34"/>
                        <a:pt x="25" y="29"/>
                        <a:pt x="29" y="23"/>
                      </a:cubicBezTo>
                      <a:cubicBezTo>
                        <a:pt x="31" y="20"/>
                        <a:pt x="31" y="17"/>
                        <a:pt x="33" y="14"/>
                      </a:cubicBezTo>
                      <a:cubicBezTo>
                        <a:pt x="34" y="12"/>
                        <a:pt x="35" y="9"/>
                        <a:pt x="36" y="9"/>
                      </a:cubicBezTo>
                      <a:cubicBezTo>
                        <a:pt x="38" y="10"/>
                        <a:pt x="40" y="11"/>
                        <a:pt x="42" y="13"/>
                      </a:cubicBezTo>
                      <a:cubicBezTo>
                        <a:pt x="42" y="13"/>
                        <a:pt x="43" y="15"/>
                        <a:pt x="44" y="16"/>
                      </a:cubicBezTo>
                      <a:cubicBezTo>
                        <a:pt x="48" y="13"/>
                        <a:pt x="52" y="11"/>
                        <a:pt x="57" y="14"/>
                      </a:cubicBezTo>
                      <a:cubicBezTo>
                        <a:pt x="58" y="15"/>
                        <a:pt x="61" y="13"/>
                        <a:pt x="62" y="11"/>
                      </a:cubicBezTo>
                      <a:cubicBezTo>
                        <a:pt x="69" y="5"/>
                        <a:pt x="75" y="0"/>
                        <a:pt x="84" y="0"/>
                      </a:cubicBezTo>
                      <a:cubicBezTo>
                        <a:pt x="89" y="0"/>
                        <a:pt x="93" y="2"/>
                        <a:pt x="96" y="7"/>
                      </a:cubicBezTo>
                      <a:cubicBezTo>
                        <a:pt x="99" y="11"/>
                        <a:pt x="98" y="15"/>
                        <a:pt x="96" y="20"/>
                      </a:cubicBezTo>
                      <a:cubicBezTo>
                        <a:pt x="91" y="27"/>
                        <a:pt x="87" y="35"/>
                        <a:pt x="83" y="43"/>
                      </a:cubicBezTo>
                      <a:cubicBezTo>
                        <a:pt x="88" y="43"/>
                        <a:pt x="91" y="44"/>
                        <a:pt x="94" y="44"/>
                      </a:cubicBezTo>
                      <a:cubicBezTo>
                        <a:pt x="105" y="46"/>
                        <a:pt x="115" y="50"/>
                        <a:pt x="122" y="59"/>
                      </a:cubicBezTo>
                      <a:cubicBezTo>
                        <a:pt x="128" y="65"/>
                        <a:pt x="127" y="68"/>
                        <a:pt x="120" y="73"/>
                      </a:cubicBezTo>
                      <a:cubicBezTo>
                        <a:pt x="113" y="77"/>
                        <a:pt x="105" y="77"/>
                        <a:pt x="98" y="73"/>
                      </a:cubicBezTo>
                      <a:cubicBezTo>
                        <a:pt x="95" y="71"/>
                        <a:pt x="95" y="69"/>
                        <a:pt x="97" y="66"/>
                      </a:cubicBezTo>
                      <a:cubicBezTo>
                        <a:pt x="98" y="64"/>
                        <a:pt x="100" y="61"/>
                        <a:pt x="101" y="5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8" name="Freeform 8">
                  <a:extLst>
                    <a:ext uri="{FF2B5EF4-FFF2-40B4-BE49-F238E27FC236}">
                      <a16:creationId xmlns:a16="http://schemas.microsoft.com/office/drawing/2014/main" id="{68AB8704-3F31-41E0-B209-31D0A83BAA2E}"/>
                    </a:ext>
                  </a:extLst>
                </p:cNvPr>
                <p:cNvSpPr>
                  <a:spLocks/>
                </p:cNvSpPr>
                <p:nvPr/>
              </p:nvSpPr>
              <p:spPr bwMode="auto">
                <a:xfrm>
                  <a:off x="5664200" y="2355851"/>
                  <a:ext cx="341313" cy="407988"/>
                </a:xfrm>
                <a:custGeom>
                  <a:avLst/>
                  <a:gdLst>
                    <a:gd name="T0" fmla="*/ 46 w 80"/>
                    <a:gd name="T1" fmla="*/ 29 h 96"/>
                    <a:gd name="T2" fmla="*/ 65 w 80"/>
                    <a:gd name="T3" fmla="*/ 29 h 96"/>
                    <a:gd name="T4" fmla="*/ 79 w 80"/>
                    <a:gd name="T5" fmla="*/ 41 h 96"/>
                    <a:gd name="T6" fmla="*/ 74 w 80"/>
                    <a:gd name="T7" fmla="*/ 43 h 96"/>
                    <a:gd name="T8" fmla="*/ 60 w 80"/>
                    <a:gd name="T9" fmla="*/ 43 h 96"/>
                    <a:gd name="T10" fmla="*/ 52 w 80"/>
                    <a:gd name="T11" fmla="*/ 50 h 96"/>
                    <a:gd name="T12" fmla="*/ 49 w 80"/>
                    <a:gd name="T13" fmla="*/ 87 h 96"/>
                    <a:gd name="T14" fmla="*/ 37 w 80"/>
                    <a:gd name="T15" fmla="*/ 95 h 96"/>
                    <a:gd name="T16" fmla="*/ 21 w 80"/>
                    <a:gd name="T17" fmla="*/ 68 h 96"/>
                    <a:gd name="T18" fmla="*/ 22 w 80"/>
                    <a:gd name="T19" fmla="*/ 62 h 96"/>
                    <a:gd name="T20" fmla="*/ 30 w 80"/>
                    <a:gd name="T21" fmla="*/ 72 h 96"/>
                    <a:gd name="T22" fmla="*/ 40 w 80"/>
                    <a:gd name="T23" fmla="*/ 70 h 96"/>
                    <a:gd name="T24" fmla="*/ 43 w 80"/>
                    <a:gd name="T25" fmla="*/ 46 h 96"/>
                    <a:gd name="T26" fmla="*/ 24 w 80"/>
                    <a:gd name="T27" fmla="*/ 52 h 96"/>
                    <a:gd name="T28" fmla="*/ 19 w 80"/>
                    <a:gd name="T29" fmla="*/ 54 h 96"/>
                    <a:gd name="T30" fmla="*/ 6 w 80"/>
                    <a:gd name="T31" fmla="*/ 54 h 96"/>
                    <a:gd name="T32" fmla="*/ 2 w 80"/>
                    <a:gd name="T33" fmla="*/ 40 h 96"/>
                    <a:gd name="T34" fmla="*/ 6 w 80"/>
                    <a:gd name="T35" fmla="*/ 37 h 96"/>
                    <a:gd name="T36" fmla="*/ 28 w 80"/>
                    <a:gd name="T37" fmla="*/ 33 h 96"/>
                    <a:gd name="T38" fmla="*/ 33 w 80"/>
                    <a:gd name="T39" fmla="*/ 32 h 96"/>
                    <a:gd name="T40" fmla="*/ 36 w 80"/>
                    <a:gd name="T41" fmla="*/ 22 h 96"/>
                    <a:gd name="T42" fmla="*/ 46 w 80"/>
                    <a:gd name="T43" fmla="*/ 12 h 96"/>
                    <a:gd name="T44" fmla="*/ 45 w 80"/>
                    <a:gd name="T45" fmla="*/ 10 h 96"/>
                    <a:gd name="T46" fmla="*/ 26 w 80"/>
                    <a:gd name="T47" fmla="*/ 17 h 96"/>
                    <a:gd name="T48" fmla="*/ 15 w 80"/>
                    <a:gd name="T49" fmla="*/ 24 h 96"/>
                    <a:gd name="T50" fmla="*/ 5 w 80"/>
                    <a:gd name="T51" fmla="*/ 22 h 96"/>
                    <a:gd name="T52" fmla="*/ 1 w 80"/>
                    <a:gd name="T53" fmla="*/ 17 h 96"/>
                    <a:gd name="T54" fmla="*/ 36 w 80"/>
                    <a:gd name="T55" fmla="*/ 2 h 96"/>
                    <a:gd name="T56" fmla="*/ 55 w 80"/>
                    <a:gd name="T57" fmla="*/ 0 h 96"/>
                    <a:gd name="T58" fmla="*/ 61 w 80"/>
                    <a:gd name="T59" fmla="*/ 6 h 96"/>
                    <a:gd name="T60" fmla="*/ 59 w 80"/>
                    <a:gd name="T61" fmla="*/ 13 h 96"/>
                    <a:gd name="T62" fmla="*/ 46 w 80"/>
                    <a:gd name="T63" fmla="*/ 29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 h="96">
                      <a:moveTo>
                        <a:pt x="46" y="29"/>
                      </a:moveTo>
                      <a:cubicBezTo>
                        <a:pt x="53" y="30"/>
                        <a:pt x="59" y="31"/>
                        <a:pt x="65" y="29"/>
                      </a:cubicBezTo>
                      <a:cubicBezTo>
                        <a:pt x="71" y="27"/>
                        <a:pt x="80" y="34"/>
                        <a:pt x="79" y="41"/>
                      </a:cubicBezTo>
                      <a:cubicBezTo>
                        <a:pt x="79" y="42"/>
                        <a:pt x="76" y="43"/>
                        <a:pt x="74" y="43"/>
                      </a:cubicBezTo>
                      <a:cubicBezTo>
                        <a:pt x="70" y="43"/>
                        <a:pt x="65" y="43"/>
                        <a:pt x="60" y="43"/>
                      </a:cubicBezTo>
                      <a:cubicBezTo>
                        <a:pt x="53" y="42"/>
                        <a:pt x="52" y="44"/>
                        <a:pt x="52" y="50"/>
                      </a:cubicBezTo>
                      <a:cubicBezTo>
                        <a:pt x="51" y="62"/>
                        <a:pt x="51" y="75"/>
                        <a:pt x="49" y="87"/>
                      </a:cubicBezTo>
                      <a:cubicBezTo>
                        <a:pt x="48" y="95"/>
                        <a:pt x="45" y="96"/>
                        <a:pt x="37" y="95"/>
                      </a:cubicBezTo>
                      <a:cubicBezTo>
                        <a:pt x="25" y="92"/>
                        <a:pt x="15" y="82"/>
                        <a:pt x="21" y="68"/>
                      </a:cubicBezTo>
                      <a:cubicBezTo>
                        <a:pt x="21" y="66"/>
                        <a:pt x="21" y="64"/>
                        <a:pt x="22" y="62"/>
                      </a:cubicBezTo>
                      <a:cubicBezTo>
                        <a:pt x="24" y="65"/>
                        <a:pt x="27" y="69"/>
                        <a:pt x="30" y="72"/>
                      </a:cubicBezTo>
                      <a:cubicBezTo>
                        <a:pt x="33" y="76"/>
                        <a:pt x="39" y="75"/>
                        <a:pt x="40" y="70"/>
                      </a:cubicBezTo>
                      <a:cubicBezTo>
                        <a:pt x="41" y="62"/>
                        <a:pt x="42" y="54"/>
                        <a:pt x="43" y="46"/>
                      </a:cubicBezTo>
                      <a:cubicBezTo>
                        <a:pt x="35" y="45"/>
                        <a:pt x="30" y="49"/>
                        <a:pt x="24" y="52"/>
                      </a:cubicBezTo>
                      <a:cubicBezTo>
                        <a:pt x="22" y="52"/>
                        <a:pt x="21" y="54"/>
                        <a:pt x="19" y="54"/>
                      </a:cubicBezTo>
                      <a:cubicBezTo>
                        <a:pt x="14" y="58"/>
                        <a:pt x="11" y="57"/>
                        <a:pt x="6" y="54"/>
                      </a:cubicBezTo>
                      <a:cubicBezTo>
                        <a:pt x="3" y="51"/>
                        <a:pt x="0" y="44"/>
                        <a:pt x="2" y="40"/>
                      </a:cubicBezTo>
                      <a:cubicBezTo>
                        <a:pt x="2" y="39"/>
                        <a:pt x="5" y="37"/>
                        <a:pt x="6" y="37"/>
                      </a:cubicBezTo>
                      <a:cubicBezTo>
                        <a:pt x="14" y="39"/>
                        <a:pt x="20" y="35"/>
                        <a:pt x="28" y="33"/>
                      </a:cubicBezTo>
                      <a:cubicBezTo>
                        <a:pt x="29" y="33"/>
                        <a:pt x="31" y="32"/>
                        <a:pt x="33" y="32"/>
                      </a:cubicBezTo>
                      <a:cubicBezTo>
                        <a:pt x="31" y="27"/>
                        <a:pt x="31" y="24"/>
                        <a:pt x="36" y="22"/>
                      </a:cubicBezTo>
                      <a:cubicBezTo>
                        <a:pt x="39" y="19"/>
                        <a:pt x="42" y="15"/>
                        <a:pt x="46" y="12"/>
                      </a:cubicBezTo>
                      <a:cubicBezTo>
                        <a:pt x="45" y="11"/>
                        <a:pt x="45" y="11"/>
                        <a:pt x="45" y="10"/>
                      </a:cubicBezTo>
                      <a:cubicBezTo>
                        <a:pt x="38" y="13"/>
                        <a:pt x="32" y="15"/>
                        <a:pt x="26" y="17"/>
                      </a:cubicBezTo>
                      <a:cubicBezTo>
                        <a:pt x="22" y="19"/>
                        <a:pt x="18" y="22"/>
                        <a:pt x="15" y="24"/>
                      </a:cubicBezTo>
                      <a:cubicBezTo>
                        <a:pt x="11" y="26"/>
                        <a:pt x="7" y="27"/>
                        <a:pt x="5" y="22"/>
                      </a:cubicBezTo>
                      <a:cubicBezTo>
                        <a:pt x="4" y="20"/>
                        <a:pt x="3" y="19"/>
                        <a:pt x="1" y="17"/>
                      </a:cubicBezTo>
                      <a:cubicBezTo>
                        <a:pt x="13" y="12"/>
                        <a:pt x="25" y="6"/>
                        <a:pt x="36" y="2"/>
                      </a:cubicBezTo>
                      <a:cubicBezTo>
                        <a:pt x="42" y="0"/>
                        <a:pt x="49" y="0"/>
                        <a:pt x="55" y="0"/>
                      </a:cubicBezTo>
                      <a:cubicBezTo>
                        <a:pt x="57" y="0"/>
                        <a:pt x="60" y="4"/>
                        <a:pt x="61" y="6"/>
                      </a:cubicBezTo>
                      <a:cubicBezTo>
                        <a:pt x="62" y="8"/>
                        <a:pt x="61" y="11"/>
                        <a:pt x="59" y="13"/>
                      </a:cubicBezTo>
                      <a:cubicBezTo>
                        <a:pt x="55" y="18"/>
                        <a:pt x="51" y="23"/>
                        <a:pt x="46"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33" name="组合 32">
                <a:extLst>
                  <a:ext uri="{FF2B5EF4-FFF2-40B4-BE49-F238E27FC236}">
                    <a16:creationId xmlns:a16="http://schemas.microsoft.com/office/drawing/2014/main" id="{B92E7EB9-3312-4310-B5FA-50F0FA6CFB99}"/>
                  </a:ext>
                </a:extLst>
              </p:cNvPr>
              <p:cNvGrpSpPr/>
              <p:nvPr/>
            </p:nvGrpSpPr>
            <p:grpSpPr>
              <a:xfrm>
                <a:off x="11192276" y="2400300"/>
                <a:ext cx="322175" cy="373063"/>
                <a:chOff x="3792874" y="3138488"/>
                <a:chExt cx="322175" cy="373063"/>
              </a:xfrm>
              <a:grpFill/>
            </p:grpSpPr>
            <p:sp>
              <p:nvSpPr>
                <p:cNvPr id="34" name="Freeform 15">
                  <a:extLst>
                    <a:ext uri="{FF2B5EF4-FFF2-40B4-BE49-F238E27FC236}">
                      <a16:creationId xmlns:a16="http://schemas.microsoft.com/office/drawing/2014/main" id="{4A24723D-38DD-4916-B1AF-76A903317407}"/>
                    </a:ext>
                  </a:extLst>
                </p:cNvPr>
                <p:cNvSpPr>
                  <a:spLocks/>
                </p:cNvSpPr>
                <p:nvPr/>
              </p:nvSpPr>
              <p:spPr bwMode="auto">
                <a:xfrm>
                  <a:off x="3792874" y="3235325"/>
                  <a:ext cx="112625" cy="246063"/>
                </a:xfrm>
                <a:custGeom>
                  <a:avLst/>
                  <a:gdLst>
                    <a:gd name="T0" fmla="*/ 16 w 39"/>
                    <a:gd name="T1" fmla="*/ 29 h 58"/>
                    <a:gd name="T2" fmla="*/ 27 w 39"/>
                    <a:gd name="T3" fmla="*/ 7 h 58"/>
                    <a:gd name="T4" fmla="*/ 31 w 39"/>
                    <a:gd name="T5" fmla="*/ 1 h 58"/>
                    <a:gd name="T6" fmla="*/ 34 w 39"/>
                    <a:gd name="T7" fmla="*/ 6 h 58"/>
                    <a:gd name="T8" fmla="*/ 35 w 39"/>
                    <a:gd name="T9" fmla="*/ 26 h 58"/>
                    <a:gd name="T10" fmla="*/ 20 w 39"/>
                    <a:gd name="T11" fmla="*/ 52 h 58"/>
                    <a:gd name="T12" fmla="*/ 9 w 39"/>
                    <a:gd name="T13" fmla="*/ 57 h 58"/>
                    <a:gd name="T14" fmla="*/ 1 w 39"/>
                    <a:gd name="T15" fmla="*/ 43 h 58"/>
                    <a:gd name="T16" fmla="*/ 4 w 39"/>
                    <a:gd name="T17" fmla="*/ 6 h 58"/>
                    <a:gd name="T18" fmla="*/ 8 w 39"/>
                    <a:gd name="T19" fmla="*/ 0 h 58"/>
                    <a:gd name="T20" fmla="*/ 15 w 39"/>
                    <a:gd name="T21" fmla="*/ 6 h 58"/>
                    <a:gd name="T22" fmla="*/ 14 w 39"/>
                    <a:gd name="T23" fmla="*/ 20 h 58"/>
                    <a:gd name="T24" fmla="*/ 14 w 39"/>
                    <a:gd name="T25" fmla="*/ 28 h 58"/>
                    <a:gd name="T26" fmla="*/ 16 w 39"/>
                    <a:gd name="T27" fmla="*/ 29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9" h="58">
                      <a:moveTo>
                        <a:pt x="16" y="29"/>
                      </a:moveTo>
                      <a:cubicBezTo>
                        <a:pt x="19" y="21"/>
                        <a:pt x="23" y="14"/>
                        <a:pt x="27" y="7"/>
                      </a:cubicBezTo>
                      <a:cubicBezTo>
                        <a:pt x="28" y="5"/>
                        <a:pt x="29" y="3"/>
                        <a:pt x="31" y="1"/>
                      </a:cubicBezTo>
                      <a:cubicBezTo>
                        <a:pt x="32" y="3"/>
                        <a:pt x="33" y="4"/>
                        <a:pt x="34" y="6"/>
                      </a:cubicBezTo>
                      <a:cubicBezTo>
                        <a:pt x="37" y="12"/>
                        <a:pt x="39" y="19"/>
                        <a:pt x="35" y="26"/>
                      </a:cubicBezTo>
                      <a:cubicBezTo>
                        <a:pt x="30" y="34"/>
                        <a:pt x="25" y="43"/>
                        <a:pt x="20" y="52"/>
                      </a:cubicBezTo>
                      <a:cubicBezTo>
                        <a:pt x="18" y="56"/>
                        <a:pt x="12" y="58"/>
                        <a:pt x="9" y="57"/>
                      </a:cubicBezTo>
                      <a:cubicBezTo>
                        <a:pt x="2" y="54"/>
                        <a:pt x="0" y="50"/>
                        <a:pt x="1" y="43"/>
                      </a:cubicBezTo>
                      <a:cubicBezTo>
                        <a:pt x="2" y="31"/>
                        <a:pt x="3" y="18"/>
                        <a:pt x="4" y="6"/>
                      </a:cubicBezTo>
                      <a:cubicBezTo>
                        <a:pt x="4" y="4"/>
                        <a:pt x="4" y="0"/>
                        <a:pt x="8" y="0"/>
                      </a:cubicBezTo>
                      <a:cubicBezTo>
                        <a:pt x="11" y="0"/>
                        <a:pt x="15" y="1"/>
                        <a:pt x="15" y="6"/>
                      </a:cubicBezTo>
                      <a:cubicBezTo>
                        <a:pt x="15" y="10"/>
                        <a:pt x="14" y="15"/>
                        <a:pt x="14" y="20"/>
                      </a:cubicBezTo>
                      <a:cubicBezTo>
                        <a:pt x="14" y="23"/>
                        <a:pt x="14" y="25"/>
                        <a:pt x="14" y="28"/>
                      </a:cubicBezTo>
                      <a:cubicBezTo>
                        <a:pt x="14" y="28"/>
                        <a:pt x="15" y="28"/>
                        <a:pt x="16"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5" name="Freeform 16">
                  <a:extLst>
                    <a:ext uri="{FF2B5EF4-FFF2-40B4-BE49-F238E27FC236}">
                      <a16:creationId xmlns:a16="http://schemas.microsoft.com/office/drawing/2014/main" id="{FB4C6AFE-87EF-4FB7-829C-F7529116EE44}"/>
                    </a:ext>
                  </a:extLst>
                </p:cNvPr>
                <p:cNvSpPr>
                  <a:spLocks/>
                </p:cNvSpPr>
                <p:nvPr/>
              </p:nvSpPr>
              <p:spPr bwMode="auto">
                <a:xfrm>
                  <a:off x="3980111" y="3138488"/>
                  <a:ext cx="134938" cy="373063"/>
                </a:xfrm>
                <a:custGeom>
                  <a:avLst/>
                  <a:gdLst>
                    <a:gd name="T0" fmla="*/ 9 w 47"/>
                    <a:gd name="T1" fmla="*/ 73 h 88"/>
                    <a:gd name="T2" fmla="*/ 3 w 47"/>
                    <a:gd name="T3" fmla="*/ 67 h 88"/>
                    <a:gd name="T4" fmla="*/ 3 w 47"/>
                    <a:gd name="T5" fmla="*/ 57 h 88"/>
                    <a:gd name="T6" fmla="*/ 20 w 47"/>
                    <a:gd name="T7" fmla="*/ 38 h 88"/>
                    <a:gd name="T8" fmla="*/ 33 w 47"/>
                    <a:gd name="T9" fmla="*/ 20 h 88"/>
                    <a:gd name="T10" fmla="*/ 33 w 47"/>
                    <a:gd name="T11" fmla="*/ 4 h 88"/>
                    <a:gd name="T12" fmla="*/ 32 w 47"/>
                    <a:gd name="T13" fmla="*/ 1 h 88"/>
                    <a:gd name="T14" fmla="*/ 33 w 47"/>
                    <a:gd name="T15" fmla="*/ 0 h 88"/>
                    <a:gd name="T16" fmla="*/ 41 w 47"/>
                    <a:gd name="T17" fmla="*/ 6 h 88"/>
                    <a:gd name="T18" fmla="*/ 43 w 47"/>
                    <a:gd name="T19" fmla="*/ 26 h 88"/>
                    <a:gd name="T20" fmla="*/ 29 w 47"/>
                    <a:gd name="T21" fmla="*/ 48 h 88"/>
                    <a:gd name="T22" fmla="*/ 30 w 47"/>
                    <a:gd name="T23" fmla="*/ 52 h 88"/>
                    <a:gd name="T24" fmla="*/ 40 w 47"/>
                    <a:gd name="T25" fmla="*/ 73 h 88"/>
                    <a:gd name="T26" fmla="*/ 41 w 47"/>
                    <a:gd name="T27" fmla="*/ 84 h 88"/>
                    <a:gd name="T28" fmla="*/ 37 w 47"/>
                    <a:gd name="T29" fmla="*/ 86 h 88"/>
                    <a:gd name="T30" fmla="*/ 31 w 47"/>
                    <a:gd name="T31" fmla="*/ 75 h 88"/>
                    <a:gd name="T32" fmla="*/ 28 w 47"/>
                    <a:gd name="T33" fmla="*/ 60 h 88"/>
                    <a:gd name="T34" fmla="*/ 22 w 47"/>
                    <a:gd name="T35" fmla="*/ 59 h 88"/>
                    <a:gd name="T36" fmla="*/ 9 w 47"/>
                    <a:gd name="T37" fmla="*/ 73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7" h="88">
                      <a:moveTo>
                        <a:pt x="9" y="73"/>
                      </a:moveTo>
                      <a:cubicBezTo>
                        <a:pt x="7" y="71"/>
                        <a:pt x="5" y="69"/>
                        <a:pt x="3" y="67"/>
                      </a:cubicBezTo>
                      <a:cubicBezTo>
                        <a:pt x="1" y="64"/>
                        <a:pt x="0" y="61"/>
                        <a:pt x="3" y="57"/>
                      </a:cubicBezTo>
                      <a:cubicBezTo>
                        <a:pt x="9" y="51"/>
                        <a:pt x="14" y="45"/>
                        <a:pt x="20" y="38"/>
                      </a:cubicBezTo>
                      <a:cubicBezTo>
                        <a:pt x="24" y="32"/>
                        <a:pt x="28" y="26"/>
                        <a:pt x="33" y="20"/>
                      </a:cubicBezTo>
                      <a:cubicBezTo>
                        <a:pt x="36" y="15"/>
                        <a:pt x="36" y="9"/>
                        <a:pt x="33" y="4"/>
                      </a:cubicBezTo>
                      <a:cubicBezTo>
                        <a:pt x="32" y="3"/>
                        <a:pt x="32" y="2"/>
                        <a:pt x="32" y="1"/>
                      </a:cubicBezTo>
                      <a:cubicBezTo>
                        <a:pt x="32" y="1"/>
                        <a:pt x="33" y="0"/>
                        <a:pt x="33" y="0"/>
                      </a:cubicBezTo>
                      <a:cubicBezTo>
                        <a:pt x="36" y="2"/>
                        <a:pt x="39" y="4"/>
                        <a:pt x="41" y="6"/>
                      </a:cubicBezTo>
                      <a:cubicBezTo>
                        <a:pt x="46" y="11"/>
                        <a:pt x="47" y="20"/>
                        <a:pt x="43" y="26"/>
                      </a:cubicBezTo>
                      <a:cubicBezTo>
                        <a:pt x="39" y="33"/>
                        <a:pt x="34" y="40"/>
                        <a:pt x="29" y="48"/>
                      </a:cubicBezTo>
                      <a:cubicBezTo>
                        <a:pt x="29" y="49"/>
                        <a:pt x="29" y="52"/>
                        <a:pt x="30" y="52"/>
                      </a:cubicBezTo>
                      <a:cubicBezTo>
                        <a:pt x="38" y="57"/>
                        <a:pt x="38" y="65"/>
                        <a:pt x="40" y="73"/>
                      </a:cubicBezTo>
                      <a:cubicBezTo>
                        <a:pt x="41" y="76"/>
                        <a:pt x="41" y="80"/>
                        <a:pt x="41" y="84"/>
                      </a:cubicBezTo>
                      <a:cubicBezTo>
                        <a:pt x="41" y="87"/>
                        <a:pt x="39" y="88"/>
                        <a:pt x="37" y="86"/>
                      </a:cubicBezTo>
                      <a:cubicBezTo>
                        <a:pt x="33" y="83"/>
                        <a:pt x="31" y="81"/>
                        <a:pt x="31" y="75"/>
                      </a:cubicBezTo>
                      <a:cubicBezTo>
                        <a:pt x="31" y="70"/>
                        <a:pt x="30" y="65"/>
                        <a:pt x="28" y="60"/>
                      </a:cubicBezTo>
                      <a:cubicBezTo>
                        <a:pt x="27" y="55"/>
                        <a:pt x="25" y="56"/>
                        <a:pt x="22" y="59"/>
                      </a:cubicBezTo>
                      <a:cubicBezTo>
                        <a:pt x="18" y="64"/>
                        <a:pt x="14" y="68"/>
                        <a:pt x="9"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6" name="Freeform 17">
                  <a:extLst>
                    <a:ext uri="{FF2B5EF4-FFF2-40B4-BE49-F238E27FC236}">
                      <a16:creationId xmlns:a16="http://schemas.microsoft.com/office/drawing/2014/main" id="{7BBE01C1-D3BA-489E-BE5E-C63059DA7AF9}"/>
                    </a:ext>
                  </a:extLst>
                </p:cNvPr>
                <p:cNvSpPr>
                  <a:spLocks/>
                </p:cNvSpPr>
                <p:nvPr/>
              </p:nvSpPr>
              <p:spPr bwMode="auto">
                <a:xfrm>
                  <a:off x="3872924" y="3138488"/>
                  <a:ext cx="75438" cy="79375"/>
                </a:xfrm>
                <a:custGeom>
                  <a:avLst/>
                  <a:gdLst>
                    <a:gd name="T0" fmla="*/ 0 w 26"/>
                    <a:gd name="T1" fmla="*/ 0 h 19"/>
                    <a:gd name="T2" fmla="*/ 20 w 26"/>
                    <a:gd name="T3" fmla="*/ 1 h 19"/>
                    <a:gd name="T4" fmla="*/ 23 w 26"/>
                    <a:gd name="T5" fmla="*/ 12 h 19"/>
                    <a:gd name="T6" fmla="*/ 12 w 26"/>
                    <a:gd name="T7" fmla="*/ 18 h 19"/>
                    <a:gd name="T8" fmla="*/ 3 w 26"/>
                    <a:gd name="T9" fmla="*/ 11 h 19"/>
                    <a:gd name="T10" fmla="*/ 0 w 26"/>
                    <a:gd name="T11" fmla="*/ 0 h 19"/>
                  </a:gdLst>
                  <a:ahLst/>
                  <a:cxnLst>
                    <a:cxn ang="0">
                      <a:pos x="T0" y="T1"/>
                    </a:cxn>
                    <a:cxn ang="0">
                      <a:pos x="T2" y="T3"/>
                    </a:cxn>
                    <a:cxn ang="0">
                      <a:pos x="T4" y="T5"/>
                    </a:cxn>
                    <a:cxn ang="0">
                      <a:pos x="T6" y="T7"/>
                    </a:cxn>
                    <a:cxn ang="0">
                      <a:pos x="T8" y="T9"/>
                    </a:cxn>
                    <a:cxn ang="0">
                      <a:pos x="T10" y="T11"/>
                    </a:cxn>
                  </a:cxnLst>
                  <a:rect l="0" t="0" r="r" b="b"/>
                  <a:pathLst>
                    <a:path w="26" h="19">
                      <a:moveTo>
                        <a:pt x="0" y="0"/>
                      </a:moveTo>
                      <a:cubicBezTo>
                        <a:pt x="8" y="1"/>
                        <a:pt x="14" y="1"/>
                        <a:pt x="20" y="1"/>
                      </a:cubicBezTo>
                      <a:cubicBezTo>
                        <a:pt x="24" y="1"/>
                        <a:pt x="26" y="8"/>
                        <a:pt x="23" y="12"/>
                      </a:cubicBezTo>
                      <a:cubicBezTo>
                        <a:pt x="21" y="16"/>
                        <a:pt x="17" y="19"/>
                        <a:pt x="12" y="18"/>
                      </a:cubicBezTo>
                      <a:cubicBezTo>
                        <a:pt x="8" y="18"/>
                        <a:pt x="5" y="15"/>
                        <a:pt x="3" y="11"/>
                      </a:cubicBezTo>
                      <a:cubicBezTo>
                        <a:pt x="2" y="8"/>
                        <a:pt x="1" y="4"/>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grpSp>
          <p:nvGrpSpPr>
            <p:cNvPr id="17" name="组合 16">
              <a:extLst>
                <a:ext uri="{FF2B5EF4-FFF2-40B4-BE49-F238E27FC236}">
                  <a16:creationId xmlns:a16="http://schemas.microsoft.com/office/drawing/2014/main" id="{E582171C-E91E-4DDB-B720-D9EDE8C54B5C}"/>
                </a:ext>
              </a:extLst>
            </p:cNvPr>
            <p:cNvGrpSpPr/>
            <p:nvPr/>
          </p:nvGrpSpPr>
          <p:grpSpPr>
            <a:xfrm>
              <a:off x="582366" y="5719539"/>
              <a:ext cx="2716733" cy="681262"/>
              <a:chOff x="6738929" y="2270918"/>
              <a:chExt cx="2766486" cy="693738"/>
            </a:xfrm>
            <a:grpFill/>
          </p:grpSpPr>
          <p:grpSp>
            <p:nvGrpSpPr>
              <p:cNvPr id="18" name="组合 17">
                <a:extLst>
                  <a:ext uri="{FF2B5EF4-FFF2-40B4-BE49-F238E27FC236}">
                    <a16:creationId xmlns:a16="http://schemas.microsoft.com/office/drawing/2014/main" id="{4EB45816-40C4-4065-9181-C29D2BECD84E}"/>
                  </a:ext>
                </a:extLst>
              </p:cNvPr>
              <p:cNvGrpSpPr/>
              <p:nvPr/>
            </p:nvGrpSpPr>
            <p:grpSpPr>
              <a:xfrm>
                <a:off x="8180494" y="2355056"/>
                <a:ext cx="484188" cy="509588"/>
                <a:chOff x="6113463" y="3541713"/>
                <a:chExt cx="484188" cy="509588"/>
              </a:xfrm>
              <a:grpFill/>
            </p:grpSpPr>
            <p:sp>
              <p:nvSpPr>
                <p:cNvPr id="28" name="Freeform 9">
                  <a:extLst>
                    <a:ext uri="{FF2B5EF4-FFF2-40B4-BE49-F238E27FC236}">
                      <a16:creationId xmlns:a16="http://schemas.microsoft.com/office/drawing/2014/main" id="{70888479-5294-457A-8111-462CE4F104F2}"/>
                    </a:ext>
                  </a:extLst>
                </p:cNvPr>
                <p:cNvSpPr>
                  <a:spLocks noEditPoints="1"/>
                </p:cNvSpPr>
                <p:nvPr/>
              </p:nvSpPr>
              <p:spPr bwMode="auto">
                <a:xfrm>
                  <a:off x="6113463" y="3579813"/>
                  <a:ext cx="252413" cy="428625"/>
                </a:xfrm>
                <a:custGeom>
                  <a:avLst/>
                  <a:gdLst>
                    <a:gd name="T0" fmla="*/ 39 w 59"/>
                    <a:gd name="T1" fmla="*/ 78 h 101"/>
                    <a:gd name="T2" fmla="*/ 17 w 59"/>
                    <a:gd name="T3" fmla="*/ 94 h 101"/>
                    <a:gd name="T4" fmla="*/ 8 w 59"/>
                    <a:gd name="T5" fmla="*/ 94 h 101"/>
                    <a:gd name="T6" fmla="*/ 0 w 59"/>
                    <a:gd name="T7" fmla="*/ 79 h 101"/>
                    <a:gd name="T8" fmla="*/ 17 w 59"/>
                    <a:gd name="T9" fmla="*/ 73 h 101"/>
                    <a:gd name="T10" fmla="*/ 10 w 59"/>
                    <a:gd name="T11" fmla="*/ 68 h 101"/>
                    <a:gd name="T12" fmla="*/ 8 w 59"/>
                    <a:gd name="T13" fmla="*/ 60 h 101"/>
                    <a:gd name="T14" fmla="*/ 18 w 59"/>
                    <a:gd name="T15" fmla="*/ 23 h 101"/>
                    <a:gd name="T16" fmla="*/ 26 w 59"/>
                    <a:gd name="T17" fmla="*/ 17 h 101"/>
                    <a:gd name="T18" fmla="*/ 36 w 59"/>
                    <a:gd name="T19" fmla="*/ 26 h 101"/>
                    <a:gd name="T20" fmla="*/ 36 w 59"/>
                    <a:gd name="T21" fmla="*/ 27 h 101"/>
                    <a:gd name="T22" fmla="*/ 43 w 59"/>
                    <a:gd name="T23" fmla="*/ 40 h 101"/>
                    <a:gd name="T24" fmla="*/ 42 w 59"/>
                    <a:gd name="T25" fmla="*/ 12 h 101"/>
                    <a:gd name="T26" fmla="*/ 21 w 59"/>
                    <a:gd name="T27" fmla="*/ 5 h 101"/>
                    <a:gd name="T28" fmla="*/ 44 w 59"/>
                    <a:gd name="T29" fmla="*/ 1 h 101"/>
                    <a:gd name="T30" fmla="*/ 57 w 59"/>
                    <a:gd name="T31" fmla="*/ 17 h 101"/>
                    <a:gd name="T32" fmla="*/ 56 w 59"/>
                    <a:gd name="T33" fmla="*/ 48 h 101"/>
                    <a:gd name="T34" fmla="*/ 57 w 59"/>
                    <a:gd name="T35" fmla="*/ 55 h 101"/>
                    <a:gd name="T36" fmla="*/ 55 w 59"/>
                    <a:gd name="T37" fmla="*/ 64 h 101"/>
                    <a:gd name="T38" fmla="*/ 54 w 59"/>
                    <a:gd name="T39" fmla="*/ 71 h 101"/>
                    <a:gd name="T40" fmla="*/ 52 w 59"/>
                    <a:gd name="T41" fmla="*/ 95 h 101"/>
                    <a:gd name="T42" fmla="*/ 49 w 59"/>
                    <a:gd name="T43" fmla="*/ 101 h 101"/>
                    <a:gd name="T44" fmla="*/ 43 w 59"/>
                    <a:gd name="T45" fmla="*/ 98 h 101"/>
                    <a:gd name="T46" fmla="*/ 38 w 59"/>
                    <a:gd name="T47" fmla="*/ 86 h 101"/>
                    <a:gd name="T48" fmla="*/ 39 w 59"/>
                    <a:gd name="T49" fmla="*/ 78 h 101"/>
                    <a:gd name="T50" fmla="*/ 42 w 59"/>
                    <a:gd name="T51" fmla="*/ 47 h 101"/>
                    <a:gd name="T52" fmla="*/ 32 w 59"/>
                    <a:gd name="T53" fmla="*/ 44 h 101"/>
                    <a:gd name="T54" fmla="*/ 29 w 59"/>
                    <a:gd name="T55" fmla="*/ 64 h 101"/>
                    <a:gd name="T56" fmla="*/ 42 w 59"/>
                    <a:gd name="T57" fmla="*/ 4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9" h="101">
                      <a:moveTo>
                        <a:pt x="39" y="78"/>
                      </a:moveTo>
                      <a:cubicBezTo>
                        <a:pt x="31" y="84"/>
                        <a:pt x="24" y="89"/>
                        <a:pt x="17" y="94"/>
                      </a:cubicBezTo>
                      <a:cubicBezTo>
                        <a:pt x="14" y="97"/>
                        <a:pt x="11" y="96"/>
                        <a:pt x="8" y="94"/>
                      </a:cubicBezTo>
                      <a:cubicBezTo>
                        <a:pt x="4" y="90"/>
                        <a:pt x="0" y="86"/>
                        <a:pt x="0" y="79"/>
                      </a:cubicBezTo>
                      <a:cubicBezTo>
                        <a:pt x="6" y="82"/>
                        <a:pt x="12" y="80"/>
                        <a:pt x="17" y="73"/>
                      </a:cubicBezTo>
                      <a:cubicBezTo>
                        <a:pt x="15" y="72"/>
                        <a:pt x="13" y="70"/>
                        <a:pt x="10" y="68"/>
                      </a:cubicBezTo>
                      <a:cubicBezTo>
                        <a:pt x="7" y="66"/>
                        <a:pt x="7" y="63"/>
                        <a:pt x="8" y="60"/>
                      </a:cubicBezTo>
                      <a:cubicBezTo>
                        <a:pt x="11" y="48"/>
                        <a:pt x="15" y="36"/>
                        <a:pt x="18" y="23"/>
                      </a:cubicBezTo>
                      <a:cubicBezTo>
                        <a:pt x="19" y="20"/>
                        <a:pt x="20" y="16"/>
                        <a:pt x="26" y="17"/>
                      </a:cubicBezTo>
                      <a:cubicBezTo>
                        <a:pt x="32" y="18"/>
                        <a:pt x="36" y="21"/>
                        <a:pt x="36" y="26"/>
                      </a:cubicBezTo>
                      <a:cubicBezTo>
                        <a:pt x="36" y="26"/>
                        <a:pt x="36" y="27"/>
                        <a:pt x="36" y="27"/>
                      </a:cubicBezTo>
                      <a:cubicBezTo>
                        <a:pt x="35" y="33"/>
                        <a:pt x="38" y="37"/>
                        <a:pt x="43" y="40"/>
                      </a:cubicBezTo>
                      <a:cubicBezTo>
                        <a:pt x="43" y="31"/>
                        <a:pt x="42" y="22"/>
                        <a:pt x="42" y="12"/>
                      </a:cubicBezTo>
                      <a:cubicBezTo>
                        <a:pt x="30" y="16"/>
                        <a:pt x="20" y="12"/>
                        <a:pt x="21" y="5"/>
                      </a:cubicBezTo>
                      <a:cubicBezTo>
                        <a:pt x="29" y="3"/>
                        <a:pt x="36" y="1"/>
                        <a:pt x="44" y="1"/>
                      </a:cubicBezTo>
                      <a:cubicBezTo>
                        <a:pt x="54" y="0"/>
                        <a:pt x="59" y="8"/>
                        <a:pt x="57" y="17"/>
                      </a:cubicBezTo>
                      <a:cubicBezTo>
                        <a:pt x="56" y="27"/>
                        <a:pt x="56" y="38"/>
                        <a:pt x="56" y="48"/>
                      </a:cubicBezTo>
                      <a:cubicBezTo>
                        <a:pt x="56" y="50"/>
                        <a:pt x="57" y="52"/>
                        <a:pt x="57" y="55"/>
                      </a:cubicBezTo>
                      <a:cubicBezTo>
                        <a:pt x="57" y="58"/>
                        <a:pt x="56" y="61"/>
                        <a:pt x="55" y="64"/>
                      </a:cubicBezTo>
                      <a:cubicBezTo>
                        <a:pt x="55" y="66"/>
                        <a:pt x="54" y="68"/>
                        <a:pt x="54" y="71"/>
                      </a:cubicBezTo>
                      <a:cubicBezTo>
                        <a:pt x="53" y="79"/>
                        <a:pt x="53" y="87"/>
                        <a:pt x="52" y="95"/>
                      </a:cubicBezTo>
                      <a:cubicBezTo>
                        <a:pt x="52" y="97"/>
                        <a:pt x="51" y="100"/>
                        <a:pt x="49" y="101"/>
                      </a:cubicBezTo>
                      <a:cubicBezTo>
                        <a:pt x="47" y="101"/>
                        <a:pt x="44" y="100"/>
                        <a:pt x="43" y="98"/>
                      </a:cubicBezTo>
                      <a:cubicBezTo>
                        <a:pt x="39" y="95"/>
                        <a:pt x="36" y="92"/>
                        <a:pt x="38" y="86"/>
                      </a:cubicBezTo>
                      <a:cubicBezTo>
                        <a:pt x="39" y="84"/>
                        <a:pt x="39" y="81"/>
                        <a:pt x="39" y="78"/>
                      </a:cubicBezTo>
                      <a:close/>
                      <a:moveTo>
                        <a:pt x="42" y="47"/>
                      </a:moveTo>
                      <a:cubicBezTo>
                        <a:pt x="39" y="46"/>
                        <a:pt x="36" y="45"/>
                        <a:pt x="32" y="44"/>
                      </a:cubicBezTo>
                      <a:cubicBezTo>
                        <a:pt x="31" y="51"/>
                        <a:pt x="30" y="57"/>
                        <a:pt x="29" y="64"/>
                      </a:cubicBezTo>
                      <a:cubicBezTo>
                        <a:pt x="39" y="61"/>
                        <a:pt x="42" y="57"/>
                        <a:pt x="42" y="4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9" name="Freeform 10">
                  <a:extLst>
                    <a:ext uri="{FF2B5EF4-FFF2-40B4-BE49-F238E27FC236}">
                      <a16:creationId xmlns:a16="http://schemas.microsoft.com/office/drawing/2014/main" id="{3C581795-C09D-460E-9472-8181F266F0EF}"/>
                    </a:ext>
                  </a:extLst>
                </p:cNvPr>
                <p:cNvSpPr>
                  <a:spLocks noEditPoints="1"/>
                </p:cNvSpPr>
                <p:nvPr/>
              </p:nvSpPr>
              <p:spPr bwMode="auto">
                <a:xfrm>
                  <a:off x="6361113" y="3541713"/>
                  <a:ext cx="236538" cy="509588"/>
                </a:xfrm>
                <a:custGeom>
                  <a:avLst/>
                  <a:gdLst>
                    <a:gd name="T0" fmla="*/ 11 w 55"/>
                    <a:gd name="T1" fmla="*/ 89 h 120"/>
                    <a:gd name="T2" fmla="*/ 10 w 55"/>
                    <a:gd name="T3" fmla="*/ 100 h 120"/>
                    <a:gd name="T4" fmla="*/ 6 w 55"/>
                    <a:gd name="T5" fmla="*/ 104 h 120"/>
                    <a:gd name="T6" fmla="*/ 1 w 55"/>
                    <a:gd name="T7" fmla="*/ 99 h 120"/>
                    <a:gd name="T8" fmla="*/ 3 w 55"/>
                    <a:gd name="T9" fmla="*/ 84 h 120"/>
                    <a:gd name="T10" fmla="*/ 14 w 55"/>
                    <a:gd name="T11" fmla="*/ 37 h 120"/>
                    <a:gd name="T12" fmla="*/ 22 w 55"/>
                    <a:gd name="T13" fmla="*/ 11 h 120"/>
                    <a:gd name="T14" fmla="*/ 26 w 55"/>
                    <a:gd name="T15" fmla="*/ 19 h 120"/>
                    <a:gd name="T16" fmla="*/ 20 w 55"/>
                    <a:gd name="T17" fmla="*/ 40 h 120"/>
                    <a:gd name="T18" fmla="*/ 27 w 55"/>
                    <a:gd name="T19" fmla="*/ 35 h 120"/>
                    <a:gd name="T20" fmla="*/ 35 w 55"/>
                    <a:gd name="T21" fmla="*/ 30 h 120"/>
                    <a:gd name="T22" fmla="*/ 33 w 55"/>
                    <a:gd name="T23" fmla="*/ 9 h 120"/>
                    <a:gd name="T24" fmla="*/ 28 w 55"/>
                    <a:gd name="T25" fmla="*/ 8 h 120"/>
                    <a:gd name="T26" fmla="*/ 19 w 55"/>
                    <a:gd name="T27" fmla="*/ 12 h 120"/>
                    <a:gd name="T28" fmla="*/ 12 w 55"/>
                    <a:gd name="T29" fmla="*/ 15 h 120"/>
                    <a:gd name="T30" fmla="*/ 9 w 55"/>
                    <a:gd name="T31" fmla="*/ 11 h 120"/>
                    <a:gd name="T32" fmla="*/ 11 w 55"/>
                    <a:gd name="T33" fmla="*/ 8 h 120"/>
                    <a:gd name="T34" fmla="*/ 31 w 55"/>
                    <a:gd name="T35" fmla="*/ 0 h 120"/>
                    <a:gd name="T36" fmla="*/ 45 w 55"/>
                    <a:gd name="T37" fmla="*/ 15 h 120"/>
                    <a:gd name="T38" fmla="*/ 44 w 55"/>
                    <a:gd name="T39" fmla="*/ 46 h 120"/>
                    <a:gd name="T40" fmla="*/ 48 w 55"/>
                    <a:gd name="T41" fmla="*/ 54 h 120"/>
                    <a:gd name="T42" fmla="*/ 48 w 55"/>
                    <a:gd name="T43" fmla="*/ 71 h 120"/>
                    <a:gd name="T44" fmla="*/ 44 w 55"/>
                    <a:gd name="T45" fmla="*/ 77 h 120"/>
                    <a:gd name="T46" fmla="*/ 44 w 55"/>
                    <a:gd name="T47" fmla="*/ 110 h 120"/>
                    <a:gd name="T48" fmla="*/ 44 w 55"/>
                    <a:gd name="T49" fmla="*/ 114 h 120"/>
                    <a:gd name="T50" fmla="*/ 41 w 55"/>
                    <a:gd name="T51" fmla="*/ 120 h 120"/>
                    <a:gd name="T52" fmla="*/ 32 w 55"/>
                    <a:gd name="T53" fmla="*/ 118 h 120"/>
                    <a:gd name="T54" fmla="*/ 13 w 55"/>
                    <a:gd name="T55" fmla="*/ 91 h 120"/>
                    <a:gd name="T56" fmla="*/ 12 w 55"/>
                    <a:gd name="T57" fmla="*/ 89 h 120"/>
                    <a:gd name="T58" fmla="*/ 11 w 55"/>
                    <a:gd name="T59" fmla="*/ 89 h 120"/>
                    <a:gd name="T60" fmla="*/ 24 w 55"/>
                    <a:gd name="T61" fmla="*/ 76 h 120"/>
                    <a:gd name="T62" fmla="*/ 23 w 55"/>
                    <a:gd name="T63" fmla="*/ 74 h 120"/>
                    <a:gd name="T64" fmla="*/ 27 w 55"/>
                    <a:gd name="T65" fmla="*/ 71 h 120"/>
                    <a:gd name="T66" fmla="*/ 33 w 55"/>
                    <a:gd name="T67" fmla="*/ 67 h 120"/>
                    <a:gd name="T68" fmla="*/ 32 w 55"/>
                    <a:gd name="T69" fmla="*/ 63 h 120"/>
                    <a:gd name="T70" fmla="*/ 22 w 55"/>
                    <a:gd name="T71" fmla="*/ 52 h 120"/>
                    <a:gd name="T72" fmla="*/ 18 w 55"/>
                    <a:gd name="T73" fmla="*/ 89 h 120"/>
                    <a:gd name="T74" fmla="*/ 33 w 55"/>
                    <a:gd name="T75" fmla="*/ 107 h 120"/>
                    <a:gd name="T76" fmla="*/ 35 w 55"/>
                    <a:gd name="T77" fmla="*/ 77 h 120"/>
                    <a:gd name="T78" fmla="*/ 31 w 55"/>
                    <a:gd name="T79" fmla="*/ 75 h 120"/>
                    <a:gd name="T80" fmla="*/ 24 w 55"/>
                    <a:gd name="T81" fmla="*/ 76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5" h="120">
                      <a:moveTo>
                        <a:pt x="11" y="89"/>
                      </a:moveTo>
                      <a:cubicBezTo>
                        <a:pt x="10" y="93"/>
                        <a:pt x="10" y="96"/>
                        <a:pt x="10" y="100"/>
                      </a:cubicBezTo>
                      <a:cubicBezTo>
                        <a:pt x="9" y="102"/>
                        <a:pt x="9" y="104"/>
                        <a:pt x="6" y="104"/>
                      </a:cubicBezTo>
                      <a:cubicBezTo>
                        <a:pt x="3" y="104"/>
                        <a:pt x="0" y="103"/>
                        <a:pt x="1" y="99"/>
                      </a:cubicBezTo>
                      <a:cubicBezTo>
                        <a:pt x="2" y="94"/>
                        <a:pt x="2" y="89"/>
                        <a:pt x="3" y="84"/>
                      </a:cubicBezTo>
                      <a:cubicBezTo>
                        <a:pt x="7" y="68"/>
                        <a:pt x="10" y="53"/>
                        <a:pt x="14" y="37"/>
                      </a:cubicBezTo>
                      <a:cubicBezTo>
                        <a:pt x="16" y="29"/>
                        <a:pt x="19" y="20"/>
                        <a:pt x="22" y="11"/>
                      </a:cubicBezTo>
                      <a:cubicBezTo>
                        <a:pt x="26" y="13"/>
                        <a:pt x="27" y="15"/>
                        <a:pt x="26" y="19"/>
                      </a:cubicBezTo>
                      <a:cubicBezTo>
                        <a:pt x="24" y="25"/>
                        <a:pt x="22" y="32"/>
                        <a:pt x="20" y="40"/>
                      </a:cubicBezTo>
                      <a:cubicBezTo>
                        <a:pt x="23" y="37"/>
                        <a:pt x="25" y="36"/>
                        <a:pt x="27" y="35"/>
                      </a:cubicBezTo>
                      <a:cubicBezTo>
                        <a:pt x="30" y="33"/>
                        <a:pt x="34" y="32"/>
                        <a:pt x="35" y="30"/>
                      </a:cubicBezTo>
                      <a:cubicBezTo>
                        <a:pt x="36" y="23"/>
                        <a:pt x="37" y="16"/>
                        <a:pt x="33" y="9"/>
                      </a:cubicBezTo>
                      <a:cubicBezTo>
                        <a:pt x="33" y="8"/>
                        <a:pt x="30" y="7"/>
                        <a:pt x="28" y="8"/>
                      </a:cubicBezTo>
                      <a:cubicBezTo>
                        <a:pt x="25" y="9"/>
                        <a:pt x="22" y="11"/>
                        <a:pt x="19" y="12"/>
                      </a:cubicBezTo>
                      <a:cubicBezTo>
                        <a:pt x="17" y="13"/>
                        <a:pt x="15" y="15"/>
                        <a:pt x="12" y="15"/>
                      </a:cubicBezTo>
                      <a:cubicBezTo>
                        <a:pt x="11" y="15"/>
                        <a:pt x="9" y="13"/>
                        <a:pt x="9" y="11"/>
                      </a:cubicBezTo>
                      <a:cubicBezTo>
                        <a:pt x="8" y="11"/>
                        <a:pt x="10" y="9"/>
                        <a:pt x="11" y="8"/>
                      </a:cubicBezTo>
                      <a:cubicBezTo>
                        <a:pt x="17" y="4"/>
                        <a:pt x="23" y="0"/>
                        <a:pt x="31" y="0"/>
                      </a:cubicBezTo>
                      <a:cubicBezTo>
                        <a:pt x="41" y="1"/>
                        <a:pt x="46" y="5"/>
                        <a:pt x="45" y="15"/>
                      </a:cubicBezTo>
                      <a:cubicBezTo>
                        <a:pt x="45" y="25"/>
                        <a:pt x="45" y="36"/>
                        <a:pt x="44" y="46"/>
                      </a:cubicBezTo>
                      <a:cubicBezTo>
                        <a:pt x="44" y="50"/>
                        <a:pt x="45" y="52"/>
                        <a:pt x="48" y="54"/>
                      </a:cubicBezTo>
                      <a:cubicBezTo>
                        <a:pt x="55" y="60"/>
                        <a:pt x="55" y="66"/>
                        <a:pt x="48" y="71"/>
                      </a:cubicBezTo>
                      <a:cubicBezTo>
                        <a:pt x="45" y="72"/>
                        <a:pt x="44" y="74"/>
                        <a:pt x="44" y="77"/>
                      </a:cubicBezTo>
                      <a:cubicBezTo>
                        <a:pt x="45" y="88"/>
                        <a:pt x="44" y="99"/>
                        <a:pt x="44" y="110"/>
                      </a:cubicBezTo>
                      <a:cubicBezTo>
                        <a:pt x="44" y="112"/>
                        <a:pt x="45" y="113"/>
                        <a:pt x="44" y="114"/>
                      </a:cubicBezTo>
                      <a:cubicBezTo>
                        <a:pt x="43" y="116"/>
                        <a:pt x="42" y="120"/>
                        <a:pt x="41" y="120"/>
                      </a:cubicBezTo>
                      <a:cubicBezTo>
                        <a:pt x="38" y="120"/>
                        <a:pt x="34" y="120"/>
                        <a:pt x="32" y="118"/>
                      </a:cubicBezTo>
                      <a:cubicBezTo>
                        <a:pt x="25" y="109"/>
                        <a:pt x="19" y="100"/>
                        <a:pt x="13" y="91"/>
                      </a:cubicBezTo>
                      <a:cubicBezTo>
                        <a:pt x="12" y="90"/>
                        <a:pt x="12" y="90"/>
                        <a:pt x="12" y="89"/>
                      </a:cubicBezTo>
                      <a:cubicBezTo>
                        <a:pt x="11" y="89"/>
                        <a:pt x="11" y="89"/>
                        <a:pt x="11" y="89"/>
                      </a:cubicBezTo>
                      <a:close/>
                      <a:moveTo>
                        <a:pt x="24" y="76"/>
                      </a:moveTo>
                      <a:cubicBezTo>
                        <a:pt x="23" y="75"/>
                        <a:pt x="23" y="75"/>
                        <a:pt x="23" y="74"/>
                      </a:cubicBezTo>
                      <a:cubicBezTo>
                        <a:pt x="24" y="73"/>
                        <a:pt x="26" y="72"/>
                        <a:pt x="27" y="71"/>
                      </a:cubicBezTo>
                      <a:cubicBezTo>
                        <a:pt x="29" y="70"/>
                        <a:pt x="31" y="69"/>
                        <a:pt x="33" y="67"/>
                      </a:cubicBezTo>
                      <a:cubicBezTo>
                        <a:pt x="35" y="66"/>
                        <a:pt x="35" y="63"/>
                        <a:pt x="32" y="63"/>
                      </a:cubicBezTo>
                      <a:cubicBezTo>
                        <a:pt x="27" y="61"/>
                        <a:pt x="24" y="58"/>
                        <a:pt x="22" y="52"/>
                      </a:cubicBezTo>
                      <a:cubicBezTo>
                        <a:pt x="17" y="65"/>
                        <a:pt x="13" y="77"/>
                        <a:pt x="18" y="89"/>
                      </a:cubicBezTo>
                      <a:cubicBezTo>
                        <a:pt x="21" y="97"/>
                        <a:pt x="27" y="101"/>
                        <a:pt x="33" y="107"/>
                      </a:cubicBezTo>
                      <a:cubicBezTo>
                        <a:pt x="34" y="97"/>
                        <a:pt x="34" y="87"/>
                        <a:pt x="35" y="77"/>
                      </a:cubicBezTo>
                      <a:cubicBezTo>
                        <a:pt x="35" y="77"/>
                        <a:pt x="32" y="75"/>
                        <a:pt x="31" y="75"/>
                      </a:cubicBezTo>
                      <a:cubicBezTo>
                        <a:pt x="29" y="75"/>
                        <a:pt x="26" y="76"/>
                        <a:pt x="24" y="7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19" name="组合 18">
                <a:extLst>
                  <a:ext uri="{FF2B5EF4-FFF2-40B4-BE49-F238E27FC236}">
                    <a16:creationId xmlns:a16="http://schemas.microsoft.com/office/drawing/2014/main" id="{C43281D5-D15F-4210-8FEF-5D0B83A54FD6}"/>
                  </a:ext>
                </a:extLst>
              </p:cNvPr>
              <p:cNvGrpSpPr/>
              <p:nvPr/>
            </p:nvGrpSpPr>
            <p:grpSpPr>
              <a:xfrm>
                <a:off x="6738929" y="2270918"/>
                <a:ext cx="549275" cy="693738"/>
                <a:chOff x="6108700" y="2066926"/>
                <a:chExt cx="549275" cy="693738"/>
              </a:xfrm>
              <a:grpFill/>
            </p:grpSpPr>
            <p:sp>
              <p:nvSpPr>
                <p:cNvPr id="26" name="Freeform 13">
                  <a:extLst>
                    <a:ext uri="{FF2B5EF4-FFF2-40B4-BE49-F238E27FC236}">
                      <a16:creationId xmlns:a16="http://schemas.microsoft.com/office/drawing/2014/main" id="{0965091B-D712-42AC-844D-24578409DB9A}"/>
                    </a:ext>
                  </a:extLst>
                </p:cNvPr>
                <p:cNvSpPr>
                  <a:spLocks noEditPoints="1"/>
                </p:cNvSpPr>
                <p:nvPr/>
              </p:nvSpPr>
              <p:spPr bwMode="auto">
                <a:xfrm>
                  <a:off x="6108700" y="2066926"/>
                  <a:ext cx="549275" cy="655638"/>
                </a:xfrm>
                <a:custGeom>
                  <a:avLst/>
                  <a:gdLst>
                    <a:gd name="T0" fmla="*/ 54 w 128"/>
                    <a:gd name="T1" fmla="*/ 76 h 154"/>
                    <a:gd name="T2" fmla="*/ 66 w 128"/>
                    <a:gd name="T3" fmla="*/ 53 h 154"/>
                    <a:gd name="T4" fmla="*/ 49 w 128"/>
                    <a:gd name="T5" fmla="*/ 47 h 154"/>
                    <a:gd name="T6" fmla="*/ 64 w 128"/>
                    <a:gd name="T7" fmla="*/ 44 h 154"/>
                    <a:gd name="T8" fmla="*/ 83 w 128"/>
                    <a:gd name="T9" fmla="*/ 6 h 154"/>
                    <a:gd name="T10" fmla="*/ 91 w 128"/>
                    <a:gd name="T11" fmla="*/ 11 h 154"/>
                    <a:gd name="T12" fmla="*/ 96 w 128"/>
                    <a:gd name="T13" fmla="*/ 36 h 154"/>
                    <a:gd name="T14" fmla="*/ 106 w 128"/>
                    <a:gd name="T15" fmla="*/ 41 h 154"/>
                    <a:gd name="T16" fmla="*/ 82 w 128"/>
                    <a:gd name="T17" fmla="*/ 50 h 154"/>
                    <a:gd name="T18" fmla="*/ 71 w 128"/>
                    <a:gd name="T19" fmla="*/ 65 h 154"/>
                    <a:gd name="T20" fmla="*/ 110 w 128"/>
                    <a:gd name="T21" fmla="*/ 74 h 154"/>
                    <a:gd name="T22" fmla="*/ 101 w 128"/>
                    <a:gd name="T23" fmla="*/ 87 h 154"/>
                    <a:gd name="T24" fmla="*/ 111 w 128"/>
                    <a:gd name="T25" fmla="*/ 98 h 154"/>
                    <a:gd name="T26" fmla="*/ 92 w 128"/>
                    <a:gd name="T27" fmla="*/ 104 h 154"/>
                    <a:gd name="T28" fmla="*/ 86 w 128"/>
                    <a:gd name="T29" fmla="*/ 116 h 154"/>
                    <a:gd name="T30" fmla="*/ 124 w 128"/>
                    <a:gd name="T31" fmla="*/ 112 h 154"/>
                    <a:gd name="T32" fmla="*/ 120 w 128"/>
                    <a:gd name="T33" fmla="*/ 122 h 154"/>
                    <a:gd name="T34" fmla="*/ 111 w 128"/>
                    <a:gd name="T35" fmla="*/ 144 h 154"/>
                    <a:gd name="T36" fmla="*/ 105 w 128"/>
                    <a:gd name="T37" fmla="*/ 153 h 154"/>
                    <a:gd name="T38" fmla="*/ 55 w 128"/>
                    <a:gd name="T39" fmla="*/ 129 h 154"/>
                    <a:gd name="T40" fmla="*/ 53 w 128"/>
                    <a:gd name="T41" fmla="*/ 121 h 154"/>
                    <a:gd name="T42" fmla="*/ 61 w 128"/>
                    <a:gd name="T43" fmla="*/ 125 h 154"/>
                    <a:gd name="T44" fmla="*/ 94 w 128"/>
                    <a:gd name="T45" fmla="*/ 140 h 154"/>
                    <a:gd name="T46" fmla="*/ 85 w 128"/>
                    <a:gd name="T47" fmla="*/ 127 h 154"/>
                    <a:gd name="T48" fmla="*/ 71 w 128"/>
                    <a:gd name="T49" fmla="*/ 108 h 154"/>
                    <a:gd name="T50" fmla="*/ 52 w 128"/>
                    <a:gd name="T51" fmla="*/ 113 h 154"/>
                    <a:gd name="T52" fmla="*/ 38 w 128"/>
                    <a:gd name="T53" fmla="*/ 97 h 154"/>
                    <a:gd name="T54" fmla="*/ 51 w 128"/>
                    <a:gd name="T55" fmla="*/ 97 h 154"/>
                    <a:gd name="T56" fmla="*/ 34 w 128"/>
                    <a:gd name="T57" fmla="*/ 93 h 154"/>
                    <a:gd name="T58" fmla="*/ 35 w 128"/>
                    <a:gd name="T59" fmla="*/ 105 h 154"/>
                    <a:gd name="T60" fmla="*/ 26 w 128"/>
                    <a:gd name="T61" fmla="*/ 154 h 154"/>
                    <a:gd name="T62" fmla="*/ 20 w 128"/>
                    <a:gd name="T63" fmla="*/ 118 h 154"/>
                    <a:gd name="T64" fmla="*/ 0 w 128"/>
                    <a:gd name="T65" fmla="*/ 103 h 154"/>
                    <a:gd name="T66" fmla="*/ 19 w 128"/>
                    <a:gd name="T67" fmla="*/ 72 h 154"/>
                    <a:gd name="T68" fmla="*/ 25 w 128"/>
                    <a:gd name="T69" fmla="*/ 51 h 154"/>
                    <a:gd name="T70" fmla="*/ 39 w 128"/>
                    <a:gd name="T71" fmla="*/ 14 h 154"/>
                    <a:gd name="T72" fmla="*/ 51 w 128"/>
                    <a:gd name="T73" fmla="*/ 24 h 154"/>
                    <a:gd name="T74" fmla="*/ 39 w 128"/>
                    <a:gd name="T75" fmla="*/ 44 h 154"/>
                    <a:gd name="T76" fmla="*/ 48 w 128"/>
                    <a:gd name="T77" fmla="*/ 73 h 154"/>
                    <a:gd name="T78" fmla="*/ 81 w 128"/>
                    <a:gd name="T79" fmla="*/ 90 h 154"/>
                    <a:gd name="T80" fmla="*/ 92 w 128"/>
                    <a:gd name="T81" fmla="*/ 71 h 154"/>
                    <a:gd name="T82" fmla="*/ 81 w 128"/>
                    <a:gd name="T83" fmla="*/ 80 h 154"/>
                    <a:gd name="T84" fmla="*/ 76 w 128"/>
                    <a:gd name="T85" fmla="*/ 73 h 154"/>
                    <a:gd name="T86" fmla="*/ 67 w 128"/>
                    <a:gd name="T87" fmla="*/ 79 h 154"/>
                    <a:gd name="T88" fmla="*/ 76 w 128"/>
                    <a:gd name="T89" fmla="*/ 73 h 154"/>
                    <a:gd name="T90" fmla="*/ 56 w 128"/>
                    <a:gd name="T91" fmla="*/ 88 h 154"/>
                    <a:gd name="T92" fmla="*/ 63 w 128"/>
                    <a:gd name="T93" fmla="*/ 81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28" h="154">
                      <a:moveTo>
                        <a:pt x="48" y="73"/>
                      </a:moveTo>
                      <a:cubicBezTo>
                        <a:pt x="50" y="74"/>
                        <a:pt x="52" y="75"/>
                        <a:pt x="54" y="76"/>
                      </a:cubicBezTo>
                      <a:cubicBezTo>
                        <a:pt x="57" y="74"/>
                        <a:pt x="60" y="72"/>
                        <a:pt x="63" y="70"/>
                      </a:cubicBezTo>
                      <a:cubicBezTo>
                        <a:pt x="58" y="63"/>
                        <a:pt x="65" y="59"/>
                        <a:pt x="66" y="53"/>
                      </a:cubicBezTo>
                      <a:cubicBezTo>
                        <a:pt x="63" y="53"/>
                        <a:pt x="59" y="53"/>
                        <a:pt x="56" y="52"/>
                      </a:cubicBezTo>
                      <a:cubicBezTo>
                        <a:pt x="54" y="51"/>
                        <a:pt x="51" y="49"/>
                        <a:pt x="49" y="47"/>
                      </a:cubicBezTo>
                      <a:cubicBezTo>
                        <a:pt x="49" y="46"/>
                        <a:pt x="50" y="46"/>
                        <a:pt x="50" y="46"/>
                      </a:cubicBezTo>
                      <a:cubicBezTo>
                        <a:pt x="55" y="45"/>
                        <a:pt x="59" y="45"/>
                        <a:pt x="64" y="44"/>
                      </a:cubicBezTo>
                      <a:cubicBezTo>
                        <a:pt x="68" y="44"/>
                        <a:pt x="70" y="42"/>
                        <a:pt x="71" y="38"/>
                      </a:cubicBezTo>
                      <a:cubicBezTo>
                        <a:pt x="75" y="27"/>
                        <a:pt x="79" y="16"/>
                        <a:pt x="83" y="6"/>
                      </a:cubicBezTo>
                      <a:cubicBezTo>
                        <a:pt x="84" y="3"/>
                        <a:pt x="84" y="0"/>
                        <a:pt x="88" y="2"/>
                      </a:cubicBezTo>
                      <a:cubicBezTo>
                        <a:pt x="92" y="4"/>
                        <a:pt x="94" y="9"/>
                        <a:pt x="91" y="11"/>
                      </a:cubicBezTo>
                      <a:cubicBezTo>
                        <a:pt x="83" y="19"/>
                        <a:pt x="83" y="30"/>
                        <a:pt x="80" y="41"/>
                      </a:cubicBezTo>
                      <a:cubicBezTo>
                        <a:pt x="85" y="39"/>
                        <a:pt x="91" y="37"/>
                        <a:pt x="96" y="36"/>
                      </a:cubicBezTo>
                      <a:cubicBezTo>
                        <a:pt x="98" y="35"/>
                        <a:pt x="101" y="35"/>
                        <a:pt x="102" y="36"/>
                      </a:cubicBezTo>
                      <a:cubicBezTo>
                        <a:pt x="104" y="37"/>
                        <a:pt x="106" y="39"/>
                        <a:pt x="106" y="41"/>
                      </a:cubicBezTo>
                      <a:cubicBezTo>
                        <a:pt x="106" y="42"/>
                        <a:pt x="105" y="44"/>
                        <a:pt x="103" y="44"/>
                      </a:cubicBezTo>
                      <a:cubicBezTo>
                        <a:pt x="96" y="46"/>
                        <a:pt x="89" y="48"/>
                        <a:pt x="82" y="50"/>
                      </a:cubicBezTo>
                      <a:cubicBezTo>
                        <a:pt x="78" y="50"/>
                        <a:pt x="77" y="51"/>
                        <a:pt x="76" y="54"/>
                      </a:cubicBezTo>
                      <a:cubicBezTo>
                        <a:pt x="74" y="58"/>
                        <a:pt x="73" y="61"/>
                        <a:pt x="71" y="65"/>
                      </a:cubicBezTo>
                      <a:cubicBezTo>
                        <a:pt x="82" y="63"/>
                        <a:pt x="92" y="62"/>
                        <a:pt x="102" y="66"/>
                      </a:cubicBezTo>
                      <a:cubicBezTo>
                        <a:pt x="106" y="67"/>
                        <a:pt x="110" y="69"/>
                        <a:pt x="110" y="74"/>
                      </a:cubicBezTo>
                      <a:cubicBezTo>
                        <a:pt x="111" y="79"/>
                        <a:pt x="109" y="83"/>
                        <a:pt x="104" y="85"/>
                      </a:cubicBezTo>
                      <a:cubicBezTo>
                        <a:pt x="103" y="85"/>
                        <a:pt x="102" y="86"/>
                        <a:pt x="101" y="87"/>
                      </a:cubicBezTo>
                      <a:cubicBezTo>
                        <a:pt x="103" y="88"/>
                        <a:pt x="105" y="88"/>
                        <a:pt x="106" y="89"/>
                      </a:cubicBezTo>
                      <a:cubicBezTo>
                        <a:pt x="110" y="91"/>
                        <a:pt x="112" y="94"/>
                        <a:pt x="111" y="98"/>
                      </a:cubicBezTo>
                      <a:cubicBezTo>
                        <a:pt x="110" y="102"/>
                        <a:pt x="107" y="103"/>
                        <a:pt x="104" y="103"/>
                      </a:cubicBezTo>
                      <a:cubicBezTo>
                        <a:pt x="100" y="103"/>
                        <a:pt x="96" y="104"/>
                        <a:pt x="92" y="104"/>
                      </a:cubicBezTo>
                      <a:cubicBezTo>
                        <a:pt x="86" y="105"/>
                        <a:pt x="81" y="111"/>
                        <a:pt x="82" y="117"/>
                      </a:cubicBezTo>
                      <a:cubicBezTo>
                        <a:pt x="83" y="117"/>
                        <a:pt x="85" y="117"/>
                        <a:pt x="86" y="116"/>
                      </a:cubicBezTo>
                      <a:cubicBezTo>
                        <a:pt x="95" y="111"/>
                        <a:pt x="104" y="109"/>
                        <a:pt x="114" y="109"/>
                      </a:cubicBezTo>
                      <a:cubicBezTo>
                        <a:pt x="118" y="110"/>
                        <a:pt x="121" y="111"/>
                        <a:pt x="124" y="112"/>
                      </a:cubicBezTo>
                      <a:cubicBezTo>
                        <a:pt x="128" y="114"/>
                        <a:pt x="128" y="117"/>
                        <a:pt x="126" y="120"/>
                      </a:cubicBezTo>
                      <a:cubicBezTo>
                        <a:pt x="125" y="123"/>
                        <a:pt x="122" y="123"/>
                        <a:pt x="120" y="122"/>
                      </a:cubicBezTo>
                      <a:cubicBezTo>
                        <a:pt x="111" y="118"/>
                        <a:pt x="104" y="120"/>
                        <a:pt x="97" y="123"/>
                      </a:cubicBezTo>
                      <a:cubicBezTo>
                        <a:pt x="101" y="130"/>
                        <a:pt x="106" y="137"/>
                        <a:pt x="111" y="144"/>
                      </a:cubicBezTo>
                      <a:cubicBezTo>
                        <a:pt x="112" y="146"/>
                        <a:pt x="112" y="150"/>
                        <a:pt x="111" y="152"/>
                      </a:cubicBezTo>
                      <a:cubicBezTo>
                        <a:pt x="111" y="153"/>
                        <a:pt x="107" y="153"/>
                        <a:pt x="105" y="153"/>
                      </a:cubicBezTo>
                      <a:cubicBezTo>
                        <a:pt x="91" y="150"/>
                        <a:pt x="77" y="146"/>
                        <a:pt x="66" y="138"/>
                      </a:cubicBezTo>
                      <a:cubicBezTo>
                        <a:pt x="62" y="135"/>
                        <a:pt x="59" y="132"/>
                        <a:pt x="55" y="129"/>
                      </a:cubicBezTo>
                      <a:cubicBezTo>
                        <a:pt x="54" y="128"/>
                        <a:pt x="53" y="127"/>
                        <a:pt x="53" y="126"/>
                      </a:cubicBezTo>
                      <a:cubicBezTo>
                        <a:pt x="53" y="124"/>
                        <a:pt x="53" y="122"/>
                        <a:pt x="53" y="121"/>
                      </a:cubicBezTo>
                      <a:cubicBezTo>
                        <a:pt x="55" y="121"/>
                        <a:pt x="57" y="121"/>
                        <a:pt x="58" y="121"/>
                      </a:cubicBezTo>
                      <a:cubicBezTo>
                        <a:pt x="59" y="122"/>
                        <a:pt x="60" y="123"/>
                        <a:pt x="61" y="125"/>
                      </a:cubicBezTo>
                      <a:cubicBezTo>
                        <a:pt x="70" y="134"/>
                        <a:pt x="80" y="139"/>
                        <a:pt x="92" y="140"/>
                      </a:cubicBezTo>
                      <a:cubicBezTo>
                        <a:pt x="93" y="140"/>
                        <a:pt x="93" y="140"/>
                        <a:pt x="94" y="140"/>
                      </a:cubicBezTo>
                      <a:cubicBezTo>
                        <a:pt x="92" y="136"/>
                        <a:pt x="90" y="132"/>
                        <a:pt x="88" y="128"/>
                      </a:cubicBezTo>
                      <a:cubicBezTo>
                        <a:pt x="88" y="128"/>
                        <a:pt x="86" y="127"/>
                        <a:pt x="85" y="127"/>
                      </a:cubicBezTo>
                      <a:cubicBezTo>
                        <a:pt x="71" y="126"/>
                        <a:pt x="70" y="124"/>
                        <a:pt x="71" y="111"/>
                      </a:cubicBezTo>
                      <a:cubicBezTo>
                        <a:pt x="71" y="110"/>
                        <a:pt x="71" y="109"/>
                        <a:pt x="71" y="108"/>
                      </a:cubicBezTo>
                      <a:cubicBezTo>
                        <a:pt x="68" y="109"/>
                        <a:pt x="65" y="109"/>
                        <a:pt x="62" y="110"/>
                      </a:cubicBezTo>
                      <a:cubicBezTo>
                        <a:pt x="59" y="111"/>
                        <a:pt x="55" y="112"/>
                        <a:pt x="52" y="113"/>
                      </a:cubicBezTo>
                      <a:cubicBezTo>
                        <a:pt x="48" y="114"/>
                        <a:pt x="44" y="115"/>
                        <a:pt x="41" y="111"/>
                      </a:cubicBezTo>
                      <a:cubicBezTo>
                        <a:pt x="37" y="107"/>
                        <a:pt x="37" y="102"/>
                        <a:pt x="38" y="97"/>
                      </a:cubicBezTo>
                      <a:cubicBezTo>
                        <a:pt x="38" y="96"/>
                        <a:pt x="40" y="96"/>
                        <a:pt x="42" y="96"/>
                      </a:cubicBezTo>
                      <a:cubicBezTo>
                        <a:pt x="45" y="96"/>
                        <a:pt x="48" y="96"/>
                        <a:pt x="51" y="97"/>
                      </a:cubicBezTo>
                      <a:cubicBezTo>
                        <a:pt x="48" y="90"/>
                        <a:pt x="46" y="84"/>
                        <a:pt x="43" y="78"/>
                      </a:cubicBezTo>
                      <a:cubicBezTo>
                        <a:pt x="40" y="83"/>
                        <a:pt x="37" y="88"/>
                        <a:pt x="34" y="93"/>
                      </a:cubicBezTo>
                      <a:cubicBezTo>
                        <a:pt x="33" y="94"/>
                        <a:pt x="33" y="96"/>
                        <a:pt x="34" y="98"/>
                      </a:cubicBezTo>
                      <a:cubicBezTo>
                        <a:pt x="34" y="100"/>
                        <a:pt x="35" y="103"/>
                        <a:pt x="35" y="105"/>
                      </a:cubicBezTo>
                      <a:cubicBezTo>
                        <a:pt x="32" y="121"/>
                        <a:pt x="29" y="136"/>
                        <a:pt x="27" y="151"/>
                      </a:cubicBezTo>
                      <a:cubicBezTo>
                        <a:pt x="26" y="152"/>
                        <a:pt x="26" y="153"/>
                        <a:pt x="26" y="154"/>
                      </a:cubicBezTo>
                      <a:cubicBezTo>
                        <a:pt x="17" y="153"/>
                        <a:pt x="14" y="149"/>
                        <a:pt x="15" y="141"/>
                      </a:cubicBezTo>
                      <a:cubicBezTo>
                        <a:pt x="17" y="134"/>
                        <a:pt x="18" y="126"/>
                        <a:pt x="20" y="118"/>
                      </a:cubicBezTo>
                      <a:cubicBezTo>
                        <a:pt x="15" y="123"/>
                        <a:pt x="12" y="122"/>
                        <a:pt x="7" y="118"/>
                      </a:cubicBezTo>
                      <a:cubicBezTo>
                        <a:pt x="3" y="114"/>
                        <a:pt x="0" y="109"/>
                        <a:pt x="0" y="103"/>
                      </a:cubicBezTo>
                      <a:cubicBezTo>
                        <a:pt x="0" y="102"/>
                        <a:pt x="1" y="101"/>
                        <a:pt x="1" y="100"/>
                      </a:cubicBezTo>
                      <a:cubicBezTo>
                        <a:pt x="7" y="91"/>
                        <a:pt x="14" y="82"/>
                        <a:pt x="19" y="72"/>
                      </a:cubicBezTo>
                      <a:cubicBezTo>
                        <a:pt x="22" y="67"/>
                        <a:pt x="24" y="61"/>
                        <a:pt x="26" y="55"/>
                      </a:cubicBezTo>
                      <a:cubicBezTo>
                        <a:pt x="27" y="54"/>
                        <a:pt x="25" y="53"/>
                        <a:pt x="25" y="51"/>
                      </a:cubicBezTo>
                      <a:cubicBezTo>
                        <a:pt x="18" y="43"/>
                        <a:pt x="18" y="39"/>
                        <a:pt x="23" y="30"/>
                      </a:cubicBezTo>
                      <a:cubicBezTo>
                        <a:pt x="27" y="23"/>
                        <a:pt x="32" y="17"/>
                        <a:pt x="39" y="14"/>
                      </a:cubicBezTo>
                      <a:cubicBezTo>
                        <a:pt x="45" y="11"/>
                        <a:pt x="50" y="12"/>
                        <a:pt x="53" y="16"/>
                      </a:cubicBezTo>
                      <a:cubicBezTo>
                        <a:pt x="56" y="20"/>
                        <a:pt x="56" y="22"/>
                        <a:pt x="51" y="24"/>
                      </a:cubicBezTo>
                      <a:cubicBezTo>
                        <a:pt x="44" y="26"/>
                        <a:pt x="41" y="31"/>
                        <a:pt x="37" y="36"/>
                      </a:cubicBezTo>
                      <a:cubicBezTo>
                        <a:pt x="36" y="39"/>
                        <a:pt x="36" y="42"/>
                        <a:pt x="39" y="44"/>
                      </a:cubicBezTo>
                      <a:cubicBezTo>
                        <a:pt x="41" y="45"/>
                        <a:pt x="42" y="47"/>
                        <a:pt x="43" y="48"/>
                      </a:cubicBezTo>
                      <a:cubicBezTo>
                        <a:pt x="52" y="58"/>
                        <a:pt x="54" y="62"/>
                        <a:pt x="48" y="73"/>
                      </a:cubicBezTo>
                      <a:close/>
                      <a:moveTo>
                        <a:pt x="79" y="89"/>
                      </a:moveTo>
                      <a:cubicBezTo>
                        <a:pt x="80" y="89"/>
                        <a:pt x="80" y="90"/>
                        <a:pt x="81" y="90"/>
                      </a:cubicBezTo>
                      <a:cubicBezTo>
                        <a:pt x="85" y="86"/>
                        <a:pt x="90" y="81"/>
                        <a:pt x="95" y="76"/>
                      </a:cubicBezTo>
                      <a:cubicBezTo>
                        <a:pt x="97" y="73"/>
                        <a:pt x="95" y="71"/>
                        <a:pt x="92" y="71"/>
                      </a:cubicBezTo>
                      <a:cubicBezTo>
                        <a:pt x="88" y="71"/>
                        <a:pt x="85" y="71"/>
                        <a:pt x="81" y="71"/>
                      </a:cubicBezTo>
                      <a:cubicBezTo>
                        <a:pt x="81" y="75"/>
                        <a:pt x="81" y="77"/>
                        <a:pt x="81" y="80"/>
                      </a:cubicBezTo>
                      <a:cubicBezTo>
                        <a:pt x="81" y="83"/>
                        <a:pt x="80" y="86"/>
                        <a:pt x="79" y="89"/>
                      </a:cubicBezTo>
                      <a:close/>
                      <a:moveTo>
                        <a:pt x="76" y="73"/>
                      </a:moveTo>
                      <a:cubicBezTo>
                        <a:pt x="73" y="74"/>
                        <a:pt x="71" y="75"/>
                        <a:pt x="69" y="77"/>
                      </a:cubicBezTo>
                      <a:cubicBezTo>
                        <a:pt x="68" y="77"/>
                        <a:pt x="67" y="78"/>
                        <a:pt x="67" y="79"/>
                      </a:cubicBezTo>
                      <a:cubicBezTo>
                        <a:pt x="67" y="84"/>
                        <a:pt x="68" y="88"/>
                        <a:pt x="68" y="92"/>
                      </a:cubicBezTo>
                      <a:cubicBezTo>
                        <a:pt x="74" y="91"/>
                        <a:pt x="77" y="83"/>
                        <a:pt x="76" y="73"/>
                      </a:cubicBezTo>
                      <a:close/>
                      <a:moveTo>
                        <a:pt x="63" y="81"/>
                      </a:moveTo>
                      <a:cubicBezTo>
                        <a:pt x="55" y="84"/>
                        <a:pt x="54" y="85"/>
                        <a:pt x="56" y="88"/>
                      </a:cubicBezTo>
                      <a:cubicBezTo>
                        <a:pt x="58" y="94"/>
                        <a:pt x="60" y="95"/>
                        <a:pt x="65" y="93"/>
                      </a:cubicBezTo>
                      <a:cubicBezTo>
                        <a:pt x="64" y="89"/>
                        <a:pt x="63" y="85"/>
                        <a:pt x="63" y="8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7" name="Freeform 14">
                  <a:extLst>
                    <a:ext uri="{FF2B5EF4-FFF2-40B4-BE49-F238E27FC236}">
                      <a16:creationId xmlns:a16="http://schemas.microsoft.com/office/drawing/2014/main" id="{EDF1A89C-87D3-4066-B020-1AF4B9A41344}"/>
                    </a:ext>
                  </a:extLst>
                </p:cNvPr>
                <p:cNvSpPr>
                  <a:spLocks/>
                </p:cNvSpPr>
                <p:nvPr/>
              </p:nvSpPr>
              <p:spPr bwMode="auto">
                <a:xfrm>
                  <a:off x="6259513" y="2578101"/>
                  <a:ext cx="68263" cy="182563"/>
                </a:xfrm>
                <a:custGeom>
                  <a:avLst/>
                  <a:gdLst>
                    <a:gd name="T0" fmla="*/ 9 w 16"/>
                    <a:gd name="T1" fmla="*/ 0 h 43"/>
                    <a:gd name="T2" fmla="*/ 15 w 16"/>
                    <a:gd name="T3" fmla="*/ 11 h 43"/>
                    <a:gd name="T4" fmla="*/ 9 w 16"/>
                    <a:gd name="T5" fmla="*/ 43 h 43"/>
                    <a:gd name="T6" fmla="*/ 2 w 16"/>
                    <a:gd name="T7" fmla="*/ 39 h 43"/>
                    <a:gd name="T8" fmla="*/ 0 w 16"/>
                    <a:gd name="T9" fmla="*/ 35 h 43"/>
                    <a:gd name="T10" fmla="*/ 9 w 16"/>
                    <a:gd name="T11" fmla="*/ 0 h 43"/>
                  </a:gdLst>
                  <a:ahLst/>
                  <a:cxnLst>
                    <a:cxn ang="0">
                      <a:pos x="T0" y="T1"/>
                    </a:cxn>
                    <a:cxn ang="0">
                      <a:pos x="T2" y="T3"/>
                    </a:cxn>
                    <a:cxn ang="0">
                      <a:pos x="T4" y="T5"/>
                    </a:cxn>
                    <a:cxn ang="0">
                      <a:pos x="T6" y="T7"/>
                    </a:cxn>
                    <a:cxn ang="0">
                      <a:pos x="T8" y="T9"/>
                    </a:cxn>
                    <a:cxn ang="0">
                      <a:pos x="T10" y="T11"/>
                    </a:cxn>
                  </a:cxnLst>
                  <a:rect l="0" t="0" r="r" b="b"/>
                  <a:pathLst>
                    <a:path w="16" h="43">
                      <a:moveTo>
                        <a:pt x="9" y="0"/>
                      </a:moveTo>
                      <a:cubicBezTo>
                        <a:pt x="15" y="3"/>
                        <a:pt x="16" y="6"/>
                        <a:pt x="15" y="11"/>
                      </a:cubicBezTo>
                      <a:cubicBezTo>
                        <a:pt x="12" y="21"/>
                        <a:pt x="11" y="32"/>
                        <a:pt x="9" y="43"/>
                      </a:cubicBezTo>
                      <a:cubicBezTo>
                        <a:pt x="6" y="41"/>
                        <a:pt x="4" y="40"/>
                        <a:pt x="2" y="39"/>
                      </a:cubicBezTo>
                      <a:cubicBezTo>
                        <a:pt x="1" y="38"/>
                        <a:pt x="0" y="37"/>
                        <a:pt x="0" y="35"/>
                      </a:cubicBezTo>
                      <a:cubicBezTo>
                        <a:pt x="3" y="24"/>
                        <a:pt x="6" y="12"/>
                        <a:pt x="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20" name="组合 19">
                <a:extLst>
                  <a:ext uri="{FF2B5EF4-FFF2-40B4-BE49-F238E27FC236}">
                    <a16:creationId xmlns:a16="http://schemas.microsoft.com/office/drawing/2014/main" id="{CD1C2EA2-DECB-4C4E-997D-8417E76BE944}"/>
                  </a:ext>
                </a:extLst>
              </p:cNvPr>
              <p:cNvGrpSpPr/>
              <p:nvPr/>
            </p:nvGrpSpPr>
            <p:grpSpPr>
              <a:xfrm>
                <a:off x="7532962" y="2451100"/>
                <a:ext cx="368300" cy="317500"/>
                <a:chOff x="6186488" y="2930526"/>
                <a:chExt cx="368300" cy="317500"/>
              </a:xfrm>
              <a:grpFill/>
            </p:grpSpPr>
            <p:sp>
              <p:nvSpPr>
                <p:cNvPr id="23" name="Freeform 18">
                  <a:extLst>
                    <a:ext uri="{FF2B5EF4-FFF2-40B4-BE49-F238E27FC236}">
                      <a16:creationId xmlns:a16="http://schemas.microsoft.com/office/drawing/2014/main" id="{58E0037C-7932-4788-ADA9-47256329EEB7}"/>
                    </a:ext>
                  </a:extLst>
                </p:cNvPr>
                <p:cNvSpPr>
                  <a:spLocks/>
                </p:cNvSpPr>
                <p:nvPr/>
              </p:nvSpPr>
              <p:spPr bwMode="auto">
                <a:xfrm>
                  <a:off x="6310313" y="2930526"/>
                  <a:ext cx="244475" cy="317500"/>
                </a:xfrm>
                <a:custGeom>
                  <a:avLst/>
                  <a:gdLst>
                    <a:gd name="T0" fmla="*/ 49 w 57"/>
                    <a:gd name="T1" fmla="*/ 74 h 75"/>
                    <a:gd name="T2" fmla="*/ 40 w 57"/>
                    <a:gd name="T3" fmla="*/ 67 h 75"/>
                    <a:gd name="T4" fmla="*/ 33 w 57"/>
                    <a:gd name="T5" fmla="*/ 48 h 75"/>
                    <a:gd name="T6" fmla="*/ 27 w 57"/>
                    <a:gd name="T7" fmla="*/ 46 h 75"/>
                    <a:gd name="T8" fmla="*/ 11 w 57"/>
                    <a:gd name="T9" fmla="*/ 60 h 75"/>
                    <a:gd name="T10" fmla="*/ 5 w 57"/>
                    <a:gd name="T11" fmla="*/ 60 h 75"/>
                    <a:gd name="T12" fmla="*/ 6 w 57"/>
                    <a:gd name="T13" fmla="*/ 46 h 75"/>
                    <a:gd name="T14" fmla="*/ 27 w 57"/>
                    <a:gd name="T15" fmla="*/ 26 h 75"/>
                    <a:gd name="T16" fmla="*/ 40 w 57"/>
                    <a:gd name="T17" fmla="*/ 10 h 75"/>
                    <a:gd name="T18" fmla="*/ 41 w 57"/>
                    <a:gd name="T19" fmla="*/ 6 h 75"/>
                    <a:gd name="T20" fmla="*/ 45 w 57"/>
                    <a:gd name="T21" fmla="*/ 0 h 75"/>
                    <a:gd name="T22" fmla="*/ 53 w 57"/>
                    <a:gd name="T23" fmla="*/ 3 h 75"/>
                    <a:gd name="T24" fmla="*/ 53 w 57"/>
                    <a:gd name="T25" fmla="*/ 20 h 75"/>
                    <a:gd name="T26" fmla="*/ 37 w 57"/>
                    <a:gd name="T27" fmla="*/ 38 h 75"/>
                    <a:gd name="T28" fmla="*/ 49 w 57"/>
                    <a:gd name="T29" fmla="*/ 74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7" h="75">
                      <a:moveTo>
                        <a:pt x="49" y="74"/>
                      </a:moveTo>
                      <a:cubicBezTo>
                        <a:pt x="43" y="75"/>
                        <a:pt x="41" y="72"/>
                        <a:pt x="40" y="67"/>
                      </a:cubicBezTo>
                      <a:cubicBezTo>
                        <a:pt x="38" y="61"/>
                        <a:pt x="35" y="54"/>
                        <a:pt x="33" y="48"/>
                      </a:cubicBezTo>
                      <a:cubicBezTo>
                        <a:pt x="32" y="45"/>
                        <a:pt x="30" y="44"/>
                        <a:pt x="27" y="46"/>
                      </a:cubicBezTo>
                      <a:cubicBezTo>
                        <a:pt x="22" y="51"/>
                        <a:pt x="16" y="55"/>
                        <a:pt x="11" y="60"/>
                      </a:cubicBezTo>
                      <a:cubicBezTo>
                        <a:pt x="8" y="63"/>
                        <a:pt x="7" y="62"/>
                        <a:pt x="5" y="60"/>
                      </a:cubicBezTo>
                      <a:cubicBezTo>
                        <a:pt x="0" y="54"/>
                        <a:pt x="0" y="51"/>
                        <a:pt x="6" y="46"/>
                      </a:cubicBezTo>
                      <a:cubicBezTo>
                        <a:pt x="13" y="39"/>
                        <a:pt x="20" y="33"/>
                        <a:pt x="27" y="26"/>
                      </a:cubicBezTo>
                      <a:cubicBezTo>
                        <a:pt x="32" y="21"/>
                        <a:pt x="36" y="15"/>
                        <a:pt x="40" y="10"/>
                      </a:cubicBezTo>
                      <a:cubicBezTo>
                        <a:pt x="40" y="9"/>
                        <a:pt x="41" y="7"/>
                        <a:pt x="41" y="6"/>
                      </a:cubicBezTo>
                      <a:cubicBezTo>
                        <a:pt x="40" y="3"/>
                        <a:pt x="42" y="0"/>
                        <a:pt x="45" y="0"/>
                      </a:cubicBezTo>
                      <a:cubicBezTo>
                        <a:pt x="48" y="0"/>
                        <a:pt x="51" y="1"/>
                        <a:pt x="53" y="3"/>
                      </a:cubicBezTo>
                      <a:cubicBezTo>
                        <a:pt x="57" y="6"/>
                        <a:pt x="57" y="16"/>
                        <a:pt x="53" y="20"/>
                      </a:cubicBezTo>
                      <a:cubicBezTo>
                        <a:pt x="48" y="26"/>
                        <a:pt x="42" y="32"/>
                        <a:pt x="37" y="38"/>
                      </a:cubicBezTo>
                      <a:cubicBezTo>
                        <a:pt x="44" y="49"/>
                        <a:pt x="49" y="61"/>
                        <a:pt x="49" y="7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4" name="Freeform 19">
                  <a:extLst>
                    <a:ext uri="{FF2B5EF4-FFF2-40B4-BE49-F238E27FC236}">
                      <a16:creationId xmlns:a16="http://schemas.microsoft.com/office/drawing/2014/main" id="{B78F413E-1D51-491F-A6EC-02810949F837}"/>
                    </a:ext>
                  </a:extLst>
                </p:cNvPr>
                <p:cNvSpPr>
                  <a:spLocks/>
                </p:cNvSpPr>
                <p:nvPr/>
              </p:nvSpPr>
              <p:spPr bwMode="auto">
                <a:xfrm>
                  <a:off x="6186488" y="3009901"/>
                  <a:ext cx="123825" cy="234950"/>
                </a:xfrm>
                <a:custGeom>
                  <a:avLst/>
                  <a:gdLst>
                    <a:gd name="T0" fmla="*/ 12 w 29"/>
                    <a:gd name="T1" fmla="*/ 30 h 55"/>
                    <a:gd name="T2" fmla="*/ 20 w 29"/>
                    <a:gd name="T3" fmla="*/ 7 h 55"/>
                    <a:gd name="T4" fmla="*/ 25 w 29"/>
                    <a:gd name="T5" fmla="*/ 1 h 55"/>
                    <a:gd name="T6" fmla="*/ 26 w 29"/>
                    <a:gd name="T7" fmla="*/ 9 h 55"/>
                    <a:gd name="T8" fmla="*/ 16 w 29"/>
                    <a:gd name="T9" fmla="*/ 39 h 55"/>
                    <a:gd name="T10" fmla="*/ 13 w 29"/>
                    <a:gd name="T11" fmla="*/ 52 h 55"/>
                    <a:gd name="T12" fmla="*/ 7 w 29"/>
                    <a:gd name="T13" fmla="*/ 54 h 55"/>
                    <a:gd name="T14" fmla="*/ 2 w 29"/>
                    <a:gd name="T15" fmla="*/ 41 h 55"/>
                    <a:gd name="T16" fmla="*/ 3 w 29"/>
                    <a:gd name="T17" fmla="*/ 32 h 55"/>
                    <a:gd name="T18" fmla="*/ 2 w 29"/>
                    <a:gd name="T19" fmla="*/ 6 h 55"/>
                    <a:gd name="T20" fmla="*/ 6 w 29"/>
                    <a:gd name="T21" fmla="*/ 5 h 55"/>
                    <a:gd name="T22" fmla="*/ 10 w 29"/>
                    <a:gd name="T23" fmla="*/ 14 h 55"/>
                    <a:gd name="T24" fmla="*/ 11 w 29"/>
                    <a:gd name="T25" fmla="*/ 30 h 55"/>
                    <a:gd name="T26" fmla="*/ 12 w 29"/>
                    <a:gd name="T27" fmla="*/ 3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55">
                      <a:moveTo>
                        <a:pt x="12" y="30"/>
                      </a:moveTo>
                      <a:cubicBezTo>
                        <a:pt x="15" y="23"/>
                        <a:pt x="17" y="15"/>
                        <a:pt x="20" y="7"/>
                      </a:cubicBezTo>
                      <a:cubicBezTo>
                        <a:pt x="21" y="5"/>
                        <a:pt x="21" y="0"/>
                        <a:pt x="25" y="1"/>
                      </a:cubicBezTo>
                      <a:cubicBezTo>
                        <a:pt x="29" y="2"/>
                        <a:pt x="27" y="6"/>
                        <a:pt x="26" y="9"/>
                      </a:cubicBezTo>
                      <a:cubicBezTo>
                        <a:pt x="23" y="19"/>
                        <a:pt x="19" y="29"/>
                        <a:pt x="16" y="39"/>
                      </a:cubicBezTo>
                      <a:cubicBezTo>
                        <a:pt x="15" y="43"/>
                        <a:pt x="14" y="48"/>
                        <a:pt x="13" y="52"/>
                      </a:cubicBezTo>
                      <a:cubicBezTo>
                        <a:pt x="12" y="55"/>
                        <a:pt x="10" y="55"/>
                        <a:pt x="7" y="54"/>
                      </a:cubicBezTo>
                      <a:cubicBezTo>
                        <a:pt x="1" y="50"/>
                        <a:pt x="0" y="49"/>
                        <a:pt x="2" y="41"/>
                      </a:cubicBezTo>
                      <a:cubicBezTo>
                        <a:pt x="3" y="38"/>
                        <a:pt x="3" y="35"/>
                        <a:pt x="3" y="32"/>
                      </a:cubicBezTo>
                      <a:cubicBezTo>
                        <a:pt x="3" y="23"/>
                        <a:pt x="2" y="15"/>
                        <a:pt x="2" y="6"/>
                      </a:cubicBezTo>
                      <a:cubicBezTo>
                        <a:pt x="2" y="3"/>
                        <a:pt x="5" y="3"/>
                        <a:pt x="6" y="5"/>
                      </a:cubicBezTo>
                      <a:cubicBezTo>
                        <a:pt x="8" y="7"/>
                        <a:pt x="10" y="11"/>
                        <a:pt x="10" y="14"/>
                      </a:cubicBezTo>
                      <a:cubicBezTo>
                        <a:pt x="11" y="19"/>
                        <a:pt x="11" y="25"/>
                        <a:pt x="11" y="30"/>
                      </a:cubicBezTo>
                      <a:cubicBezTo>
                        <a:pt x="11" y="30"/>
                        <a:pt x="12" y="30"/>
                        <a:pt x="12"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5" name="Freeform 20">
                  <a:extLst>
                    <a:ext uri="{FF2B5EF4-FFF2-40B4-BE49-F238E27FC236}">
                      <a16:creationId xmlns:a16="http://schemas.microsoft.com/office/drawing/2014/main" id="{28D425C4-CE02-4413-BBE1-2E9FA0CC0E90}"/>
                    </a:ext>
                  </a:extLst>
                </p:cNvPr>
                <p:cNvSpPr>
                  <a:spLocks/>
                </p:cNvSpPr>
                <p:nvPr/>
              </p:nvSpPr>
              <p:spPr bwMode="auto">
                <a:xfrm>
                  <a:off x="6259513" y="2933701"/>
                  <a:ext cx="114300" cy="73025"/>
                </a:xfrm>
                <a:custGeom>
                  <a:avLst/>
                  <a:gdLst>
                    <a:gd name="T0" fmla="*/ 27 w 27"/>
                    <a:gd name="T1" fmla="*/ 1 h 17"/>
                    <a:gd name="T2" fmla="*/ 16 w 27"/>
                    <a:gd name="T3" fmla="*/ 14 h 17"/>
                    <a:gd name="T4" fmla="*/ 5 w 27"/>
                    <a:gd name="T5" fmla="*/ 13 h 17"/>
                    <a:gd name="T6" fmla="*/ 0 w 27"/>
                    <a:gd name="T7" fmla="*/ 4 h 17"/>
                    <a:gd name="T8" fmla="*/ 9 w 27"/>
                    <a:gd name="T9" fmla="*/ 2 h 17"/>
                    <a:gd name="T10" fmla="*/ 27 w 27"/>
                    <a:gd name="T11" fmla="*/ 0 h 17"/>
                    <a:gd name="T12" fmla="*/ 27 w 27"/>
                    <a:gd name="T13" fmla="*/ 1 h 17"/>
                  </a:gdLst>
                  <a:ahLst/>
                  <a:cxnLst>
                    <a:cxn ang="0">
                      <a:pos x="T0" y="T1"/>
                    </a:cxn>
                    <a:cxn ang="0">
                      <a:pos x="T2" y="T3"/>
                    </a:cxn>
                    <a:cxn ang="0">
                      <a:pos x="T4" y="T5"/>
                    </a:cxn>
                    <a:cxn ang="0">
                      <a:pos x="T6" y="T7"/>
                    </a:cxn>
                    <a:cxn ang="0">
                      <a:pos x="T8" y="T9"/>
                    </a:cxn>
                    <a:cxn ang="0">
                      <a:pos x="T10" y="T11"/>
                    </a:cxn>
                    <a:cxn ang="0">
                      <a:pos x="T12" y="T13"/>
                    </a:cxn>
                  </a:cxnLst>
                  <a:rect l="0" t="0" r="r" b="b"/>
                  <a:pathLst>
                    <a:path w="27" h="17">
                      <a:moveTo>
                        <a:pt x="27" y="1"/>
                      </a:moveTo>
                      <a:cubicBezTo>
                        <a:pt x="24" y="6"/>
                        <a:pt x="20" y="10"/>
                        <a:pt x="16" y="14"/>
                      </a:cubicBezTo>
                      <a:cubicBezTo>
                        <a:pt x="14" y="17"/>
                        <a:pt x="8" y="16"/>
                        <a:pt x="5" y="13"/>
                      </a:cubicBezTo>
                      <a:cubicBezTo>
                        <a:pt x="3" y="10"/>
                        <a:pt x="1" y="7"/>
                        <a:pt x="0" y="4"/>
                      </a:cubicBezTo>
                      <a:cubicBezTo>
                        <a:pt x="3" y="3"/>
                        <a:pt x="6" y="2"/>
                        <a:pt x="9" y="2"/>
                      </a:cubicBezTo>
                      <a:cubicBezTo>
                        <a:pt x="15" y="1"/>
                        <a:pt x="21" y="1"/>
                        <a:pt x="27" y="0"/>
                      </a:cubicBezTo>
                      <a:cubicBezTo>
                        <a:pt x="27" y="1"/>
                        <a:pt x="27" y="1"/>
                        <a:pt x="2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sp>
            <p:nvSpPr>
              <p:cNvPr id="21" name="Freeform 11">
                <a:extLst>
                  <a:ext uri="{FF2B5EF4-FFF2-40B4-BE49-F238E27FC236}">
                    <a16:creationId xmlns:a16="http://schemas.microsoft.com/office/drawing/2014/main" id="{9E7CBDC3-9BA0-4307-8967-3267E5966ED9}"/>
                  </a:ext>
                </a:extLst>
              </p:cNvPr>
              <p:cNvSpPr>
                <a:spLocks noEditPoints="1"/>
              </p:cNvSpPr>
              <p:nvPr/>
            </p:nvSpPr>
            <p:spPr bwMode="auto">
              <a:xfrm>
                <a:off x="9065451" y="2270918"/>
                <a:ext cx="439964" cy="615950"/>
              </a:xfrm>
              <a:custGeom>
                <a:avLst/>
                <a:gdLst>
                  <a:gd name="T0" fmla="*/ 29 w 72"/>
                  <a:gd name="T1" fmla="*/ 49 h 102"/>
                  <a:gd name="T2" fmla="*/ 15 w 72"/>
                  <a:gd name="T3" fmla="*/ 43 h 102"/>
                  <a:gd name="T4" fmla="*/ 10 w 72"/>
                  <a:gd name="T5" fmla="*/ 21 h 102"/>
                  <a:gd name="T6" fmla="*/ 13 w 72"/>
                  <a:gd name="T7" fmla="*/ 15 h 102"/>
                  <a:gd name="T8" fmla="*/ 19 w 72"/>
                  <a:gd name="T9" fmla="*/ 18 h 102"/>
                  <a:gd name="T10" fmla="*/ 20 w 72"/>
                  <a:gd name="T11" fmla="*/ 26 h 102"/>
                  <a:gd name="T12" fmla="*/ 35 w 72"/>
                  <a:gd name="T13" fmla="*/ 22 h 102"/>
                  <a:gd name="T14" fmla="*/ 40 w 72"/>
                  <a:gd name="T15" fmla="*/ 16 h 102"/>
                  <a:gd name="T16" fmla="*/ 43 w 72"/>
                  <a:gd name="T17" fmla="*/ 14 h 102"/>
                  <a:gd name="T18" fmla="*/ 44 w 72"/>
                  <a:gd name="T19" fmla="*/ 19 h 102"/>
                  <a:gd name="T20" fmla="*/ 43 w 72"/>
                  <a:gd name="T21" fmla="*/ 28 h 102"/>
                  <a:gd name="T22" fmla="*/ 36 w 72"/>
                  <a:gd name="T23" fmla="*/ 40 h 102"/>
                  <a:gd name="T24" fmla="*/ 37 w 72"/>
                  <a:gd name="T25" fmla="*/ 42 h 102"/>
                  <a:gd name="T26" fmla="*/ 44 w 72"/>
                  <a:gd name="T27" fmla="*/ 38 h 102"/>
                  <a:gd name="T28" fmla="*/ 56 w 72"/>
                  <a:gd name="T29" fmla="*/ 20 h 102"/>
                  <a:gd name="T30" fmla="*/ 49 w 72"/>
                  <a:gd name="T31" fmla="*/ 9 h 102"/>
                  <a:gd name="T32" fmla="*/ 28 w 72"/>
                  <a:gd name="T33" fmla="*/ 14 h 102"/>
                  <a:gd name="T34" fmla="*/ 20 w 72"/>
                  <a:gd name="T35" fmla="*/ 13 h 102"/>
                  <a:gd name="T36" fmla="*/ 22 w 72"/>
                  <a:gd name="T37" fmla="*/ 6 h 102"/>
                  <a:gd name="T38" fmla="*/ 50 w 72"/>
                  <a:gd name="T39" fmla="*/ 1 h 102"/>
                  <a:gd name="T40" fmla="*/ 68 w 72"/>
                  <a:gd name="T41" fmla="*/ 12 h 102"/>
                  <a:gd name="T42" fmla="*/ 67 w 72"/>
                  <a:gd name="T43" fmla="*/ 24 h 102"/>
                  <a:gd name="T44" fmla="*/ 49 w 72"/>
                  <a:gd name="T45" fmla="*/ 48 h 102"/>
                  <a:gd name="T46" fmla="*/ 42 w 72"/>
                  <a:gd name="T47" fmla="*/ 49 h 102"/>
                  <a:gd name="T48" fmla="*/ 37 w 72"/>
                  <a:gd name="T49" fmla="*/ 47 h 102"/>
                  <a:gd name="T50" fmla="*/ 35 w 72"/>
                  <a:gd name="T51" fmla="*/ 52 h 102"/>
                  <a:gd name="T52" fmla="*/ 41 w 72"/>
                  <a:gd name="T53" fmla="*/ 58 h 102"/>
                  <a:gd name="T54" fmla="*/ 48 w 72"/>
                  <a:gd name="T55" fmla="*/ 57 h 102"/>
                  <a:gd name="T56" fmla="*/ 53 w 72"/>
                  <a:gd name="T57" fmla="*/ 59 h 102"/>
                  <a:gd name="T58" fmla="*/ 53 w 72"/>
                  <a:gd name="T59" fmla="*/ 66 h 102"/>
                  <a:gd name="T60" fmla="*/ 48 w 72"/>
                  <a:gd name="T61" fmla="*/ 70 h 102"/>
                  <a:gd name="T62" fmla="*/ 37 w 72"/>
                  <a:gd name="T63" fmla="*/ 81 h 102"/>
                  <a:gd name="T64" fmla="*/ 45 w 72"/>
                  <a:gd name="T65" fmla="*/ 81 h 102"/>
                  <a:gd name="T66" fmla="*/ 57 w 72"/>
                  <a:gd name="T67" fmla="*/ 89 h 102"/>
                  <a:gd name="T68" fmla="*/ 51 w 72"/>
                  <a:gd name="T69" fmla="*/ 98 h 102"/>
                  <a:gd name="T70" fmla="*/ 26 w 72"/>
                  <a:gd name="T71" fmla="*/ 101 h 102"/>
                  <a:gd name="T72" fmla="*/ 17 w 72"/>
                  <a:gd name="T73" fmla="*/ 96 h 102"/>
                  <a:gd name="T74" fmla="*/ 15 w 72"/>
                  <a:gd name="T75" fmla="*/ 94 h 102"/>
                  <a:gd name="T76" fmla="*/ 19 w 72"/>
                  <a:gd name="T77" fmla="*/ 77 h 102"/>
                  <a:gd name="T78" fmla="*/ 27 w 72"/>
                  <a:gd name="T79" fmla="*/ 70 h 102"/>
                  <a:gd name="T80" fmla="*/ 27 w 72"/>
                  <a:gd name="T81" fmla="*/ 69 h 102"/>
                  <a:gd name="T82" fmla="*/ 21 w 72"/>
                  <a:gd name="T83" fmla="*/ 71 h 102"/>
                  <a:gd name="T84" fmla="*/ 9 w 72"/>
                  <a:gd name="T85" fmla="*/ 76 h 102"/>
                  <a:gd name="T86" fmla="*/ 3 w 72"/>
                  <a:gd name="T87" fmla="*/ 75 h 102"/>
                  <a:gd name="T88" fmla="*/ 4 w 72"/>
                  <a:gd name="T89" fmla="*/ 69 h 102"/>
                  <a:gd name="T90" fmla="*/ 26 w 72"/>
                  <a:gd name="T91" fmla="*/ 60 h 102"/>
                  <a:gd name="T92" fmla="*/ 28 w 72"/>
                  <a:gd name="T93" fmla="*/ 57 h 102"/>
                  <a:gd name="T94" fmla="*/ 29 w 72"/>
                  <a:gd name="T95" fmla="*/ 49 h 102"/>
                  <a:gd name="T96" fmla="*/ 34 w 72"/>
                  <a:gd name="T97" fmla="*/ 29 h 102"/>
                  <a:gd name="T98" fmla="*/ 33 w 72"/>
                  <a:gd name="T99" fmla="*/ 28 h 102"/>
                  <a:gd name="T100" fmla="*/ 26 w 72"/>
                  <a:gd name="T101" fmla="*/ 32 h 102"/>
                  <a:gd name="T102" fmla="*/ 23 w 72"/>
                  <a:gd name="T103" fmla="*/ 36 h 102"/>
                  <a:gd name="T104" fmla="*/ 26 w 72"/>
                  <a:gd name="T105" fmla="*/ 42 h 102"/>
                  <a:gd name="T106" fmla="*/ 31 w 72"/>
                  <a:gd name="T107" fmla="*/ 40 h 102"/>
                  <a:gd name="T108" fmla="*/ 34 w 72"/>
                  <a:gd name="T109" fmla="*/ 29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2" h="102">
                    <a:moveTo>
                      <a:pt x="29" y="49"/>
                    </a:moveTo>
                    <a:cubicBezTo>
                      <a:pt x="19" y="52"/>
                      <a:pt x="18" y="52"/>
                      <a:pt x="15" y="43"/>
                    </a:cubicBezTo>
                    <a:cubicBezTo>
                      <a:pt x="13" y="36"/>
                      <a:pt x="11" y="28"/>
                      <a:pt x="10" y="21"/>
                    </a:cubicBezTo>
                    <a:cubicBezTo>
                      <a:pt x="9" y="19"/>
                      <a:pt x="11" y="16"/>
                      <a:pt x="13" y="15"/>
                    </a:cubicBezTo>
                    <a:cubicBezTo>
                      <a:pt x="16" y="13"/>
                      <a:pt x="18" y="16"/>
                      <a:pt x="19" y="18"/>
                    </a:cubicBezTo>
                    <a:cubicBezTo>
                      <a:pt x="19" y="21"/>
                      <a:pt x="20" y="23"/>
                      <a:pt x="20" y="26"/>
                    </a:cubicBezTo>
                    <a:cubicBezTo>
                      <a:pt x="26" y="25"/>
                      <a:pt x="31" y="24"/>
                      <a:pt x="35" y="22"/>
                    </a:cubicBezTo>
                    <a:cubicBezTo>
                      <a:pt x="37" y="21"/>
                      <a:pt x="38" y="18"/>
                      <a:pt x="40" y="16"/>
                    </a:cubicBezTo>
                    <a:cubicBezTo>
                      <a:pt x="41" y="15"/>
                      <a:pt x="42" y="14"/>
                      <a:pt x="43" y="14"/>
                    </a:cubicBezTo>
                    <a:cubicBezTo>
                      <a:pt x="44" y="15"/>
                      <a:pt x="44" y="17"/>
                      <a:pt x="44" y="19"/>
                    </a:cubicBezTo>
                    <a:cubicBezTo>
                      <a:pt x="44" y="22"/>
                      <a:pt x="43" y="25"/>
                      <a:pt x="43" y="28"/>
                    </a:cubicBezTo>
                    <a:cubicBezTo>
                      <a:pt x="37" y="29"/>
                      <a:pt x="39" y="36"/>
                      <a:pt x="36" y="40"/>
                    </a:cubicBezTo>
                    <a:cubicBezTo>
                      <a:pt x="36" y="41"/>
                      <a:pt x="37" y="41"/>
                      <a:pt x="37" y="42"/>
                    </a:cubicBezTo>
                    <a:cubicBezTo>
                      <a:pt x="39" y="41"/>
                      <a:pt x="42" y="40"/>
                      <a:pt x="44" y="38"/>
                    </a:cubicBezTo>
                    <a:cubicBezTo>
                      <a:pt x="48" y="32"/>
                      <a:pt x="52" y="26"/>
                      <a:pt x="56" y="20"/>
                    </a:cubicBezTo>
                    <a:cubicBezTo>
                      <a:pt x="59" y="15"/>
                      <a:pt x="56" y="9"/>
                      <a:pt x="49" y="9"/>
                    </a:cubicBezTo>
                    <a:cubicBezTo>
                      <a:pt x="42" y="8"/>
                      <a:pt x="34" y="10"/>
                      <a:pt x="28" y="14"/>
                    </a:cubicBezTo>
                    <a:cubicBezTo>
                      <a:pt x="25" y="16"/>
                      <a:pt x="22" y="15"/>
                      <a:pt x="20" y="13"/>
                    </a:cubicBezTo>
                    <a:cubicBezTo>
                      <a:pt x="17" y="9"/>
                      <a:pt x="17" y="7"/>
                      <a:pt x="22" y="6"/>
                    </a:cubicBezTo>
                    <a:cubicBezTo>
                      <a:pt x="31" y="3"/>
                      <a:pt x="40" y="0"/>
                      <a:pt x="50" y="1"/>
                    </a:cubicBezTo>
                    <a:cubicBezTo>
                      <a:pt x="58" y="1"/>
                      <a:pt x="63" y="7"/>
                      <a:pt x="68" y="12"/>
                    </a:cubicBezTo>
                    <a:cubicBezTo>
                      <a:pt x="72" y="15"/>
                      <a:pt x="70" y="20"/>
                      <a:pt x="67" y="24"/>
                    </a:cubicBezTo>
                    <a:cubicBezTo>
                      <a:pt x="61" y="32"/>
                      <a:pt x="55" y="40"/>
                      <a:pt x="49" y="48"/>
                    </a:cubicBezTo>
                    <a:cubicBezTo>
                      <a:pt x="47" y="51"/>
                      <a:pt x="45" y="52"/>
                      <a:pt x="42" y="49"/>
                    </a:cubicBezTo>
                    <a:cubicBezTo>
                      <a:pt x="41" y="48"/>
                      <a:pt x="38" y="47"/>
                      <a:pt x="37" y="47"/>
                    </a:cubicBezTo>
                    <a:cubicBezTo>
                      <a:pt x="36" y="48"/>
                      <a:pt x="35" y="50"/>
                      <a:pt x="35" y="52"/>
                    </a:cubicBezTo>
                    <a:cubicBezTo>
                      <a:pt x="34" y="59"/>
                      <a:pt x="34" y="59"/>
                      <a:pt x="41" y="58"/>
                    </a:cubicBezTo>
                    <a:cubicBezTo>
                      <a:pt x="43" y="57"/>
                      <a:pt x="46" y="56"/>
                      <a:pt x="48" y="57"/>
                    </a:cubicBezTo>
                    <a:cubicBezTo>
                      <a:pt x="50" y="57"/>
                      <a:pt x="53" y="58"/>
                      <a:pt x="53" y="59"/>
                    </a:cubicBezTo>
                    <a:cubicBezTo>
                      <a:pt x="54" y="61"/>
                      <a:pt x="54" y="64"/>
                      <a:pt x="53" y="66"/>
                    </a:cubicBezTo>
                    <a:cubicBezTo>
                      <a:pt x="52" y="68"/>
                      <a:pt x="50" y="69"/>
                      <a:pt x="48" y="70"/>
                    </a:cubicBezTo>
                    <a:cubicBezTo>
                      <a:pt x="44" y="73"/>
                      <a:pt x="39" y="75"/>
                      <a:pt x="37" y="81"/>
                    </a:cubicBezTo>
                    <a:cubicBezTo>
                      <a:pt x="40" y="81"/>
                      <a:pt x="43" y="81"/>
                      <a:pt x="45" y="81"/>
                    </a:cubicBezTo>
                    <a:cubicBezTo>
                      <a:pt x="51" y="81"/>
                      <a:pt x="56" y="84"/>
                      <a:pt x="57" y="89"/>
                    </a:cubicBezTo>
                    <a:cubicBezTo>
                      <a:pt x="58" y="93"/>
                      <a:pt x="55" y="97"/>
                      <a:pt x="51" y="98"/>
                    </a:cubicBezTo>
                    <a:cubicBezTo>
                      <a:pt x="43" y="99"/>
                      <a:pt x="35" y="100"/>
                      <a:pt x="26" y="101"/>
                    </a:cubicBezTo>
                    <a:cubicBezTo>
                      <a:pt x="22" y="102"/>
                      <a:pt x="19" y="100"/>
                      <a:pt x="17" y="96"/>
                    </a:cubicBezTo>
                    <a:cubicBezTo>
                      <a:pt x="16" y="96"/>
                      <a:pt x="16" y="95"/>
                      <a:pt x="15" y="94"/>
                    </a:cubicBezTo>
                    <a:cubicBezTo>
                      <a:pt x="11" y="84"/>
                      <a:pt x="11" y="84"/>
                      <a:pt x="19" y="77"/>
                    </a:cubicBezTo>
                    <a:cubicBezTo>
                      <a:pt x="22" y="75"/>
                      <a:pt x="24" y="72"/>
                      <a:pt x="27" y="70"/>
                    </a:cubicBezTo>
                    <a:cubicBezTo>
                      <a:pt x="27" y="70"/>
                      <a:pt x="27" y="69"/>
                      <a:pt x="27" y="69"/>
                    </a:cubicBezTo>
                    <a:cubicBezTo>
                      <a:pt x="25" y="69"/>
                      <a:pt x="23" y="70"/>
                      <a:pt x="21" y="71"/>
                    </a:cubicBezTo>
                    <a:cubicBezTo>
                      <a:pt x="17" y="72"/>
                      <a:pt x="13" y="74"/>
                      <a:pt x="9" y="76"/>
                    </a:cubicBezTo>
                    <a:cubicBezTo>
                      <a:pt x="7" y="76"/>
                      <a:pt x="5" y="76"/>
                      <a:pt x="3" y="75"/>
                    </a:cubicBezTo>
                    <a:cubicBezTo>
                      <a:pt x="0" y="72"/>
                      <a:pt x="0" y="71"/>
                      <a:pt x="4" y="69"/>
                    </a:cubicBezTo>
                    <a:cubicBezTo>
                      <a:pt x="12" y="66"/>
                      <a:pt x="19" y="63"/>
                      <a:pt x="26" y="60"/>
                    </a:cubicBezTo>
                    <a:cubicBezTo>
                      <a:pt x="27" y="60"/>
                      <a:pt x="28" y="58"/>
                      <a:pt x="28" y="57"/>
                    </a:cubicBezTo>
                    <a:cubicBezTo>
                      <a:pt x="29" y="55"/>
                      <a:pt x="29" y="52"/>
                      <a:pt x="29" y="49"/>
                    </a:cubicBezTo>
                    <a:close/>
                    <a:moveTo>
                      <a:pt x="34" y="29"/>
                    </a:moveTo>
                    <a:cubicBezTo>
                      <a:pt x="34" y="29"/>
                      <a:pt x="34" y="29"/>
                      <a:pt x="33" y="28"/>
                    </a:cubicBezTo>
                    <a:cubicBezTo>
                      <a:pt x="31" y="29"/>
                      <a:pt x="28" y="30"/>
                      <a:pt x="26" y="32"/>
                    </a:cubicBezTo>
                    <a:cubicBezTo>
                      <a:pt x="24" y="32"/>
                      <a:pt x="22" y="34"/>
                      <a:pt x="23" y="36"/>
                    </a:cubicBezTo>
                    <a:cubicBezTo>
                      <a:pt x="23" y="38"/>
                      <a:pt x="25" y="40"/>
                      <a:pt x="26" y="42"/>
                    </a:cubicBezTo>
                    <a:cubicBezTo>
                      <a:pt x="27" y="42"/>
                      <a:pt x="30" y="41"/>
                      <a:pt x="31" y="40"/>
                    </a:cubicBezTo>
                    <a:cubicBezTo>
                      <a:pt x="32" y="37"/>
                      <a:pt x="33" y="33"/>
                      <a:pt x="34" y="29"/>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2" name="Freeform 12">
                <a:extLst>
                  <a:ext uri="{FF2B5EF4-FFF2-40B4-BE49-F238E27FC236}">
                    <a16:creationId xmlns:a16="http://schemas.microsoft.com/office/drawing/2014/main" id="{D88D9717-3185-4A77-8E18-2A8659D441F7}"/>
                  </a:ext>
                </a:extLst>
              </p:cNvPr>
              <p:cNvSpPr>
                <a:spLocks/>
              </p:cNvSpPr>
              <p:nvPr/>
            </p:nvSpPr>
            <p:spPr bwMode="auto">
              <a:xfrm>
                <a:off x="8878184" y="2293480"/>
                <a:ext cx="236904" cy="593388"/>
              </a:xfrm>
              <a:custGeom>
                <a:avLst/>
                <a:gdLst>
                  <a:gd name="T0" fmla="*/ 30 w 39"/>
                  <a:gd name="T1" fmla="*/ 44 h 98"/>
                  <a:gd name="T2" fmla="*/ 36 w 39"/>
                  <a:gd name="T3" fmla="*/ 34 h 98"/>
                  <a:gd name="T4" fmla="*/ 37 w 39"/>
                  <a:gd name="T5" fmla="*/ 51 h 98"/>
                  <a:gd name="T6" fmla="*/ 25 w 39"/>
                  <a:gd name="T7" fmla="*/ 82 h 98"/>
                  <a:gd name="T8" fmla="*/ 21 w 39"/>
                  <a:gd name="T9" fmla="*/ 98 h 98"/>
                  <a:gd name="T10" fmla="*/ 13 w 39"/>
                  <a:gd name="T11" fmla="*/ 96 h 98"/>
                  <a:gd name="T12" fmla="*/ 5 w 39"/>
                  <a:gd name="T13" fmla="*/ 83 h 98"/>
                  <a:gd name="T14" fmla="*/ 11 w 39"/>
                  <a:gd name="T15" fmla="*/ 62 h 98"/>
                  <a:gd name="T16" fmla="*/ 9 w 39"/>
                  <a:gd name="T17" fmla="*/ 43 h 98"/>
                  <a:gd name="T18" fmla="*/ 12 w 39"/>
                  <a:gd name="T19" fmla="*/ 38 h 98"/>
                  <a:gd name="T20" fmla="*/ 18 w 39"/>
                  <a:gd name="T21" fmla="*/ 33 h 98"/>
                  <a:gd name="T22" fmla="*/ 23 w 39"/>
                  <a:gd name="T23" fmla="*/ 12 h 98"/>
                  <a:gd name="T24" fmla="*/ 11 w 39"/>
                  <a:gd name="T25" fmla="*/ 16 h 98"/>
                  <a:gd name="T26" fmla="*/ 2 w 39"/>
                  <a:gd name="T27" fmla="*/ 16 h 98"/>
                  <a:gd name="T28" fmla="*/ 0 w 39"/>
                  <a:gd name="T29" fmla="*/ 12 h 98"/>
                  <a:gd name="T30" fmla="*/ 3 w 39"/>
                  <a:gd name="T31" fmla="*/ 10 h 98"/>
                  <a:gd name="T32" fmla="*/ 16 w 39"/>
                  <a:gd name="T33" fmla="*/ 7 h 98"/>
                  <a:gd name="T34" fmla="*/ 26 w 39"/>
                  <a:gd name="T35" fmla="*/ 2 h 98"/>
                  <a:gd name="T36" fmla="*/ 32 w 39"/>
                  <a:gd name="T37" fmla="*/ 1 h 98"/>
                  <a:gd name="T38" fmla="*/ 35 w 39"/>
                  <a:gd name="T39" fmla="*/ 9 h 98"/>
                  <a:gd name="T40" fmla="*/ 34 w 39"/>
                  <a:gd name="T41" fmla="*/ 11 h 98"/>
                  <a:gd name="T42" fmla="*/ 27 w 39"/>
                  <a:gd name="T43" fmla="*/ 38 h 98"/>
                  <a:gd name="T44" fmla="*/ 28 w 39"/>
                  <a:gd name="T45" fmla="*/ 44 h 98"/>
                  <a:gd name="T46" fmla="*/ 30 w 39"/>
                  <a:gd name="T47" fmla="*/ 44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9" h="98">
                    <a:moveTo>
                      <a:pt x="30" y="44"/>
                    </a:moveTo>
                    <a:cubicBezTo>
                      <a:pt x="32" y="41"/>
                      <a:pt x="34" y="38"/>
                      <a:pt x="36" y="34"/>
                    </a:cubicBezTo>
                    <a:cubicBezTo>
                      <a:pt x="37" y="40"/>
                      <a:pt x="39" y="45"/>
                      <a:pt x="37" y="51"/>
                    </a:cubicBezTo>
                    <a:cubicBezTo>
                      <a:pt x="33" y="61"/>
                      <a:pt x="29" y="72"/>
                      <a:pt x="25" y="82"/>
                    </a:cubicBezTo>
                    <a:cubicBezTo>
                      <a:pt x="23" y="87"/>
                      <a:pt x="23" y="92"/>
                      <a:pt x="21" y="98"/>
                    </a:cubicBezTo>
                    <a:cubicBezTo>
                      <a:pt x="18" y="97"/>
                      <a:pt x="15" y="97"/>
                      <a:pt x="13" y="96"/>
                    </a:cubicBezTo>
                    <a:cubicBezTo>
                      <a:pt x="7" y="94"/>
                      <a:pt x="3" y="89"/>
                      <a:pt x="5" y="83"/>
                    </a:cubicBezTo>
                    <a:cubicBezTo>
                      <a:pt x="7" y="76"/>
                      <a:pt x="9" y="69"/>
                      <a:pt x="11" y="62"/>
                    </a:cubicBezTo>
                    <a:cubicBezTo>
                      <a:pt x="13" y="56"/>
                      <a:pt x="14" y="49"/>
                      <a:pt x="9" y="43"/>
                    </a:cubicBezTo>
                    <a:cubicBezTo>
                      <a:pt x="7" y="39"/>
                      <a:pt x="9" y="38"/>
                      <a:pt x="12" y="38"/>
                    </a:cubicBezTo>
                    <a:cubicBezTo>
                      <a:pt x="17" y="39"/>
                      <a:pt x="17" y="37"/>
                      <a:pt x="18" y="33"/>
                    </a:cubicBezTo>
                    <a:cubicBezTo>
                      <a:pt x="19" y="26"/>
                      <a:pt x="21" y="20"/>
                      <a:pt x="23" y="12"/>
                    </a:cubicBezTo>
                    <a:cubicBezTo>
                      <a:pt x="19" y="13"/>
                      <a:pt x="15" y="15"/>
                      <a:pt x="11" y="16"/>
                    </a:cubicBezTo>
                    <a:cubicBezTo>
                      <a:pt x="8" y="17"/>
                      <a:pt x="5" y="16"/>
                      <a:pt x="2" y="16"/>
                    </a:cubicBezTo>
                    <a:cubicBezTo>
                      <a:pt x="1" y="15"/>
                      <a:pt x="0" y="13"/>
                      <a:pt x="0" y="12"/>
                    </a:cubicBezTo>
                    <a:cubicBezTo>
                      <a:pt x="1" y="11"/>
                      <a:pt x="2" y="10"/>
                      <a:pt x="3" y="10"/>
                    </a:cubicBezTo>
                    <a:cubicBezTo>
                      <a:pt x="7" y="8"/>
                      <a:pt x="12" y="8"/>
                      <a:pt x="16" y="7"/>
                    </a:cubicBezTo>
                    <a:cubicBezTo>
                      <a:pt x="19" y="5"/>
                      <a:pt x="22" y="3"/>
                      <a:pt x="26" y="2"/>
                    </a:cubicBezTo>
                    <a:cubicBezTo>
                      <a:pt x="28" y="1"/>
                      <a:pt x="32" y="0"/>
                      <a:pt x="32" y="1"/>
                    </a:cubicBezTo>
                    <a:cubicBezTo>
                      <a:pt x="34" y="3"/>
                      <a:pt x="35" y="6"/>
                      <a:pt x="35" y="9"/>
                    </a:cubicBezTo>
                    <a:cubicBezTo>
                      <a:pt x="36" y="9"/>
                      <a:pt x="35" y="10"/>
                      <a:pt x="34" y="11"/>
                    </a:cubicBezTo>
                    <a:cubicBezTo>
                      <a:pt x="27" y="19"/>
                      <a:pt x="28" y="29"/>
                      <a:pt x="27" y="38"/>
                    </a:cubicBezTo>
                    <a:cubicBezTo>
                      <a:pt x="27" y="40"/>
                      <a:pt x="28" y="42"/>
                      <a:pt x="28" y="44"/>
                    </a:cubicBezTo>
                    <a:cubicBezTo>
                      <a:pt x="29" y="44"/>
                      <a:pt x="29" y="44"/>
                      <a:pt x="30" y="44"/>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grpSp>
      </p:grpSp>
      <p:pic>
        <p:nvPicPr>
          <p:cNvPr id="40" name="图片 39"/>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9403566" y="501046"/>
            <a:ext cx="2203058" cy="616640"/>
          </a:xfrm>
          <a:prstGeom prst="rect">
            <a:avLst/>
          </a:prstGeom>
        </p:spPr>
      </p:pic>
    </p:spTree>
    <p:extLst>
      <p:ext uri="{BB962C8B-B14F-4D97-AF65-F5344CB8AC3E}">
        <p14:creationId xmlns:p14="http://schemas.microsoft.com/office/powerpoint/2010/main" val="66691649"/>
      </p:ext>
    </p:extLst>
  </p:cSld>
  <p:clrMapOvr>
    <a:masterClrMapping/>
  </p:clrMapOvr>
  <p:transition spd="med">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封面样式5-首页">
    <p:spTree>
      <p:nvGrpSpPr>
        <p:cNvPr id="1" name=""/>
        <p:cNvGrpSpPr/>
        <p:nvPr/>
      </p:nvGrpSpPr>
      <p:grpSpPr>
        <a:xfrm>
          <a:off x="0" y="0"/>
          <a:ext cx="0" cy="0"/>
          <a:chOff x="0" y="0"/>
          <a:chExt cx="0" cy="0"/>
        </a:xfrm>
      </p:grpSpPr>
      <p:pic>
        <p:nvPicPr>
          <p:cNvPr id="6" name="图片 5"/>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6352" y="0"/>
            <a:ext cx="12198351" cy="5024521"/>
          </a:xfrm>
          <a:prstGeom prst="rect">
            <a:avLst/>
          </a:prstGeom>
        </p:spPr>
      </p:pic>
      <p:sp>
        <p:nvSpPr>
          <p:cNvPr id="7" name="矩形 6">
            <a:extLst>
              <a:ext uri="{FF2B5EF4-FFF2-40B4-BE49-F238E27FC236}">
                <a16:creationId xmlns:a16="http://schemas.microsoft.com/office/drawing/2014/main" id="{967B1D1D-6BBC-4ED8-9FCC-DC0FA0BC2B89}"/>
              </a:ext>
            </a:extLst>
          </p:cNvPr>
          <p:cNvSpPr/>
          <p:nvPr userDrawn="1"/>
        </p:nvSpPr>
        <p:spPr>
          <a:xfrm>
            <a:off x="-6351" y="0"/>
            <a:ext cx="12198349" cy="6858000"/>
          </a:xfrm>
          <a:prstGeom prst="rect">
            <a:avLst/>
          </a:prstGeom>
          <a:gradFill>
            <a:gsLst>
              <a:gs pos="0">
                <a:schemeClr val="accent1">
                  <a:lumMod val="100000"/>
                  <a:alpha val="0"/>
                </a:schemeClr>
              </a:gs>
              <a:gs pos="66000">
                <a:schemeClr val="accent1">
                  <a:lumMod val="100000"/>
                </a:schemeClr>
              </a:gs>
              <a:gs pos="100000">
                <a:schemeClr val="accent1">
                  <a:lumMod val="10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9" name="直接连接符 8">
            <a:extLst>
              <a:ext uri="{FF2B5EF4-FFF2-40B4-BE49-F238E27FC236}">
                <a16:creationId xmlns:a16="http://schemas.microsoft.com/office/drawing/2014/main" id="{15F45701-0E09-42AA-8D39-D350E0628036}"/>
              </a:ext>
            </a:extLst>
          </p:cNvPr>
          <p:cNvCxnSpPr>
            <a:cxnSpLocks/>
          </p:cNvCxnSpPr>
          <p:nvPr userDrawn="1"/>
        </p:nvCxnSpPr>
        <p:spPr>
          <a:xfrm>
            <a:off x="660400" y="4550546"/>
            <a:ext cx="10858500" cy="0"/>
          </a:xfrm>
          <a:prstGeom prst="line">
            <a:avLst/>
          </a:prstGeom>
          <a:ln w="9525" cmpd="sng">
            <a:gradFill>
              <a:gsLst>
                <a:gs pos="50000">
                  <a:srgbClr val="F3F8FF">
                    <a:alpha val="77000"/>
                  </a:srgbClr>
                </a:gs>
                <a:gs pos="0">
                  <a:schemeClr val="accent1">
                    <a:lumMod val="5000"/>
                    <a:lumOff val="95000"/>
                    <a:alpha val="0"/>
                  </a:schemeClr>
                </a:gs>
                <a:gs pos="100000">
                  <a:schemeClr val="bg1">
                    <a:alpha val="0"/>
                  </a:schemeClr>
                </a:gs>
              </a:gsLst>
              <a:lin ang="0" scaled="0"/>
            </a:gradFill>
            <a:prstDash val="solid"/>
          </a:ln>
        </p:spPr>
        <p:style>
          <a:lnRef idx="1">
            <a:schemeClr val="accent1"/>
          </a:lnRef>
          <a:fillRef idx="0">
            <a:schemeClr val="accent1"/>
          </a:fillRef>
          <a:effectRef idx="0">
            <a:schemeClr val="accent1"/>
          </a:effectRef>
          <a:fontRef idx="minor">
            <a:schemeClr val="tx1"/>
          </a:fontRef>
        </p:style>
      </p:cxnSp>
      <p:pic>
        <p:nvPicPr>
          <p:cNvPr id="10" name="图片 9">
            <a:extLst>
              <a:ext uri="{FF2B5EF4-FFF2-40B4-BE49-F238E27FC236}">
                <a16:creationId xmlns:a16="http://schemas.microsoft.com/office/drawing/2014/main" id="{F81FFCCD-913C-4418-B3A0-9DE71494BB9A}"/>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7223405" y="2402693"/>
            <a:ext cx="4785100" cy="4774940"/>
          </a:xfrm>
          <a:prstGeom prst="rect">
            <a:avLst/>
          </a:prstGeom>
        </p:spPr>
      </p:pic>
      <p:pic>
        <p:nvPicPr>
          <p:cNvPr id="11" name="图片 10">
            <a:extLst>
              <a:ext uri="{FF2B5EF4-FFF2-40B4-BE49-F238E27FC236}">
                <a16:creationId xmlns:a16="http://schemas.microsoft.com/office/drawing/2014/main" id="{BDB3C714-2045-4E13-8CB2-88E2204DFF3F}"/>
              </a:ext>
            </a:extLst>
          </p:cNvPr>
          <p:cNvPicPr>
            <a:picLocks noChangeAspect="1"/>
          </p:cNvPicPr>
          <p:nvPr userDrawn="1"/>
        </p:nvPicPr>
        <p:blipFill rotWithShape="1">
          <a:blip r:embed="rId4" cstate="screen">
            <a:extLst>
              <a:ext uri="{28A0092B-C50C-407E-A947-70E740481C1C}">
                <a14:useLocalDpi xmlns:a14="http://schemas.microsoft.com/office/drawing/2010/main"/>
              </a:ext>
            </a:extLst>
          </a:blip>
          <a:srcRect l="6610" b="12305"/>
          <a:stretch/>
        </p:blipFill>
        <p:spPr>
          <a:xfrm>
            <a:off x="14873" y="5340546"/>
            <a:ext cx="6018099" cy="1518363"/>
          </a:xfrm>
          <a:prstGeom prst="rect">
            <a:avLst/>
          </a:prstGeom>
        </p:spPr>
      </p:pic>
      <p:pic>
        <p:nvPicPr>
          <p:cNvPr id="12" name="图片 11">
            <a:extLst>
              <a:ext uri="{FF2B5EF4-FFF2-40B4-BE49-F238E27FC236}">
                <a16:creationId xmlns:a16="http://schemas.microsoft.com/office/drawing/2014/main" id="{3D317F47-628C-44F6-87C6-7CCB3BA56072}"/>
              </a:ext>
            </a:extLst>
          </p:cNvPr>
          <p:cNvPicPr>
            <a:picLocks noChangeAspect="1"/>
          </p:cNvPicPr>
          <p:nvPr userDrawn="1"/>
        </p:nvPicPr>
        <p:blipFill rotWithShape="1">
          <a:blip r:embed="rId4" cstate="screen">
            <a:extLst>
              <a:ext uri="{28A0092B-C50C-407E-A947-70E740481C1C}">
                <a14:useLocalDpi xmlns:a14="http://schemas.microsoft.com/office/drawing/2010/main"/>
              </a:ext>
            </a:extLst>
          </a:blip>
          <a:srcRect l="6610" b="12305"/>
          <a:stretch/>
        </p:blipFill>
        <p:spPr>
          <a:xfrm flipH="1">
            <a:off x="6154789" y="5340546"/>
            <a:ext cx="6018099" cy="1518363"/>
          </a:xfrm>
          <a:prstGeom prst="rect">
            <a:avLst/>
          </a:prstGeom>
        </p:spPr>
      </p:pic>
      <p:pic>
        <p:nvPicPr>
          <p:cNvPr id="18" name="图片 17"/>
          <p:cNvPicPr>
            <a:picLocks noChangeAspect="1"/>
          </p:cNvPicPr>
          <p:nvPr userDrawn="1"/>
        </p:nvPicPr>
        <p:blipFill>
          <a:blip r:embed="rId5" cstate="print">
            <a:extLst>
              <a:ext uri="{28A0092B-C50C-407E-A947-70E740481C1C}">
                <a14:useLocalDpi xmlns:a14="http://schemas.microsoft.com/office/drawing/2010/main"/>
              </a:ext>
            </a:extLst>
          </a:blip>
          <a:stretch>
            <a:fillRect/>
          </a:stretch>
        </p:blipFill>
        <p:spPr>
          <a:xfrm>
            <a:off x="5018002" y="2568943"/>
            <a:ext cx="2143294" cy="599913"/>
          </a:xfrm>
          <a:prstGeom prst="rect">
            <a:avLst/>
          </a:prstGeom>
        </p:spPr>
      </p:pic>
    </p:spTree>
    <p:extLst>
      <p:ext uri="{BB962C8B-B14F-4D97-AF65-F5344CB8AC3E}">
        <p14:creationId xmlns:p14="http://schemas.microsoft.com/office/powerpoint/2010/main" val="1636768167"/>
      </p:ext>
    </p:extLst>
  </p:cSld>
  <p:clrMapOvr>
    <a:masterClrMapping/>
  </p:clrMapOvr>
  <p:transition spd="med">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封面样式5-尾页">
    <p:spTree>
      <p:nvGrpSpPr>
        <p:cNvPr id="1" name=""/>
        <p:cNvGrpSpPr/>
        <p:nvPr/>
      </p:nvGrpSpPr>
      <p:grpSpPr>
        <a:xfrm>
          <a:off x="0" y="0"/>
          <a:ext cx="0" cy="0"/>
          <a:chOff x="0" y="0"/>
          <a:chExt cx="0" cy="0"/>
        </a:xfrm>
      </p:grpSpPr>
      <p:pic>
        <p:nvPicPr>
          <p:cNvPr id="6" name="图片 5"/>
          <p:cNvPicPr>
            <a:picLocks noChangeAspect="1"/>
          </p:cNvPicPr>
          <p:nvPr userDrawn="1"/>
        </p:nvPicPr>
        <p:blipFill rotWithShape="1">
          <a:blip r:embed="rId2" cstate="hqprint">
            <a:extLst>
              <a:ext uri="{28A0092B-C50C-407E-A947-70E740481C1C}">
                <a14:useLocalDpi xmlns:a14="http://schemas.microsoft.com/office/drawing/2010/main"/>
              </a:ext>
            </a:extLst>
          </a:blip>
          <a:srcRect/>
          <a:stretch/>
        </p:blipFill>
        <p:spPr>
          <a:xfrm>
            <a:off x="-12702" y="0"/>
            <a:ext cx="12204702" cy="5902493"/>
          </a:xfrm>
          <a:prstGeom prst="rect">
            <a:avLst/>
          </a:prstGeom>
        </p:spPr>
      </p:pic>
      <p:sp>
        <p:nvSpPr>
          <p:cNvPr id="7" name="矩形 6">
            <a:extLst>
              <a:ext uri="{FF2B5EF4-FFF2-40B4-BE49-F238E27FC236}">
                <a16:creationId xmlns:a16="http://schemas.microsoft.com/office/drawing/2014/main" id="{967B1D1D-6BBC-4ED8-9FCC-DC0FA0BC2B89}"/>
              </a:ext>
            </a:extLst>
          </p:cNvPr>
          <p:cNvSpPr/>
          <p:nvPr userDrawn="1"/>
        </p:nvSpPr>
        <p:spPr>
          <a:xfrm>
            <a:off x="1" y="0"/>
            <a:ext cx="12191998" cy="6858000"/>
          </a:xfrm>
          <a:prstGeom prst="rect">
            <a:avLst/>
          </a:prstGeom>
          <a:gradFill>
            <a:gsLst>
              <a:gs pos="0">
                <a:schemeClr val="bg1">
                  <a:alpha val="30000"/>
                </a:schemeClr>
              </a:gs>
              <a:gs pos="60000">
                <a:schemeClr val="accent1">
                  <a:lumMod val="100000"/>
                </a:schemeClr>
              </a:gs>
              <a:gs pos="100000">
                <a:schemeClr val="accent1">
                  <a:lumMod val="10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9" name="直接连接符 8">
            <a:extLst>
              <a:ext uri="{FF2B5EF4-FFF2-40B4-BE49-F238E27FC236}">
                <a16:creationId xmlns:a16="http://schemas.microsoft.com/office/drawing/2014/main" id="{15F45701-0E09-42AA-8D39-D350E0628036}"/>
              </a:ext>
            </a:extLst>
          </p:cNvPr>
          <p:cNvCxnSpPr>
            <a:cxnSpLocks/>
          </p:cNvCxnSpPr>
          <p:nvPr userDrawn="1"/>
        </p:nvCxnSpPr>
        <p:spPr>
          <a:xfrm>
            <a:off x="660400" y="4626145"/>
            <a:ext cx="10858500" cy="0"/>
          </a:xfrm>
          <a:prstGeom prst="line">
            <a:avLst/>
          </a:prstGeom>
          <a:ln w="9525" cmpd="sng">
            <a:gradFill>
              <a:gsLst>
                <a:gs pos="50000">
                  <a:srgbClr val="F3F8FF">
                    <a:alpha val="77000"/>
                  </a:srgbClr>
                </a:gs>
                <a:gs pos="0">
                  <a:schemeClr val="accent1">
                    <a:lumMod val="5000"/>
                    <a:lumOff val="95000"/>
                    <a:alpha val="0"/>
                  </a:schemeClr>
                </a:gs>
                <a:gs pos="100000">
                  <a:schemeClr val="bg1">
                    <a:alpha val="0"/>
                  </a:schemeClr>
                </a:gs>
              </a:gsLst>
              <a:lin ang="0" scaled="0"/>
            </a:gradFill>
            <a:prstDash val="solid"/>
          </a:ln>
        </p:spPr>
        <p:style>
          <a:lnRef idx="1">
            <a:schemeClr val="accent1"/>
          </a:lnRef>
          <a:fillRef idx="0">
            <a:schemeClr val="accent1"/>
          </a:fillRef>
          <a:effectRef idx="0">
            <a:schemeClr val="accent1"/>
          </a:effectRef>
          <a:fontRef idx="minor">
            <a:schemeClr val="tx1"/>
          </a:fontRef>
        </p:style>
      </p:cxnSp>
      <p:pic>
        <p:nvPicPr>
          <p:cNvPr id="14" name="图片 13">
            <a:extLst>
              <a:ext uri="{FF2B5EF4-FFF2-40B4-BE49-F238E27FC236}">
                <a16:creationId xmlns:a16="http://schemas.microsoft.com/office/drawing/2014/main" id="{F37F3A85-2261-46EC-A02C-83B9F454765E}"/>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6610" b="12305"/>
          <a:stretch/>
        </p:blipFill>
        <p:spPr>
          <a:xfrm flipV="1">
            <a:off x="14873" y="-15231"/>
            <a:ext cx="6018099" cy="1518363"/>
          </a:xfrm>
          <a:prstGeom prst="rect">
            <a:avLst/>
          </a:prstGeom>
        </p:spPr>
      </p:pic>
      <p:pic>
        <p:nvPicPr>
          <p:cNvPr id="15" name="图片 14">
            <a:extLst>
              <a:ext uri="{FF2B5EF4-FFF2-40B4-BE49-F238E27FC236}">
                <a16:creationId xmlns:a16="http://schemas.microsoft.com/office/drawing/2014/main" id="{5E77D16F-33CA-4E01-9DC4-2CB84AE10EFD}"/>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6610" b="12305"/>
          <a:stretch/>
        </p:blipFill>
        <p:spPr>
          <a:xfrm flipH="1" flipV="1">
            <a:off x="6154789" y="-15231"/>
            <a:ext cx="6018099" cy="1518363"/>
          </a:xfrm>
          <a:prstGeom prst="rect">
            <a:avLst/>
          </a:prstGeom>
        </p:spPr>
      </p:pic>
      <p:pic>
        <p:nvPicPr>
          <p:cNvPr id="16" name="图片 15"/>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5018002" y="2577573"/>
            <a:ext cx="2143294" cy="599913"/>
          </a:xfrm>
          <a:prstGeom prst="rect">
            <a:avLst/>
          </a:prstGeom>
        </p:spPr>
      </p:pic>
      <p:grpSp>
        <p:nvGrpSpPr>
          <p:cNvPr id="17" name="组合 16"/>
          <p:cNvGrpSpPr/>
          <p:nvPr userDrawn="1"/>
        </p:nvGrpSpPr>
        <p:grpSpPr>
          <a:xfrm>
            <a:off x="3040886" y="5719548"/>
            <a:ext cx="6136451" cy="681262"/>
            <a:chOff x="582366" y="5719539"/>
            <a:chExt cx="6136451" cy="681262"/>
          </a:xfrm>
          <a:gradFill flip="none" rotWithShape="1">
            <a:gsLst>
              <a:gs pos="100000">
                <a:schemeClr val="bg1">
                  <a:alpha val="9000"/>
                </a:schemeClr>
              </a:gs>
              <a:gs pos="0">
                <a:schemeClr val="bg1">
                  <a:alpha val="3000"/>
                </a:schemeClr>
              </a:gs>
            </a:gsLst>
            <a:lin ang="16200000" scaled="1"/>
            <a:tileRect/>
          </a:gradFill>
        </p:grpSpPr>
        <p:grpSp>
          <p:nvGrpSpPr>
            <p:cNvPr id="18" name="组合 17">
              <a:extLst>
                <a:ext uri="{FF2B5EF4-FFF2-40B4-BE49-F238E27FC236}">
                  <a16:creationId xmlns:a16="http://schemas.microsoft.com/office/drawing/2014/main" id="{2B6AF4F4-F405-428E-ACB6-6C287CCD9962}"/>
                </a:ext>
              </a:extLst>
            </p:cNvPr>
            <p:cNvGrpSpPr/>
            <p:nvPr/>
          </p:nvGrpSpPr>
          <p:grpSpPr>
            <a:xfrm>
              <a:off x="4043374" y="5725999"/>
              <a:ext cx="2675443" cy="667232"/>
              <a:chOff x="10340336" y="2247899"/>
              <a:chExt cx="2724438" cy="679451"/>
            </a:xfrm>
            <a:grpFill/>
          </p:grpSpPr>
          <p:sp>
            <p:nvSpPr>
              <p:cNvPr id="32" name="Freeform 5">
                <a:extLst>
                  <a:ext uri="{FF2B5EF4-FFF2-40B4-BE49-F238E27FC236}">
                    <a16:creationId xmlns:a16="http://schemas.microsoft.com/office/drawing/2014/main" id="{7EF8326A-A460-4F1F-A35E-22F6C0E02782}"/>
                  </a:ext>
                </a:extLst>
              </p:cNvPr>
              <p:cNvSpPr>
                <a:spLocks/>
              </p:cNvSpPr>
              <p:nvPr/>
            </p:nvSpPr>
            <p:spPr bwMode="auto">
              <a:xfrm>
                <a:off x="11868131" y="2285206"/>
                <a:ext cx="534988" cy="603250"/>
              </a:xfrm>
              <a:custGeom>
                <a:avLst/>
                <a:gdLst>
                  <a:gd name="T0" fmla="*/ 41 w 125"/>
                  <a:gd name="T1" fmla="*/ 16 h 142"/>
                  <a:gd name="T2" fmla="*/ 49 w 125"/>
                  <a:gd name="T3" fmla="*/ 3 h 142"/>
                  <a:gd name="T4" fmla="*/ 62 w 125"/>
                  <a:gd name="T5" fmla="*/ 20 h 142"/>
                  <a:gd name="T6" fmla="*/ 64 w 125"/>
                  <a:gd name="T7" fmla="*/ 33 h 142"/>
                  <a:gd name="T8" fmla="*/ 50 w 125"/>
                  <a:gd name="T9" fmla="*/ 34 h 142"/>
                  <a:gd name="T10" fmla="*/ 58 w 125"/>
                  <a:gd name="T11" fmla="*/ 58 h 142"/>
                  <a:gd name="T12" fmla="*/ 75 w 125"/>
                  <a:gd name="T13" fmla="*/ 59 h 142"/>
                  <a:gd name="T14" fmla="*/ 71 w 125"/>
                  <a:gd name="T15" fmla="*/ 50 h 142"/>
                  <a:gd name="T16" fmla="*/ 81 w 125"/>
                  <a:gd name="T17" fmla="*/ 47 h 142"/>
                  <a:gd name="T18" fmla="*/ 65 w 125"/>
                  <a:gd name="T19" fmla="*/ 42 h 142"/>
                  <a:gd name="T20" fmla="*/ 63 w 125"/>
                  <a:gd name="T21" fmla="*/ 37 h 142"/>
                  <a:gd name="T22" fmla="*/ 85 w 125"/>
                  <a:gd name="T23" fmla="*/ 27 h 142"/>
                  <a:gd name="T24" fmla="*/ 93 w 125"/>
                  <a:gd name="T25" fmla="*/ 2 h 142"/>
                  <a:gd name="T26" fmla="*/ 99 w 125"/>
                  <a:gd name="T27" fmla="*/ 5 h 142"/>
                  <a:gd name="T28" fmla="*/ 111 w 125"/>
                  <a:gd name="T29" fmla="*/ 30 h 142"/>
                  <a:gd name="T30" fmla="*/ 102 w 125"/>
                  <a:gd name="T31" fmla="*/ 34 h 142"/>
                  <a:gd name="T32" fmla="*/ 95 w 125"/>
                  <a:gd name="T33" fmla="*/ 59 h 142"/>
                  <a:gd name="T34" fmla="*/ 123 w 125"/>
                  <a:gd name="T35" fmla="*/ 61 h 142"/>
                  <a:gd name="T36" fmla="*/ 110 w 125"/>
                  <a:gd name="T37" fmla="*/ 71 h 142"/>
                  <a:gd name="T38" fmla="*/ 104 w 125"/>
                  <a:gd name="T39" fmla="*/ 82 h 142"/>
                  <a:gd name="T40" fmla="*/ 112 w 125"/>
                  <a:gd name="T41" fmla="*/ 134 h 142"/>
                  <a:gd name="T42" fmla="*/ 102 w 125"/>
                  <a:gd name="T43" fmla="*/ 140 h 142"/>
                  <a:gd name="T44" fmla="*/ 89 w 125"/>
                  <a:gd name="T45" fmla="*/ 123 h 142"/>
                  <a:gd name="T46" fmla="*/ 101 w 125"/>
                  <a:gd name="T47" fmla="*/ 128 h 142"/>
                  <a:gd name="T48" fmla="*/ 101 w 125"/>
                  <a:gd name="T49" fmla="*/ 92 h 142"/>
                  <a:gd name="T50" fmla="*/ 97 w 125"/>
                  <a:gd name="T51" fmla="*/ 99 h 142"/>
                  <a:gd name="T52" fmla="*/ 90 w 125"/>
                  <a:gd name="T53" fmla="*/ 103 h 142"/>
                  <a:gd name="T54" fmla="*/ 86 w 125"/>
                  <a:gd name="T55" fmla="*/ 110 h 142"/>
                  <a:gd name="T56" fmla="*/ 81 w 125"/>
                  <a:gd name="T57" fmla="*/ 120 h 142"/>
                  <a:gd name="T58" fmla="*/ 88 w 125"/>
                  <a:gd name="T59" fmla="*/ 71 h 142"/>
                  <a:gd name="T60" fmla="*/ 60 w 125"/>
                  <a:gd name="T61" fmla="*/ 87 h 142"/>
                  <a:gd name="T62" fmla="*/ 53 w 125"/>
                  <a:gd name="T63" fmla="*/ 89 h 142"/>
                  <a:gd name="T64" fmla="*/ 51 w 125"/>
                  <a:gd name="T65" fmla="*/ 128 h 142"/>
                  <a:gd name="T66" fmla="*/ 43 w 125"/>
                  <a:gd name="T67" fmla="*/ 134 h 142"/>
                  <a:gd name="T68" fmla="*/ 39 w 125"/>
                  <a:gd name="T69" fmla="*/ 107 h 142"/>
                  <a:gd name="T70" fmla="*/ 33 w 125"/>
                  <a:gd name="T71" fmla="*/ 114 h 142"/>
                  <a:gd name="T72" fmla="*/ 17 w 125"/>
                  <a:gd name="T73" fmla="*/ 108 h 142"/>
                  <a:gd name="T74" fmla="*/ 5 w 125"/>
                  <a:gd name="T75" fmla="*/ 81 h 142"/>
                  <a:gd name="T76" fmla="*/ 34 w 125"/>
                  <a:gd name="T77" fmla="*/ 56 h 142"/>
                  <a:gd name="T78" fmla="*/ 38 w 125"/>
                  <a:gd name="T79" fmla="*/ 33 h 142"/>
                  <a:gd name="T80" fmla="*/ 22 w 125"/>
                  <a:gd name="T81" fmla="*/ 55 h 142"/>
                  <a:gd name="T82" fmla="*/ 14 w 125"/>
                  <a:gd name="T83" fmla="*/ 55 h 142"/>
                  <a:gd name="T84" fmla="*/ 11 w 125"/>
                  <a:gd name="T85" fmla="*/ 36 h 142"/>
                  <a:gd name="T86" fmla="*/ 32 w 125"/>
                  <a:gd name="T87" fmla="*/ 22 h 142"/>
                  <a:gd name="T88" fmla="*/ 28 w 125"/>
                  <a:gd name="T89" fmla="*/ 33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5" h="142">
                    <a:moveTo>
                      <a:pt x="28" y="33"/>
                    </a:moveTo>
                    <a:cubicBezTo>
                      <a:pt x="35" y="29"/>
                      <a:pt x="41" y="25"/>
                      <a:pt x="41" y="16"/>
                    </a:cubicBezTo>
                    <a:cubicBezTo>
                      <a:pt x="41" y="13"/>
                      <a:pt x="43" y="9"/>
                      <a:pt x="44" y="6"/>
                    </a:cubicBezTo>
                    <a:cubicBezTo>
                      <a:pt x="45" y="5"/>
                      <a:pt x="48" y="3"/>
                      <a:pt x="49" y="3"/>
                    </a:cubicBezTo>
                    <a:cubicBezTo>
                      <a:pt x="54" y="4"/>
                      <a:pt x="59" y="9"/>
                      <a:pt x="59" y="15"/>
                    </a:cubicBezTo>
                    <a:cubicBezTo>
                      <a:pt x="59" y="18"/>
                      <a:pt x="60" y="19"/>
                      <a:pt x="62" y="20"/>
                    </a:cubicBezTo>
                    <a:cubicBezTo>
                      <a:pt x="65" y="22"/>
                      <a:pt x="68" y="25"/>
                      <a:pt x="69" y="28"/>
                    </a:cubicBezTo>
                    <a:cubicBezTo>
                      <a:pt x="71" y="32"/>
                      <a:pt x="68" y="34"/>
                      <a:pt x="64" y="33"/>
                    </a:cubicBezTo>
                    <a:cubicBezTo>
                      <a:pt x="62" y="32"/>
                      <a:pt x="60" y="31"/>
                      <a:pt x="57" y="30"/>
                    </a:cubicBezTo>
                    <a:cubicBezTo>
                      <a:pt x="53" y="28"/>
                      <a:pt x="51" y="29"/>
                      <a:pt x="50" y="34"/>
                    </a:cubicBezTo>
                    <a:cubicBezTo>
                      <a:pt x="48" y="45"/>
                      <a:pt x="46" y="56"/>
                      <a:pt x="52" y="66"/>
                    </a:cubicBezTo>
                    <a:cubicBezTo>
                      <a:pt x="54" y="64"/>
                      <a:pt x="56" y="62"/>
                      <a:pt x="58" y="58"/>
                    </a:cubicBezTo>
                    <a:cubicBezTo>
                      <a:pt x="61" y="62"/>
                      <a:pt x="63" y="65"/>
                      <a:pt x="65" y="69"/>
                    </a:cubicBezTo>
                    <a:cubicBezTo>
                      <a:pt x="68" y="66"/>
                      <a:pt x="72" y="62"/>
                      <a:pt x="75" y="59"/>
                    </a:cubicBezTo>
                    <a:cubicBezTo>
                      <a:pt x="76" y="58"/>
                      <a:pt x="75" y="56"/>
                      <a:pt x="75" y="55"/>
                    </a:cubicBezTo>
                    <a:cubicBezTo>
                      <a:pt x="74" y="53"/>
                      <a:pt x="71" y="51"/>
                      <a:pt x="71" y="50"/>
                    </a:cubicBezTo>
                    <a:cubicBezTo>
                      <a:pt x="72" y="47"/>
                      <a:pt x="75" y="46"/>
                      <a:pt x="78" y="47"/>
                    </a:cubicBezTo>
                    <a:cubicBezTo>
                      <a:pt x="79" y="47"/>
                      <a:pt x="80" y="47"/>
                      <a:pt x="81" y="47"/>
                    </a:cubicBezTo>
                    <a:cubicBezTo>
                      <a:pt x="81" y="44"/>
                      <a:pt x="82" y="40"/>
                      <a:pt x="83" y="35"/>
                    </a:cubicBezTo>
                    <a:cubicBezTo>
                      <a:pt x="76" y="38"/>
                      <a:pt x="71" y="40"/>
                      <a:pt x="65" y="42"/>
                    </a:cubicBezTo>
                    <a:cubicBezTo>
                      <a:pt x="61" y="44"/>
                      <a:pt x="60" y="44"/>
                      <a:pt x="57" y="40"/>
                    </a:cubicBezTo>
                    <a:cubicBezTo>
                      <a:pt x="59" y="39"/>
                      <a:pt x="61" y="38"/>
                      <a:pt x="63" y="37"/>
                    </a:cubicBezTo>
                    <a:cubicBezTo>
                      <a:pt x="69" y="35"/>
                      <a:pt x="75" y="33"/>
                      <a:pt x="81" y="30"/>
                    </a:cubicBezTo>
                    <a:cubicBezTo>
                      <a:pt x="83" y="30"/>
                      <a:pt x="84" y="28"/>
                      <a:pt x="85" y="27"/>
                    </a:cubicBezTo>
                    <a:cubicBezTo>
                      <a:pt x="87" y="21"/>
                      <a:pt x="88" y="14"/>
                      <a:pt x="90" y="8"/>
                    </a:cubicBezTo>
                    <a:cubicBezTo>
                      <a:pt x="90" y="6"/>
                      <a:pt x="92" y="3"/>
                      <a:pt x="93" y="2"/>
                    </a:cubicBezTo>
                    <a:cubicBezTo>
                      <a:pt x="94" y="0"/>
                      <a:pt x="96" y="0"/>
                      <a:pt x="98" y="0"/>
                    </a:cubicBezTo>
                    <a:cubicBezTo>
                      <a:pt x="98" y="1"/>
                      <a:pt x="99" y="4"/>
                      <a:pt x="99" y="5"/>
                    </a:cubicBezTo>
                    <a:cubicBezTo>
                      <a:pt x="93" y="12"/>
                      <a:pt x="94" y="20"/>
                      <a:pt x="92" y="28"/>
                    </a:cubicBezTo>
                    <a:cubicBezTo>
                      <a:pt x="98" y="31"/>
                      <a:pt x="105" y="25"/>
                      <a:pt x="111" y="30"/>
                    </a:cubicBezTo>
                    <a:cubicBezTo>
                      <a:pt x="109" y="33"/>
                      <a:pt x="107" y="36"/>
                      <a:pt x="103" y="35"/>
                    </a:cubicBezTo>
                    <a:cubicBezTo>
                      <a:pt x="103" y="34"/>
                      <a:pt x="102" y="34"/>
                      <a:pt x="102" y="34"/>
                    </a:cubicBezTo>
                    <a:cubicBezTo>
                      <a:pt x="92" y="34"/>
                      <a:pt x="88" y="39"/>
                      <a:pt x="90" y="49"/>
                    </a:cubicBezTo>
                    <a:cubicBezTo>
                      <a:pt x="91" y="52"/>
                      <a:pt x="93" y="55"/>
                      <a:pt x="95" y="59"/>
                    </a:cubicBezTo>
                    <a:cubicBezTo>
                      <a:pt x="99" y="59"/>
                      <a:pt x="104" y="58"/>
                      <a:pt x="109" y="57"/>
                    </a:cubicBezTo>
                    <a:cubicBezTo>
                      <a:pt x="114" y="56"/>
                      <a:pt x="119" y="58"/>
                      <a:pt x="123" y="61"/>
                    </a:cubicBezTo>
                    <a:cubicBezTo>
                      <a:pt x="125" y="63"/>
                      <a:pt x="125" y="66"/>
                      <a:pt x="122" y="67"/>
                    </a:cubicBezTo>
                    <a:cubicBezTo>
                      <a:pt x="118" y="69"/>
                      <a:pt x="114" y="71"/>
                      <a:pt x="110" y="71"/>
                    </a:cubicBezTo>
                    <a:cubicBezTo>
                      <a:pt x="103" y="70"/>
                      <a:pt x="99" y="75"/>
                      <a:pt x="95" y="79"/>
                    </a:cubicBezTo>
                    <a:cubicBezTo>
                      <a:pt x="98" y="80"/>
                      <a:pt x="102" y="80"/>
                      <a:pt x="104" y="82"/>
                    </a:cubicBezTo>
                    <a:cubicBezTo>
                      <a:pt x="106" y="83"/>
                      <a:pt x="108" y="86"/>
                      <a:pt x="109" y="88"/>
                    </a:cubicBezTo>
                    <a:cubicBezTo>
                      <a:pt x="110" y="104"/>
                      <a:pt x="111" y="119"/>
                      <a:pt x="112" y="134"/>
                    </a:cubicBezTo>
                    <a:cubicBezTo>
                      <a:pt x="112" y="137"/>
                      <a:pt x="110" y="140"/>
                      <a:pt x="110" y="142"/>
                    </a:cubicBezTo>
                    <a:cubicBezTo>
                      <a:pt x="107" y="141"/>
                      <a:pt x="104" y="141"/>
                      <a:pt x="102" y="140"/>
                    </a:cubicBezTo>
                    <a:cubicBezTo>
                      <a:pt x="97" y="136"/>
                      <a:pt x="93" y="131"/>
                      <a:pt x="90" y="127"/>
                    </a:cubicBezTo>
                    <a:cubicBezTo>
                      <a:pt x="89" y="126"/>
                      <a:pt x="89" y="124"/>
                      <a:pt x="89" y="123"/>
                    </a:cubicBezTo>
                    <a:cubicBezTo>
                      <a:pt x="92" y="125"/>
                      <a:pt x="96" y="127"/>
                      <a:pt x="100" y="130"/>
                    </a:cubicBezTo>
                    <a:cubicBezTo>
                      <a:pt x="100" y="129"/>
                      <a:pt x="101" y="129"/>
                      <a:pt x="101" y="128"/>
                    </a:cubicBezTo>
                    <a:cubicBezTo>
                      <a:pt x="101" y="121"/>
                      <a:pt x="101" y="113"/>
                      <a:pt x="101" y="105"/>
                    </a:cubicBezTo>
                    <a:cubicBezTo>
                      <a:pt x="101" y="101"/>
                      <a:pt x="101" y="96"/>
                      <a:pt x="101" y="92"/>
                    </a:cubicBezTo>
                    <a:cubicBezTo>
                      <a:pt x="99" y="85"/>
                      <a:pt x="96" y="84"/>
                      <a:pt x="90" y="90"/>
                    </a:cubicBezTo>
                    <a:cubicBezTo>
                      <a:pt x="92" y="93"/>
                      <a:pt x="97" y="93"/>
                      <a:pt x="97" y="99"/>
                    </a:cubicBezTo>
                    <a:cubicBezTo>
                      <a:pt x="94" y="98"/>
                      <a:pt x="91" y="97"/>
                      <a:pt x="88" y="96"/>
                    </a:cubicBezTo>
                    <a:cubicBezTo>
                      <a:pt x="84" y="100"/>
                      <a:pt x="84" y="101"/>
                      <a:pt x="90" y="103"/>
                    </a:cubicBezTo>
                    <a:cubicBezTo>
                      <a:pt x="95" y="106"/>
                      <a:pt x="98" y="111"/>
                      <a:pt x="96" y="112"/>
                    </a:cubicBezTo>
                    <a:cubicBezTo>
                      <a:pt x="92" y="115"/>
                      <a:pt x="89" y="112"/>
                      <a:pt x="86" y="110"/>
                    </a:cubicBezTo>
                    <a:cubicBezTo>
                      <a:pt x="85" y="110"/>
                      <a:pt x="84" y="109"/>
                      <a:pt x="83" y="108"/>
                    </a:cubicBezTo>
                    <a:cubicBezTo>
                      <a:pt x="82" y="112"/>
                      <a:pt x="82" y="116"/>
                      <a:pt x="81" y="120"/>
                    </a:cubicBezTo>
                    <a:cubicBezTo>
                      <a:pt x="74" y="118"/>
                      <a:pt x="72" y="114"/>
                      <a:pt x="73" y="108"/>
                    </a:cubicBezTo>
                    <a:cubicBezTo>
                      <a:pt x="76" y="95"/>
                      <a:pt x="81" y="83"/>
                      <a:pt x="88" y="71"/>
                    </a:cubicBezTo>
                    <a:cubicBezTo>
                      <a:pt x="84" y="74"/>
                      <a:pt x="80" y="76"/>
                      <a:pt x="76" y="78"/>
                    </a:cubicBezTo>
                    <a:cubicBezTo>
                      <a:pt x="71" y="81"/>
                      <a:pt x="65" y="84"/>
                      <a:pt x="60" y="87"/>
                    </a:cubicBezTo>
                    <a:cubicBezTo>
                      <a:pt x="60" y="87"/>
                      <a:pt x="60" y="87"/>
                      <a:pt x="59" y="87"/>
                    </a:cubicBezTo>
                    <a:cubicBezTo>
                      <a:pt x="57" y="88"/>
                      <a:pt x="54" y="88"/>
                      <a:pt x="53" y="89"/>
                    </a:cubicBezTo>
                    <a:cubicBezTo>
                      <a:pt x="51" y="93"/>
                      <a:pt x="49" y="97"/>
                      <a:pt x="49" y="101"/>
                    </a:cubicBezTo>
                    <a:cubicBezTo>
                      <a:pt x="49" y="110"/>
                      <a:pt x="50" y="119"/>
                      <a:pt x="51" y="128"/>
                    </a:cubicBezTo>
                    <a:cubicBezTo>
                      <a:pt x="51" y="131"/>
                      <a:pt x="51" y="134"/>
                      <a:pt x="51" y="137"/>
                    </a:cubicBezTo>
                    <a:cubicBezTo>
                      <a:pt x="48" y="136"/>
                      <a:pt x="45" y="136"/>
                      <a:pt x="43" y="134"/>
                    </a:cubicBezTo>
                    <a:cubicBezTo>
                      <a:pt x="40" y="132"/>
                      <a:pt x="37" y="130"/>
                      <a:pt x="38" y="125"/>
                    </a:cubicBezTo>
                    <a:cubicBezTo>
                      <a:pt x="40" y="119"/>
                      <a:pt x="39" y="113"/>
                      <a:pt x="39" y="107"/>
                    </a:cubicBezTo>
                    <a:cubicBezTo>
                      <a:pt x="38" y="107"/>
                      <a:pt x="38" y="107"/>
                      <a:pt x="37" y="106"/>
                    </a:cubicBezTo>
                    <a:cubicBezTo>
                      <a:pt x="36" y="109"/>
                      <a:pt x="34" y="111"/>
                      <a:pt x="33" y="114"/>
                    </a:cubicBezTo>
                    <a:cubicBezTo>
                      <a:pt x="30" y="120"/>
                      <a:pt x="25" y="122"/>
                      <a:pt x="21" y="120"/>
                    </a:cubicBezTo>
                    <a:cubicBezTo>
                      <a:pt x="16" y="118"/>
                      <a:pt x="15" y="113"/>
                      <a:pt x="17" y="108"/>
                    </a:cubicBezTo>
                    <a:cubicBezTo>
                      <a:pt x="20" y="99"/>
                      <a:pt x="23" y="91"/>
                      <a:pt x="26" y="81"/>
                    </a:cubicBezTo>
                    <a:cubicBezTo>
                      <a:pt x="19" y="90"/>
                      <a:pt x="12" y="85"/>
                      <a:pt x="5" y="81"/>
                    </a:cubicBezTo>
                    <a:cubicBezTo>
                      <a:pt x="0" y="79"/>
                      <a:pt x="0" y="76"/>
                      <a:pt x="5" y="73"/>
                    </a:cubicBezTo>
                    <a:cubicBezTo>
                      <a:pt x="15" y="68"/>
                      <a:pt x="25" y="62"/>
                      <a:pt x="34" y="56"/>
                    </a:cubicBezTo>
                    <a:cubicBezTo>
                      <a:pt x="35" y="55"/>
                      <a:pt x="37" y="54"/>
                      <a:pt x="37" y="52"/>
                    </a:cubicBezTo>
                    <a:cubicBezTo>
                      <a:pt x="38" y="46"/>
                      <a:pt x="38" y="39"/>
                      <a:pt x="38" y="33"/>
                    </a:cubicBezTo>
                    <a:cubicBezTo>
                      <a:pt x="38" y="32"/>
                      <a:pt x="38" y="32"/>
                      <a:pt x="37" y="32"/>
                    </a:cubicBezTo>
                    <a:cubicBezTo>
                      <a:pt x="32" y="40"/>
                      <a:pt x="27" y="48"/>
                      <a:pt x="22" y="55"/>
                    </a:cubicBezTo>
                    <a:cubicBezTo>
                      <a:pt x="22" y="56"/>
                      <a:pt x="22" y="56"/>
                      <a:pt x="23" y="57"/>
                    </a:cubicBezTo>
                    <a:cubicBezTo>
                      <a:pt x="20" y="56"/>
                      <a:pt x="17" y="56"/>
                      <a:pt x="14" y="55"/>
                    </a:cubicBezTo>
                    <a:cubicBezTo>
                      <a:pt x="9" y="53"/>
                      <a:pt x="7" y="49"/>
                      <a:pt x="9" y="44"/>
                    </a:cubicBezTo>
                    <a:cubicBezTo>
                      <a:pt x="10" y="42"/>
                      <a:pt x="10" y="39"/>
                      <a:pt x="11" y="36"/>
                    </a:cubicBezTo>
                    <a:cubicBezTo>
                      <a:pt x="13" y="28"/>
                      <a:pt x="18" y="23"/>
                      <a:pt x="26" y="20"/>
                    </a:cubicBezTo>
                    <a:cubicBezTo>
                      <a:pt x="27" y="19"/>
                      <a:pt x="30" y="20"/>
                      <a:pt x="32" y="22"/>
                    </a:cubicBezTo>
                    <a:cubicBezTo>
                      <a:pt x="34" y="23"/>
                      <a:pt x="32" y="25"/>
                      <a:pt x="31" y="27"/>
                    </a:cubicBezTo>
                    <a:cubicBezTo>
                      <a:pt x="29" y="28"/>
                      <a:pt x="29" y="31"/>
                      <a:pt x="28" y="33"/>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3" name="Freeform 6">
                <a:extLst>
                  <a:ext uri="{FF2B5EF4-FFF2-40B4-BE49-F238E27FC236}">
                    <a16:creationId xmlns:a16="http://schemas.microsoft.com/office/drawing/2014/main" id="{CC1FA68D-3307-481A-8E89-D3CB2E8693F4}"/>
                  </a:ext>
                </a:extLst>
              </p:cNvPr>
              <p:cNvSpPr>
                <a:spLocks/>
              </p:cNvSpPr>
              <p:nvPr/>
            </p:nvSpPr>
            <p:spPr bwMode="auto">
              <a:xfrm>
                <a:off x="12756799" y="2388393"/>
                <a:ext cx="307975" cy="463550"/>
              </a:xfrm>
              <a:custGeom>
                <a:avLst/>
                <a:gdLst>
                  <a:gd name="T0" fmla="*/ 33 w 72"/>
                  <a:gd name="T1" fmla="*/ 76 h 109"/>
                  <a:gd name="T2" fmla="*/ 44 w 72"/>
                  <a:gd name="T3" fmla="*/ 73 h 109"/>
                  <a:gd name="T4" fmla="*/ 59 w 72"/>
                  <a:gd name="T5" fmla="*/ 71 h 109"/>
                  <a:gd name="T6" fmla="*/ 69 w 72"/>
                  <a:gd name="T7" fmla="*/ 92 h 109"/>
                  <a:gd name="T8" fmla="*/ 66 w 72"/>
                  <a:gd name="T9" fmla="*/ 94 h 109"/>
                  <a:gd name="T10" fmla="*/ 49 w 72"/>
                  <a:gd name="T11" fmla="*/ 96 h 109"/>
                  <a:gd name="T12" fmla="*/ 28 w 72"/>
                  <a:gd name="T13" fmla="*/ 106 h 109"/>
                  <a:gd name="T14" fmla="*/ 16 w 72"/>
                  <a:gd name="T15" fmla="*/ 106 h 109"/>
                  <a:gd name="T16" fmla="*/ 1 w 72"/>
                  <a:gd name="T17" fmla="*/ 80 h 109"/>
                  <a:gd name="T18" fmla="*/ 2 w 72"/>
                  <a:gd name="T19" fmla="*/ 74 h 109"/>
                  <a:gd name="T20" fmla="*/ 23 w 72"/>
                  <a:gd name="T21" fmla="*/ 31 h 109"/>
                  <a:gd name="T22" fmla="*/ 22 w 72"/>
                  <a:gd name="T23" fmla="*/ 26 h 109"/>
                  <a:gd name="T24" fmla="*/ 12 w 72"/>
                  <a:gd name="T25" fmla="*/ 16 h 109"/>
                  <a:gd name="T26" fmla="*/ 15 w 72"/>
                  <a:gd name="T27" fmla="*/ 10 h 109"/>
                  <a:gd name="T28" fmla="*/ 32 w 72"/>
                  <a:gd name="T29" fmla="*/ 5 h 109"/>
                  <a:gd name="T30" fmla="*/ 60 w 72"/>
                  <a:gd name="T31" fmla="*/ 18 h 109"/>
                  <a:gd name="T32" fmla="*/ 59 w 72"/>
                  <a:gd name="T33" fmla="*/ 26 h 109"/>
                  <a:gd name="T34" fmla="*/ 52 w 72"/>
                  <a:gd name="T35" fmla="*/ 36 h 109"/>
                  <a:gd name="T36" fmla="*/ 34 w 72"/>
                  <a:gd name="T37" fmla="*/ 72 h 109"/>
                  <a:gd name="T38" fmla="*/ 33 w 72"/>
                  <a:gd name="T39" fmla="*/ 76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2" h="109">
                    <a:moveTo>
                      <a:pt x="33" y="76"/>
                    </a:moveTo>
                    <a:cubicBezTo>
                      <a:pt x="37" y="74"/>
                      <a:pt x="40" y="73"/>
                      <a:pt x="44" y="73"/>
                    </a:cubicBezTo>
                    <a:cubicBezTo>
                      <a:pt x="49" y="72"/>
                      <a:pt x="54" y="71"/>
                      <a:pt x="59" y="71"/>
                    </a:cubicBezTo>
                    <a:cubicBezTo>
                      <a:pt x="66" y="72"/>
                      <a:pt x="72" y="85"/>
                      <a:pt x="69" y="92"/>
                    </a:cubicBezTo>
                    <a:cubicBezTo>
                      <a:pt x="68" y="93"/>
                      <a:pt x="67" y="94"/>
                      <a:pt x="66" y="94"/>
                    </a:cubicBezTo>
                    <a:cubicBezTo>
                      <a:pt x="60" y="95"/>
                      <a:pt x="54" y="94"/>
                      <a:pt x="49" y="96"/>
                    </a:cubicBezTo>
                    <a:cubicBezTo>
                      <a:pt x="42" y="99"/>
                      <a:pt x="35" y="102"/>
                      <a:pt x="28" y="106"/>
                    </a:cubicBezTo>
                    <a:cubicBezTo>
                      <a:pt x="24" y="108"/>
                      <a:pt x="21" y="109"/>
                      <a:pt x="16" y="106"/>
                    </a:cubicBezTo>
                    <a:cubicBezTo>
                      <a:pt x="7" y="100"/>
                      <a:pt x="3" y="90"/>
                      <a:pt x="1" y="80"/>
                    </a:cubicBezTo>
                    <a:cubicBezTo>
                      <a:pt x="0" y="78"/>
                      <a:pt x="1" y="76"/>
                      <a:pt x="2" y="74"/>
                    </a:cubicBezTo>
                    <a:cubicBezTo>
                      <a:pt x="9" y="60"/>
                      <a:pt x="16" y="45"/>
                      <a:pt x="23" y="31"/>
                    </a:cubicBezTo>
                    <a:cubicBezTo>
                      <a:pt x="23" y="30"/>
                      <a:pt x="23" y="28"/>
                      <a:pt x="22" y="26"/>
                    </a:cubicBezTo>
                    <a:cubicBezTo>
                      <a:pt x="19" y="23"/>
                      <a:pt x="15" y="20"/>
                      <a:pt x="12" y="16"/>
                    </a:cubicBezTo>
                    <a:cubicBezTo>
                      <a:pt x="10" y="13"/>
                      <a:pt x="11" y="11"/>
                      <a:pt x="15" y="10"/>
                    </a:cubicBezTo>
                    <a:cubicBezTo>
                      <a:pt x="21" y="9"/>
                      <a:pt x="26" y="7"/>
                      <a:pt x="32" y="5"/>
                    </a:cubicBezTo>
                    <a:cubicBezTo>
                      <a:pt x="44" y="0"/>
                      <a:pt x="57" y="6"/>
                      <a:pt x="60" y="18"/>
                    </a:cubicBezTo>
                    <a:cubicBezTo>
                      <a:pt x="61" y="21"/>
                      <a:pt x="60" y="24"/>
                      <a:pt x="59" y="26"/>
                    </a:cubicBezTo>
                    <a:cubicBezTo>
                      <a:pt x="57" y="29"/>
                      <a:pt x="54" y="33"/>
                      <a:pt x="52" y="36"/>
                    </a:cubicBezTo>
                    <a:cubicBezTo>
                      <a:pt x="46" y="48"/>
                      <a:pt x="40" y="60"/>
                      <a:pt x="34" y="72"/>
                    </a:cubicBezTo>
                    <a:cubicBezTo>
                      <a:pt x="34" y="72"/>
                      <a:pt x="34" y="74"/>
                      <a:pt x="33" y="76"/>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grpSp>
            <p:nvGrpSpPr>
              <p:cNvPr id="34" name="组合 33">
                <a:extLst>
                  <a:ext uri="{FF2B5EF4-FFF2-40B4-BE49-F238E27FC236}">
                    <a16:creationId xmlns:a16="http://schemas.microsoft.com/office/drawing/2014/main" id="{C7A6E3E5-9A1F-4E06-9E71-F1D7E5C11C32}"/>
                  </a:ext>
                </a:extLst>
              </p:cNvPr>
              <p:cNvGrpSpPr/>
              <p:nvPr/>
            </p:nvGrpSpPr>
            <p:grpSpPr>
              <a:xfrm>
                <a:off x="10340336" y="2247899"/>
                <a:ext cx="547688" cy="679451"/>
                <a:chOff x="5548313" y="2084388"/>
                <a:chExt cx="547688" cy="679451"/>
              </a:xfrm>
              <a:grpFill/>
            </p:grpSpPr>
            <p:sp>
              <p:nvSpPr>
                <p:cNvPr id="39" name="Freeform 7">
                  <a:extLst>
                    <a:ext uri="{FF2B5EF4-FFF2-40B4-BE49-F238E27FC236}">
                      <a16:creationId xmlns:a16="http://schemas.microsoft.com/office/drawing/2014/main" id="{02368C72-9CA0-44B0-93EC-F396645A3423}"/>
                    </a:ext>
                  </a:extLst>
                </p:cNvPr>
                <p:cNvSpPr>
                  <a:spLocks/>
                </p:cNvSpPr>
                <p:nvPr/>
              </p:nvSpPr>
              <p:spPr bwMode="auto">
                <a:xfrm>
                  <a:off x="5548313" y="2084388"/>
                  <a:ext cx="547688" cy="446088"/>
                </a:xfrm>
                <a:custGeom>
                  <a:avLst/>
                  <a:gdLst>
                    <a:gd name="T0" fmla="*/ 101 w 128"/>
                    <a:gd name="T1" fmla="*/ 58 h 105"/>
                    <a:gd name="T2" fmla="*/ 74 w 128"/>
                    <a:gd name="T3" fmla="*/ 56 h 105"/>
                    <a:gd name="T4" fmla="*/ 68 w 128"/>
                    <a:gd name="T5" fmla="*/ 57 h 105"/>
                    <a:gd name="T6" fmla="*/ 51 w 128"/>
                    <a:gd name="T7" fmla="*/ 59 h 105"/>
                    <a:gd name="T8" fmla="*/ 36 w 128"/>
                    <a:gd name="T9" fmla="*/ 65 h 105"/>
                    <a:gd name="T10" fmla="*/ 28 w 128"/>
                    <a:gd name="T11" fmla="*/ 73 h 105"/>
                    <a:gd name="T12" fmla="*/ 16 w 128"/>
                    <a:gd name="T13" fmla="*/ 102 h 105"/>
                    <a:gd name="T14" fmla="*/ 13 w 128"/>
                    <a:gd name="T15" fmla="*/ 104 h 105"/>
                    <a:gd name="T16" fmla="*/ 1 w 128"/>
                    <a:gd name="T17" fmla="*/ 98 h 105"/>
                    <a:gd name="T18" fmla="*/ 0 w 128"/>
                    <a:gd name="T19" fmla="*/ 93 h 105"/>
                    <a:gd name="T20" fmla="*/ 15 w 128"/>
                    <a:gd name="T21" fmla="*/ 60 h 105"/>
                    <a:gd name="T22" fmla="*/ 16 w 128"/>
                    <a:gd name="T23" fmla="*/ 58 h 105"/>
                    <a:gd name="T24" fmla="*/ 20 w 128"/>
                    <a:gd name="T25" fmla="*/ 52 h 105"/>
                    <a:gd name="T26" fmla="*/ 32 w 128"/>
                    <a:gd name="T27" fmla="*/ 54 h 105"/>
                    <a:gd name="T28" fmla="*/ 39 w 128"/>
                    <a:gd name="T29" fmla="*/ 55 h 105"/>
                    <a:gd name="T30" fmla="*/ 72 w 128"/>
                    <a:gd name="T31" fmla="*/ 21 h 105"/>
                    <a:gd name="T32" fmla="*/ 74 w 128"/>
                    <a:gd name="T33" fmla="*/ 16 h 105"/>
                    <a:gd name="T34" fmla="*/ 74 w 128"/>
                    <a:gd name="T35" fmla="*/ 11 h 105"/>
                    <a:gd name="T36" fmla="*/ 71 w 128"/>
                    <a:gd name="T37" fmla="*/ 11 h 105"/>
                    <a:gd name="T38" fmla="*/ 68 w 128"/>
                    <a:gd name="T39" fmla="*/ 15 h 105"/>
                    <a:gd name="T40" fmla="*/ 68 w 128"/>
                    <a:gd name="T41" fmla="*/ 21 h 105"/>
                    <a:gd name="T42" fmla="*/ 59 w 128"/>
                    <a:gd name="T43" fmla="*/ 29 h 105"/>
                    <a:gd name="T44" fmla="*/ 53 w 128"/>
                    <a:gd name="T45" fmla="*/ 27 h 105"/>
                    <a:gd name="T46" fmla="*/ 47 w 128"/>
                    <a:gd name="T47" fmla="*/ 24 h 105"/>
                    <a:gd name="T48" fmla="*/ 47 w 128"/>
                    <a:gd name="T49" fmla="*/ 32 h 105"/>
                    <a:gd name="T50" fmla="*/ 47 w 128"/>
                    <a:gd name="T51" fmla="*/ 34 h 105"/>
                    <a:gd name="T52" fmla="*/ 43 w 128"/>
                    <a:gd name="T53" fmla="*/ 45 h 105"/>
                    <a:gd name="T54" fmla="*/ 31 w 128"/>
                    <a:gd name="T55" fmla="*/ 39 h 105"/>
                    <a:gd name="T56" fmla="*/ 29 w 128"/>
                    <a:gd name="T57" fmla="*/ 23 h 105"/>
                    <a:gd name="T58" fmla="*/ 33 w 128"/>
                    <a:gd name="T59" fmla="*/ 14 h 105"/>
                    <a:gd name="T60" fmla="*/ 36 w 128"/>
                    <a:gd name="T61" fmla="*/ 9 h 105"/>
                    <a:gd name="T62" fmla="*/ 42 w 128"/>
                    <a:gd name="T63" fmla="*/ 13 h 105"/>
                    <a:gd name="T64" fmla="*/ 44 w 128"/>
                    <a:gd name="T65" fmla="*/ 16 h 105"/>
                    <a:gd name="T66" fmla="*/ 57 w 128"/>
                    <a:gd name="T67" fmla="*/ 14 h 105"/>
                    <a:gd name="T68" fmla="*/ 62 w 128"/>
                    <a:gd name="T69" fmla="*/ 11 h 105"/>
                    <a:gd name="T70" fmla="*/ 84 w 128"/>
                    <a:gd name="T71" fmla="*/ 0 h 105"/>
                    <a:gd name="T72" fmla="*/ 96 w 128"/>
                    <a:gd name="T73" fmla="*/ 7 h 105"/>
                    <a:gd name="T74" fmla="*/ 96 w 128"/>
                    <a:gd name="T75" fmla="*/ 20 h 105"/>
                    <a:gd name="T76" fmla="*/ 83 w 128"/>
                    <a:gd name="T77" fmla="*/ 43 h 105"/>
                    <a:gd name="T78" fmla="*/ 94 w 128"/>
                    <a:gd name="T79" fmla="*/ 44 h 105"/>
                    <a:gd name="T80" fmla="*/ 122 w 128"/>
                    <a:gd name="T81" fmla="*/ 59 h 105"/>
                    <a:gd name="T82" fmla="*/ 120 w 128"/>
                    <a:gd name="T83" fmla="*/ 73 h 105"/>
                    <a:gd name="T84" fmla="*/ 98 w 128"/>
                    <a:gd name="T85" fmla="*/ 73 h 105"/>
                    <a:gd name="T86" fmla="*/ 97 w 128"/>
                    <a:gd name="T87" fmla="*/ 66 h 105"/>
                    <a:gd name="T88" fmla="*/ 101 w 128"/>
                    <a:gd name="T89" fmla="*/ 58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8" h="105">
                      <a:moveTo>
                        <a:pt x="101" y="58"/>
                      </a:moveTo>
                      <a:cubicBezTo>
                        <a:pt x="94" y="52"/>
                        <a:pt x="81" y="52"/>
                        <a:pt x="74" y="56"/>
                      </a:cubicBezTo>
                      <a:cubicBezTo>
                        <a:pt x="73" y="57"/>
                        <a:pt x="70" y="58"/>
                        <a:pt x="68" y="57"/>
                      </a:cubicBezTo>
                      <a:cubicBezTo>
                        <a:pt x="62" y="56"/>
                        <a:pt x="57" y="57"/>
                        <a:pt x="51" y="59"/>
                      </a:cubicBezTo>
                      <a:cubicBezTo>
                        <a:pt x="46" y="61"/>
                        <a:pt x="41" y="63"/>
                        <a:pt x="36" y="65"/>
                      </a:cubicBezTo>
                      <a:cubicBezTo>
                        <a:pt x="32" y="67"/>
                        <a:pt x="29" y="69"/>
                        <a:pt x="28" y="73"/>
                      </a:cubicBezTo>
                      <a:cubicBezTo>
                        <a:pt x="24" y="82"/>
                        <a:pt x="20" y="92"/>
                        <a:pt x="16" y="102"/>
                      </a:cubicBezTo>
                      <a:cubicBezTo>
                        <a:pt x="16" y="103"/>
                        <a:pt x="14" y="105"/>
                        <a:pt x="13" y="104"/>
                      </a:cubicBezTo>
                      <a:cubicBezTo>
                        <a:pt x="9" y="103"/>
                        <a:pt x="5" y="100"/>
                        <a:pt x="1" y="98"/>
                      </a:cubicBezTo>
                      <a:cubicBezTo>
                        <a:pt x="0" y="97"/>
                        <a:pt x="0" y="95"/>
                        <a:pt x="0" y="93"/>
                      </a:cubicBezTo>
                      <a:cubicBezTo>
                        <a:pt x="5" y="82"/>
                        <a:pt x="10" y="71"/>
                        <a:pt x="15" y="60"/>
                      </a:cubicBezTo>
                      <a:cubicBezTo>
                        <a:pt x="15" y="59"/>
                        <a:pt x="16" y="59"/>
                        <a:pt x="16" y="58"/>
                      </a:cubicBezTo>
                      <a:cubicBezTo>
                        <a:pt x="18" y="56"/>
                        <a:pt x="19" y="52"/>
                        <a:pt x="20" y="52"/>
                      </a:cubicBezTo>
                      <a:cubicBezTo>
                        <a:pt x="24" y="52"/>
                        <a:pt x="29" y="52"/>
                        <a:pt x="32" y="54"/>
                      </a:cubicBezTo>
                      <a:cubicBezTo>
                        <a:pt x="35" y="55"/>
                        <a:pt x="36" y="56"/>
                        <a:pt x="39" y="55"/>
                      </a:cubicBezTo>
                      <a:cubicBezTo>
                        <a:pt x="57" y="50"/>
                        <a:pt x="66" y="37"/>
                        <a:pt x="72" y="21"/>
                      </a:cubicBezTo>
                      <a:cubicBezTo>
                        <a:pt x="72" y="20"/>
                        <a:pt x="73" y="18"/>
                        <a:pt x="74" y="16"/>
                      </a:cubicBezTo>
                      <a:cubicBezTo>
                        <a:pt x="74" y="14"/>
                        <a:pt x="74" y="13"/>
                        <a:pt x="74" y="11"/>
                      </a:cubicBezTo>
                      <a:cubicBezTo>
                        <a:pt x="74" y="11"/>
                        <a:pt x="72" y="10"/>
                        <a:pt x="71" y="11"/>
                      </a:cubicBezTo>
                      <a:cubicBezTo>
                        <a:pt x="70" y="12"/>
                        <a:pt x="68" y="13"/>
                        <a:pt x="68" y="15"/>
                      </a:cubicBezTo>
                      <a:cubicBezTo>
                        <a:pt x="67" y="17"/>
                        <a:pt x="68" y="19"/>
                        <a:pt x="68" y="21"/>
                      </a:cubicBezTo>
                      <a:cubicBezTo>
                        <a:pt x="69" y="28"/>
                        <a:pt x="68" y="30"/>
                        <a:pt x="59" y="29"/>
                      </a:cubicBezTo>
                      <a:cubicBezTo>
                        <a:pt x="57" y="29"/>
                        <a:pt x="55" y="28"/>
                        <a:pt x="53" y="27"/>
                      </a:cubicBezTo>
                      <a:cubicBezTo>
                        <a:pt x="51" y="26"/>
                        <a:pt x="49" y="25"/>
                        <a:pt x="47" y="24"/>
                      </a:cubicBezTo>
                      <a:cubicBezTo>
                        <a:pt x="47" y="27"/>
                        <a:pt x="47" y="29"/>
                        <a:pt x="47" y="32"/>
                      </a:cubicBezTo>
                      <a:cubicBezTo>
                        <a:pt x="47" y="33"/>
                        <a:pt x="47" y="33"/>
                        <a:pt x="47" y="34"/>
                      </a:cubicBezTo>
                      <a:cubicBezTo>
                        <a:pt x="47" y="38"/>
                        <a:pt x="48" y="43"/>
                        <a:pt x="43" y="45"/>
                      </a:cubicBezTo>
                      <a:cubicBezTo>
                        <a:pt x="39" y="46"/>
                        <a:pt x="34" y="44"/>
                        <a:pt x="31" y="39"/>
                      </a:cubicBezTo>
                      <a:cubicBezTo>
                        <a:pt x="28" y="34"/>
                        <a:pt x="25" y="29"/>
                        <a:pt x="29" y="23"/>
                      </a:cubicBezTo>
                      <a:cubicBezTo>
                        <a:pt x="31" y="20"/>
                        <a:pt x="31" y="17"/>
                        <a:pt x="33" y="14"/>
                      </a:cubicBezTo>
                      <a:cubicBezTo>
                        <a:pt x="34" y="12"/>
                        <a:pt x="35" y="9"/>
                        <a:pt x="36" y="9"/>
                      </a:cubicBezTo>
                      <a:cubicBezTo>
                        <a:pt x="38" y="10"/>
                        <a:pt x="40" y="11"/>
                        <a:pt x="42" y="13"/>
                      </a:cubicBezTo>
                      <a:cubicBezTo>
                        <a:pt x="42" y="13"/>
                        <a:pt x="43" y="15"/>
                        <a:pt x="44" y="16"/>
                      </a:cubicBezTo>
                      <a:cubicBezTo>
                        <a:pt x="48" y="13"/>
                        <a:pt x="52" y="11"/>
                        <a:pt x="57" y="14"/>
                      </a:cubicBezTo>
                      <a:cubicBezTo>
                        <a:pt x="58" y="15"/>
                        <a:pt x="61" y="13"/>
                        <a:pt x="62" y="11"/>
                      </a:cubicBezTo>
                      <a:cubicBezTo>
                        <a:pt x="69" y="5"/>
                        <a:pt x="75" y="0"/>
                        <a:pt x="84" y="0"/>
                      </a:cubicBezTo>
                      <a:cubicBezTo>
                        <a:pt x="89" y="0"/>
                        <a:pt x="93" y="2"/>
                        <a:pt x="96" y="7"/>
                      </a:cubicBezTo>
                      <a:cubicBezTo>
                        <a:pt x="99" y="11"/>
                        <a:pt x="98" y="15"/>
                        <a:pt x="96" y="20"/>
                      </a:cubicBezTo>
                      <a:cubicBezTo>
                        <a:pt x="91" y="27"/>
                        <a:pt x="87" y="35"/>
                        <a:pt x="83" y="43"/>
                      </a:cubicBezTo>
                      <a:cubicBezTo>
                        <a:pt x="88" y="43"/>
                        <a:pt x="91" y="44"/>
                        <a:pt x="94" y="44"/>
                      </a:cubicBezTo>
                      <a:cubicBezTo>
                        <a:pt x="105" y="46"/>
                        <a:pt x="115" y="50"/>
                        <a:pt x="122" y="59"/>
                      </a:cubicBezTo>
                      <a:cubicBezTo>
                        <a:pt x="128" y="65"/>
                        <a:pt x="127" y="68"/>
                        <a:pt x="120" y="73"/>
                      </a:cubicBezTo>
                      <a:cubicBezTo>
                        <a:pt x="113" y="77"/>
                        <a:pt x="105" y="77"/>
                        <a:pt x="98" y="73"/>
                      </a:cubicBezTo>
                      <a:cubicBezTo>
                        <a:pt x="95" y="71"/>
                        <a:pt x="95" y="69"/>
                        <a:pt x="97" y="66"/>
                      </a:cubicBezTo>
                      <a:cubicBezTo>
                        <a:pt x="98" y="64"/>
                        <a:pt x="100" y="61"/>
                        <a:pt x="101" y="5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0" name="Freeform 8">
                  <a:extLst>
                    <a:ext uri="{FF2B5EF4-FFF2-40B4-BE49-F238E27FC236}">
                      <a16:creationId xmlns:a16="http://schemas.microsoft.com/office/drawing/2014/main" id="{68AB8704-3F31-41E0-B209-31D0A83BAA2E}"/>
                    </a:ext>
                  </a:extLst>
                </p:cNvPr>
                <p:cNvSpPr>
                  <a:spLocks/>
                </p:cNvSpPr>
                <p:nvPr/>
              </p:nvSpPr>
              <p:spPr bwMode="auto">
                <a:xfrm>
                  <a:off x="5664200" y="2355851"/>
                  <a:ext cx="341313" cy="407988"/>
                </a:xfrm>
                <a:custGeom>
                  <a:avLst/>
                  <a:gdLst>
                    <a:gd name="T0" fmla="*/ 46 w 80"/>
                    <a:gd name="T1" fmla="*/ 29 h 96"/>
                    <a:gd name="T2" fmla="*/ 65 w 80"/>
                    <a:gd name="T3" fmla="*/ 29 h 96"/>
                    <a:gd name="T4" fmla="*/ 79 w 80"/>
                    <a:gd name="T5" fmla="*/ 41 h 96"/>
                    <a:gd name="T6" fmla="*/ 74 w 80"/>
                    <a:gd name="T7" fmla="*/ 43 h 96"/>
                    <a:gd name="T8" fmla="*/ 60 w 80"/>
                    <a:gd name="T9" fmla="*/ 43 h 96"/>
                    <a:gd name="T10" fmla="*/ 52 w 80"/>
                    <a:gd name="T11" fmla="*/ 50 h 96"/>
                    <a:gd name="T12" fmla="*/ 49 w 80"/>
                    <a:gd name="T13" fmla="*/ 87 h 96"/>
                    <a:gd name="T14" fmla="*/ 37 w 80"/>
                    <a:gd name="T15" fmla="*/ 95 h 96"/>
                    <a:gd name="T16" fmla="*/ 21 w 80"/>
                    <a:gd name="T17" fmla="*/ 68 h 96"/>
                    <a:gd name="T18" fmla="*/ 22 w 80"/>
                    <a:gd name="T19" fmla="*/ 62 h 96"/>
                    <a:gd name="T20" fmla="*/ 30 w 80"/>
                    <a:gd name="T21" fmla="*/ 72 h 96"/>
                    <a:gd name="T22" fmla="*/ 40 w 80"/>
                    <a:gd name="T23" fmla="*/ 70 h 96"/>
                    <a:gd name="T24" fmla="*/ 43 w 80"/>
                    <a:gd name="T25" fmla="*/ 46 h 96"/>
                    <a:gd name="T26" fmla="*/ 24 w 80"/>
                    <a:gd name="T27" fmla="*/ 52 h 96"/>
                    <a:gd name="T28" fmla="*/ 19 w 80"/>
                    <a:gd name="T29" fmla="*/ 54 h 96"/>
                    <a:gd name="T30" fmla="*/ 6 w 80"/>
                    <a:gd name="T31" fmla="*/ 54 h 96"/>
                    <a:gd name="T32" fmla="*/ 2 w 80"/>
                    <a:gd name="T33" fmla="*/ 40 h 96"/>
                    <a:gd name="T34" fmla="*/ 6 w 80"/>
                    <a:gd name="T35" fmla="*/ 37 h 96"/>
                    <a:gd name="T36" fmla="*/ 28 w 80"/>
                    <a:gd name="T37" fmla="*/ 33 h 96"/>
                    <a:gd name="T38" fmla="*/ 33 w 80"/>
                    <a:gd name="T39" fmla="*/ 32 h 96"/>
                    <a:gd name="T40" fmla="*/ 36 w 80"/>
                    <a:gd name="T41" fmla="*/ 22 h 96"/>
                    <a:gd name="T42" fmla="*/ 46 w 80"/>
                    <a:gd name="T43" fmla="*/ 12 h 96"/>
                    <a:gd name="T44" fmla="*/ 45 w 80"/>
                    <a:gd name="T45" fmla="*/ 10 h 96"/>
                    <a:gd name="T46" fmla="*/ 26 w 80"/>
                    <a:gd name="T47" fmla="*/ 17 h 96"/>
                    <a:gd name="T48" fmla="*/ 15 w 80"/>
                    <a:gd name="T49" fmla="*/ 24 h 96"/>
                    <a:gd name="T50" fmla="*/ 5 w 80"/>
                    <a:gd name="T51" fmla="*/ 22 h 96"/>
                    <a:gd name="T52" fmla="*/ 1 w 80"/>
                    <a:gd name="T53" fmla="*/ 17 h 96"/>
                    <a:gd name="T54" fmla="*/ 36 w 80"/>
                    <a:gd name="T55" fmla="*/ 2 h 96"/>
                    <a:gd name="T56" fmla="*/ 55 w 80"/>
                    <a:gd name="T57" fmla="*/ 0 h 96"/>
                    <a:gd name="T58" fmla="*/ 61 w 80"/>
                    <a:gd name="T59" fmla="*/ 6 h 96"/>
                    <a:gd name="T60" fmla="*/ 59 w 80"/>
                    <a:gd name="T61" fmla="*/ 13 h 96"/>
                    <a:gd name="T62" fmla="*/ 46 w 80"/>
                    <a:gd name="T63" fmla="*/ 29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 h="96">
                      <a:moveTo>
                        <a:pt x="46" y="29"/>
                      </a:moveTo>
                      <a:cubicBezTo>
                        <a:pt x="53" y="30"/>
                        <a:pt x="59" y="31"/>
                        <a:pt x="65" y="29"/>
                      </a:cubicBezTo>
                      <a:cubicBezTo>
                        <a:pt x="71" y="27"/>
                        <a:pt x="80" y="34"/>
                        <a:pt x="79" y="41"/>
                      </a:cubicBezTo>
                      <a:cubicBezTo>
                        <a:pt x="79" y="42"/>
                        <a:pt x="76" y="43"/>
                        <a:pt x="74" y="43"/>
                      </a:cubicBezTo>
                      <a:cubicBezTo>
                        <a:pt x="70" y="43"/>
                        <a:pt x="65" y="43"/>
                        <a:pt x="60" y="43"/>
                      </a:cubicBezTo>
                      <a:cubicBezTo>
                        <a:pt x="53" y="42"/>
                        <a:pt x="52" y="44"/>
                        <a:pt x="52" y="50"/>
                      </a:cubicBezTo>
                      <a:cubicBezTo>
                        <a:pt x="51" y="62"/>
                        <a:pt x="51" y="75"/>
                        <a:pt x="49" y="87"/>
                      </a:cubicBezTo>
                      <a:cubicBezTo>
                        <a:pt x="48" y="95"/>
                        <a:pt x="45" y="96"/>
                        <a:pt x="37" y="95"/>
                      </a:cubicBezTo>
                      <a:cubicBezTo>
                        <a:pt x="25" y="92"/>
                        <a:pt x="15" y="82"/>
                        <a:pt x="21" y="68"/>
                      </a:cubicBezTo>
                      <a:cubicBezTo>
                        <a:pt x="21" y="66"/>
                        <a:pt x="21" y="64"/>
                        <a:pt x="22" y="62"/>
                      </a:cubicBezTo>
                      <a:cubicBezTo>
                        <a:pt x="24" y="65"/>
                        <a:pt x="27" y="69"/>
                        <a:pt x="30" y="72"/>
                      </a:cubicBezTo>
                      <a:cubicBezTo>
                        <a:pt x="33" y="76"/>
                        <a:pt x="39" y="75"/>
                        <a:pt x="40" y="70"/>
                      </a:cubicBezTo>
                      <a:cubicBezTo>
                        <a:pt x="41" y="62"/>
                        <a:pt x="42" y="54"/>
                        <a:pt x="43" y="46"/>
                      </a:cubicBezTo>
                      <a:cubicBezTo>
                        <a:pt x="35" y="45"/>
                        <a:pt x="30" y="49"/>
                        <a:pt x="24" y="52"/>
                      </a:cubicBezTo>
                      <a:cubicBezTo>
                        <a:pt x="22" y="52"/>
                        <a:pt x="21" y="54"/>
                        <a:pt x="19" y="54"/>
                      </a:cubicBezTo>
                      <a:cubicBezTo>
                        <a:pt x="14" y="58"/>
                        <a:pt x="11" y="57"/>
                        <a:pt x="6" y="54"/>
                      </a:cubicBezTo>
                      <a:cubicBezTo>
                        <a:pt x="3" y="51"/>
                        <a:pt x="0" y="44"/>
                        <a:pt x="2" y="40"/>
                      </a:cubicBezTo>
                      <a:cubicBezTo>
                        <a:pt x="2" y="39"/>
                        <a:pt x="5" y="37"/>
                        <a:pt x="6" y="37"/>
                      </a:cubicBezTo>
                      <a:cubicBezTo>
                        <a:pt x="14" y="39"/>
                        <a:pt x="20" y="35"/>
                        <a:pt x="28" y="33"/>
                      </a:cubicBezTo>
                      <a:cubicBezTo>
                        <a:pt x="29" y="33"/>
                        <a:pt x="31" y="32"/>
                        <a:pt x="33" y="32"/>
                      </a:cubicBezTo>
                      <a:cubicBezTo>
                        <a:pt x="31" y="27"/>
                        <a:pt x="31" y="24"/>
                        <a:pt x="36" y="22"/>
                      </a:cubicBezTo>
                      <a:cubicBezTo>
                        <a:pt x="39" y="19"/>
                        <a:pt x="42" y="15"/>
                        <a:pt x="46" y="12"/>
                      </a:cubicBezTo>
                      <a:cubicBezTo>
                        <a:pt x="45" y="11"/>
                        <a:pt x="45" y="11"/>
                        <a:pt x="45" y="10"/>
                      </a:cubicBezTo>
                      <a:cubicBezTo>
                        <a:pt x="38" y="13"/>
                        <a:pt x="32" y="15"/>
                        <a:pt x="26" y="17"/>
                      </a:cubicBezTo>
                      <a:cubicBezTo>
                        <a:pt x="22" y="19"/>
                        <a:pt x="18" y="22"/>
                        <a:pt x="15" y="24"/>
                      </a:cubicBezTo>
                      <a:cubicBezTo>
                        <a:pt x="11" y="26"/>
                        <a:pt x="7" y="27"/>
                        <a:pt x="5" y="22"/>
                      </a:cubicBezTo>
                      <a:cubicBezTo>
                        <a:pt x="4" y="20"/>
                        <a:pt x="3" y="19"/>
                        <a:pt x="1" y="17"/>
                      </a:cubicBezTo>
                      <a:cubicBezTo>
                        <a:pt x="13" y="12"/>
                        <a:pt x="25" y="6"/>
                        <a:pt x="36" y="2"/>
                      </a:cubicBezTo>
                      <a:cubicBezTo>
                        <a:pt x="42" y="0"/>
                        <a:pt x="49" y="0"/>
                        <a:pt x="55" y="0"/>
                      </a:cubicBezTo>
                      <a:cubicBezTo>
                        <a:pt x="57" y="0"/>
                        <a:pt x="60" y="4"/>
                        <a:pt x="61" y="6"/>
                      </a:cubicBezTo>
                      <a:cubicBezTo>
                        <a:pt x="62" y="8"/>
                        <a:pt x="61" y="11"/>
                        <a:pt x="59" y="13"/>
                      </a:cubicBezTo>
                      <a:cubicBezTo>
                        <a:pt x="55" y="18"/>
                        <a:pt x="51" y="23"/>
                        <a:pt x="46"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35" name="组合 34">
                <a:extLst>
                  <a:ext uri="{FF2B5EF4-FFF2-40B4-BE49-F238E27FC236}">
                    <a16:creationId xmlns:a16="http://schemas.microsoft.com/office/drawing/2014/main" id="{B92E7EB9-3312-4310-B5FA-50F0FA6CFB99}"/>
                  </a:ext>
                </a:extLst>
              </p:cNvPr>
              <p:cNvGrpSpPr/>
              <p:nvPr/>
            </p:nvGrpSpPr>
            <p:grpSpPr>
              <a:xfrm>
                <a:off x="11192276" y="2400300"/>
                <a:ext cx="322175" cy="373063"/>
                <a:chOff x="3792874" y="3138488"/>
                <a:chExt cx="322175" cy="373063"/>
              </a:xfrm>
              <a:grpFill/>
            </p:grpSpPr>
            <p:sp>
              <p:nvSpPr>
                <p:cNvPr id="36" name="Freeform 15">
                  <a:extLst>
                    <a:ext uri="{FF2B5EF4-FFF2-40B4-BE49-F238E27FC236}">
                      <a16:creationId xmlns:a16="http://schemas.microsoft.com/office/drawing/2014/main" id="{4A24723D-38DD-4916-B1AF-76A903317407}"/>
                    </a:ext>
                  </a:extLst>
                </p:cNvPr>
                <p:cNvSpPr>
                  <a:spLocks/>
                </p:cNvSpPr>
                <p:nvPr/>
              </p:nvSpPr>
              <p:spPr bwMode="auto">
                <a:xfrm>
                  <a:off x="3792874" y="3235325"/>
                  <a:ext cx="112625" cy="246063"/>
                </a:xfrm>
                <a:custGeom>
                  <a:avLst/>
                  <a:gdLst>
                    <a:gd name="T0" fmla="*/ 16 w 39"/>
                    <a:gd name="T1" fmla="*/ 29 h 58"/>
                    <a:gd name="T2" fmla="*/ 27 w 39"/>
                    <a:gd name="T3" fmla="*/ 7 h 58"/>
                    <a:gd name="T4" fmla="*/ 31 w 39"/>
                    <a:gd name="T5" fmla="*/ 1 h 58"/>
                    <a:gd name="T6" fmla="*/ 34 w 39"/>
                    <a:gd name="T7" fmla="*/ 6 h 58"/>
                    <a:gd name="T8" fmla="*/ 35 w 39"/>
                    <a:gd name="T9" fmla="*/ 26 h 58"/>
                    <a:gd name="T10" fmla="*/ 20 w 39"/>
                    <a:gd name="T11" fmla="*/ 52 h 58"/>
                    <a:gd name="T12" fmla="*/ 9 w 39"/>
                    <a:gd name="T13" fmla="*/ 57 h 58"/>
                    <a:gd name="T14" fmla="*/ 1 w 39"/>
                    <a:gd name="T15" fmla="*/ 43 h 58"/>
                    <a:gd name="T16" fmla="*/ 4 w 39"/>
                    <a:gd name="T17" fmla="*/ 6 h 58"/>
                    <a:gd name="T18" fmla="*/ 8 w 39"/>
                    <a:gd name="T19" fmla="*/ 0 h 58"/>
                    <a:gd name="T20" fmla="*/ 15 w 39"/>
                    <a:gd name="T21" fmla="*/ 6 h 58"/>
                    <a:gd name="T22" fmla="*/ 14 w 39"/>
                    <a:gd name="T23" fmla="*/ 20 h 58"/>
                    <a:gd name="T24" fmla="*/ 14 w 39"/>
                    <a:gd name="T25" fmla="*/ 28 h 58"/>
                    <a:gd name="T26" fmla="*/ 16 w 39"/>
                    <a:gd name="T27" fmla="*/ 29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9" h="58">
                      <a:moveTo>
                        <a:pt x="16" y="29"/>
                      </a:moveTo>
                      <a:cubicBezTo>
                        <a:pt x="19" y="21"/>
                        <a:pt x="23" y="14"/>
                        <a:pt x="27" y="7"/>
                      </a:cubicBezTo>
                      <a:cubicBezTo>
                        <a:pt x="28" y="5"/>
                        <a:pt x="29" y="3"/>
                        <a:pt x="31" y="1"/>
                      </a:cubicBezTo>
                      <a:cubicBezTo>
                        <a:pt x="32" y="3"/>
                        <a:pt x="33" y="4"/>
                        <a:pt x="34" y="6"/>
                      </a:cubicBezTo>
                      <a:cubicBezTo>
                        <a:pt x="37" y="12"/>
                        <a:pt x="39" y="19"/>
                        <a:pt x="35" y="26"/>
                      </a:cubicBezTo>
                      <a:cubicBezTo>
                        <a:pt x="30" y="34"/>
                        <a:pt x="25" y="43"/>
                        <a:pt x="20" y="52"/>
                      </a:cubicBezTo>
                      <a:cubicBezTo>
                        <a:pt x="18" y="56"/>
                        <a:pt x="12" y="58"/>
                        <a:pt x="9" y="57"/>
                      </a:cubicBezTo>
                      <a:cubicBezTo>
                        <a:pt x="2" y="54"/>
                        <a:pt x="0" y="50"/>
                        <a:pt x="1" y="43"/>
                      </a:cubicBezTo>
                      <a:cubicBezTo>
                        <a:pt x="2" y="31"/>
                        <a:pt x="3" y="18"/>
                        <a:pt x="4" y="6"/>
                      </a:cubicBezTo>
                      <a:cubicBezTo>
                        <a:pt x="4" y="4"/>
                        <a:pt x="4" y="0"/>
                        <a:pt x="8" y="0"/>
                      </a:cubicBezTo>
                      <a:cubicBezTo>
                        <a:pt x="11" y="0"/>
                        <a:pt x="15" y="1"/>
                        <a:pt x="15" y="6"/>
                      </a:cubicBezTo>
                      <a:cubicBezTo>
                        <a:pt x="15" y="10"/>
                        <a:pt x="14" y="15"/>
                        <a:pt x="14" y="20"/>
                      </a:cubicBezTo>
                      <a:cubicBezTo>
                        <a:pt x="14" y="23"/>
                        <a:pt x="14" y="25"/>
                        <a:pt x="14" y="28"/>
                      </a:cubicBezTo>
                      <a:cubicBezTo>
                        <a:pt x="14" y="28"/>
                        <a:pt x="15" y="28"/>
                        <a:pt x="16"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7" name="Freeform 16">
                  <a:extLst>
                    <a:ext uri="{FF2B5EF4-FFF2-40B4-BE49-F238E27FC236}">
                      <a16:creationId xmlns:a16="http://schemas.microsoft.com/office/drawing/2014/main" id="{FB4C6AFE-87EF-4FB7-829C-F7529116EE44}"/>
                    </a:ext>
                  </a:extLst>
                </p:cNvPr>
                <p:cNvSpPr>
                  <a:spLocks/>
                </p:cNvSpPr>
                <p:nvPr/>
              </p:nvSpPr>
              <p:spPr bwMode="auto">
                <a:xfrm>
                  <a:off x="3980111" y="3138488"/>
                  <a:ext cx="134938" cy="373063"/>
                </a:xfrm>
                <a:custGeom>
                  <a:avLst/>
                  <a:gdLst>
                    <a:gd name="T0" fmla="*/ 9 w 47"/>
                    <a:gd name="T1" fmla="*/ 73 h 88"/>
                    <a:gd name="T2" fmla="*/ 3 w 47"/>
                    <a:gd name="T3" fmla="*/ 67 h 88"/>
                    <a:gd name="T4" fmla="*/ 3 w 47"/>
                    <a:gd name="T5" fmla="*/ 57 h 88"/>
                    <a:gd name="T6" fmla="*/ 20 w 47"/>
                    <a:gd name="T7" fmla="*/ 38 h 88"/>
                    <a:gd name="T8" fmla="*/ 33 w 47"/>
                    <a:gd name="T9" fmla="*/ 20 h 88"/>
                    <a:gd name="T10" fmla="*/ 33 w 47"/>
                    <a:gd name="T11" fmla="*/ 4 h 88"/>
                    <a:gd name="T12" fmla="*/ 32 w 47"/>
                    <a:gd name="T13" fmla="*/ 1 h 88"/>
                    <a:gd name="T14" fmla="*/ 33 w 47"/>
                    <a:gd name="T15" fmla="*/ 0 h 88"/>
                    <a:gd name="T16" fmla="*/ 41 w 47"/>
                    <a:gd name="T17" fmla="*/ 6 h 88"/>
                    <a:gd name="T18" fmla="*/ 43 w 47"/>
                    <a:gd name="T19" fmla="*/ 26 h 88"/>
                    <a:gd name="T20" fmla="*/ 29 w 47"/>
                    <a:gd name="T21" fmla="*/ 48 h 88"/>
                    <a:gd name="T22" fmla="*/ 30 w 47"/>
                    <a:gd name="T23" fmla="*/ 52 h 88"/>
                    <a:gd name="T24" fmla="*/ 40 w 47"/>
                    <a:gd name="T25" fmla="*/ 73 h 88"/>
                    <a:gd name="T26" fmla="*/ 41 w 47"/>
                    <a:gd name="T27" fmla="*/ 84 h 88"/>
                    <a:gd name="T28" fmla="*/ 37 w 47"/>
                    <a:gd name="T29" fmla="*/ 86 h 88"/>
                    <a:gd name="T30" fmla="*/ 31 w 47"/>
                    <a:gd name="T31" fmla="*/ 75 h 88"/>
                    <a:gd name="T32" fmla="*/ 28 w 47"/>
                    <a:gd name="T33" fmla="*/ 60 h 88"/>
                    <a:gd name="T34" fmla="*/ 22 w 47"/>
                    <a:gd name="T35" fmla="*/ 59 h 88"/>
                    <a:gd name="T36" fmla="*/ 9 w 47"/>
                    <a:gd name="T37" fmla="*/ 73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7" h="88">
                      <a:moveTo>
                        <a:pt x="9" y="73"/>
                      </a:moveTo>
                      <a:cubicBezTo>
                        <a:pt x="7" y="71"/>
                        <a:pt x="5" y="69"/>
                        <a:pt x="3" y="67"/>
                      </a:cubicBezTo>
                      <a:cubicBezTo>
                        <a:pt x="1" y="64"/>
                        <a:pt x="0" y="61"/>
                        <a:pt x="3" y="57"/>
                      </a:cubicBezTo>
                      <a:cubicBezTo>
                        <a:pt x="9" y="51"/>
                        <a:pt x="14" y="45"/>
                        <a:pt x="20" y="38"/>
                      </a:cubicBezTo>
                      <a:cubicBezTo>
                        <a:pt x="24" y="32"/>
                        <a:pt x="28" y="26"/>
                        <a:pt x="33" y="20"/>
                      </a:cubicBezTo>
                      <a:cubicBezTo>
                        <a:pt x="36" y="15"/>
                        <a:pt x="36" y="9"/>
                        <a:pt x="33" y="4"/>
                      </a:cubicBezTo>
                      <a:cubicBezTo>
                        <a:pt x="32" y="3"/>
                        <a:pt x="32" y="2"/>
                        <a:pt x="32" y="1"/>
                      </a:cubicBezTo>
                      <a:cubicBezTo>
                        <a:pt x="32" y="1"/>
                        <a:pt x="33" y="0"/>
                        <a:pt x="33" y="0"/>
                      </a:cubicBezTo>
                      <a:cubicBezTo>
                        <a:pt x="36" y="2"/>
                        <a:pt x="39" y="4"/>
                        <a:pt x="41" y="6"/>
                      </a:cubicBezTo>
                      <a:cubicBezTo>
                        <a:pt x="46" y="11"/>
                        <a:pt x="47" y="20"/>
                        <a:pt x="43" y="26"/>
                      </a:cubicBezTo>
                      <a:cubicBezTo>
                        <a:pt x="39" y="33"/>
                        <a:pt x="34" y="40"/>
                        <a:pt x="29" y="48"/>
                      </a:cubicBezTo>
                      <a:cubicBezTo>
                        <a:pt x="29" y="49"/>
                        <a:pt x="29" y="52"/>
                        <a:pt x="30" y="52"/>
                      </a:cubicBezTo>
                      <a:cubicBezTo>
                        <a:pt x="38" y="57"/>
                        <a:pt x="38" y="65"/>
                        <a:pt x="40" y="73"/>
                      </a:cubicBezTo>
                      <a:cubicBezTo>
                        <a:pt x="41" y="76"/>
                        <a:pt x="41" y="80"/>
                        <a:pt x="41" y="84"/>
                      </a:cubicBezTo>
                      <a:cubicBezTo>
                        <a:pt x="41" y="87"/>
                        <a:pt x="39" y="88"/>
                        <a:pt x="37" y="86"/>
                      </a:cubicBezTo>
                      <a:cubicBezTo>
                        <a:pt x="33" y="83"/>
                        <a:pt x="31" y="81"/>
                        <a:pt x="31" y="75"/>
                      </a:cubicBezTo>
                      <a:cubicBezTo>
                        <a:pt x="31" y="70"/>
                        <a:pt x="30" y="65"/>
                        <a:pt x="28" y="60"/>
                      </a:cubicBezTo>
                      <a:cubicBezTo>
                        <a:pt x="27" y="55"/>
                        <a:pt x="25" y="56"/>
                        <a:pt x="22" y="59"/>
                      </a:cubicBezTo>
                      <a:cubicBezTo>
                        <a:pt x="18" y="64"/>
                        <a:pt x="14" y="68"/>
                        <a:pt x="9"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8" name="Freeform 17">
                  <a:extLst>
                    <a:ext uri="{FF2B5EF4-FFF2-40B4-BE49-F238E27FC236}">
                      <a16:creationId xmlns:a16="http://schemas.microsoft.com/office/drawing/2014/main" id="{7BBE01C1-D3BA-489E-BE5E-C63059DA7AF9}"/>
                    </a:ext>
                  </a:extLst>
                </p:cNvPr>
                <p:cNvSpPr>
                  <a:spLocks/>
                </p:cNvSpPr>
                <p:nvPr/>
              </p:nvSpPr>
              <p:spPr bwMode="auto">
                <a:xfrm>
                  <a:off x="3872924" y="3138488"/>
                  <a:ext cx="75438" cy="79375"/>
                </a:xfrm>
                <a:custGeom>
                  <a:avLst/>
                  <a:gdLst>
                    <a:gd name="T0" fmla="*/ 0 w 26"/>
                    <a:gd name="T1" fmla="*/ 0 h 19"/>
                    <a:gd name="T2" fmla="*/ 20 w 26"/>
                    <a:gd name="T3" fmla="*/ 1 h 19"/>
                    <a:gd name="T4" fmla="*/ 23 w 26"/>
                    <a:gd name="T5" fmla="*/ 12 h 19"/>
                    <a:gd name="T6" fmla="*/ 12 w 26"/>
                    <a:gd name="T7" fmla="*/ 18 h 19"/>
                    <a:gd name="T8" fmla="*/ 3 w 26"/>
                    <a:gd name="T9" fmla="*/ 11 h 19"/>
                    <a:gd name="T10" fmla="*/ 0 w 26"/>
                    <a:gd name="T11" fmla="*/ 0 h 19"/>
                  </a:gdLst>
                  <a:ahLst/>
                  <a:cxnLst>
                    <a:cxn ang="0">
                      <a:pos x="T0" y="T1"/>
                    </a:cxn>
                    <a:cxn ang="0">
                      <a:pos x="T2" y="T3"/>
                    </a:cxn>
                    <a:cxn ang="0">
                      <a:pos x="T4" y="T5"/>
                    </a:cxn>
                    <a:cxn ang="0">
                      <a:pos x="T6" y="T7"/>
                    </a:cxn>
                    <a:cxn ang="0">
                      <a:pos x="T8" y="T9"/>
                    </a:cxn>
                    <a:cxn ang="0">
                      <a:pos x="T10" y="T11"/>
                    </a:cxn>
                  </a:cxnLst>
                  <a:rect l="0" t="0" r="r" b="b"/>
                  <a:pathLst>
                    <a:path w="26" h="19">
                      <a:moveTo>
                        <a:pt x="0" y="0"/>
                      </a:moveTo>
                      <a:cubicBezTo>
                        <a:pt x="8" y="1"/>
                        <a:pt x="14" y="1"/>
                        <a:pt x="20" y="1"/>
                      </a:cubicBezTo>
                      <a:cubicBezTo>
                        <a:pt x="24" y="1"/>
                        <a:pt x="26" y="8"/>
                        <a:pt x="23" y="12"/>
                      </a:cubicBezTo>
                      <a:cubicBezTo>
                        <a:pt x="21" y="16"/>
                        <a:pt x="17" y="19"/>
                        <a:pt x="12" y="18"/>
                      </a:cubicBezTo>
                      <a:cubicBezTo>
                        <a:pt x="8" y="18"/>
                        <a:pt x="5" y="15"/>
                        <a:pt x="3" y="11"/>
                      </a:cubicBezTo>
                      <a:cubicBezTo>
                        <a:pt x="2" y="8"/>
                        <a:pt x="1" y="4"/>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grpSp>
          <p:nvGrpSpPr>
            <p:cNvPr id="19" name="组合 18">
              <a:extLst>
                <a:ext uri="{FF2B5EF4-FFF2-40B4-BE49-F238E27FC236}">
                  <a16:creationId xmlns:a16="http://schemas.microsoft.com/office/drawing/2014/main" id="{E582171C-E91E-4DDB-B720-D9EDE8C54B5C}"/>
                </a:ext>
              </a:extLst>
            </p:cNvPr>
            <p:cNvGrpSpPr/>
            <p:nvPr/>
          </p:nvGrpSpPr>
          <p:grpSpPr>
            <a:xfrm>
              <a:off x="582366" y="5719539"/>
              <a:ext cx="2716733" cy="681262"/>
              <a:chOff x="6738929" y="2270918"/>
              <a:chExt cx="2766486" cy="693738"/>
            </a:xfrm>
            <a:grpFill/>
          </p:grpSpPr>
          <p:grpSp>
            <p:nvGrpSpPr>
              <p:cNvPr id="20" name="组合 19">
                <a:extLst>
                  <a:ext uri="{FF2B5EF4-FFF2-40B4-BE49-F238E27FC236}">
                    <a16:creationId xmlns:a16="http://schemas.microsoft.com/office/drawing/2014/main" id="{4EB45816-40C4-4065-9181-C29D2BECD84E}"/>
                  </a:ext>
                </a:extLst>
              </p:cNvPr>
              <p:cNvGrpSpPr/>
              <p:nvPr/>
            </p:nvGrpSpPr>
            <p:grpSpPr>
              <a:xfrm>
                <a:off x="8180494" y="2355056"/>
                <a:ext cx="484188" cy="509588"/>
                <a:chOff x="6113463" y="3541713"/>
                <a:chExt cx="484188" cy="509588"/>
              </a:xfrm>
              <a:grpFill/>
            </p:grpSpPr>
            <p:sp>
              <p:nvSpPr>
                <p:cNvPr id="30" name="Freeform 9">
                  <a:extLst>
                    <a:ext uri="{FF2B5EF4-FFF2-40B4-BE49-F238E27FC236}">
                      <a16:creationId xmlns:a16="http://schemas.microsoft.com/office/drawing/2014/main" id="{70888479-5294-457A-8111-462CE4F104F2}"/>
                    </a:ext>
                  </a:extLst>
                </p:cNvPr>
                <p:cNvSpPr>
                  <a:spLocks noEditPoints="1"/>
                </p:cNvSpPr>
                <p:nvPr/>
              </p:nvSpPr>
              <p:spPr bwMode="auto">
                <a:xfrm>
                  <a:off x="6113463" y="3579813"/>
                  <a:ext cx="252413" cy="428625"/>
                </a:xfrm>
                <a:custGeom>
                  <a:avLst/>
                  <a:gdLst>
                    <a:gd name="T0" fmla="*/ 39 w 59"/>
                    <a:gd name="T1" fmla="*/ 78 h 101"/>
                    <a:gd name="T2" fmla="*/ 17 w 59"/>
                    <a:gd name="T3" fmla="*/ 94 h 101"/>
                    <a:gd name="T4" fmla="*/ 8 w 59"/>
                    <a:gd name="T5" fmla="*/ 94 h 101"/>
                    <a:gd name="T6" fmla="*/ 0 w 59"/>
                    <a:gd name="T7" fmla="*/ 79 h 101"/>
                    <a:gd name="T8" fmla="*/ 17 w 59"/>
                    <a:gd name="T9" fmla="*/ 73 h 101"/>
                    <a:gd name="T10" fmla="*/ 10 w 59"/>
                    <a:gd name="T11" fmla="*/ 68 h 101"/>
                    <a:gd name="T12" fmla="*/ 8 w 59"/>
                    <a:gd name="T13" fmla="*/ 60 h 101"/>
                    <a:gd name="T14" fmla="*/ 18 w 59"/>
                    <a:gd name="T15" fmla="*/ 23 h 101"/>
                    <a:gd name="T16" fmla="*/ 26 w 59"/>
                    <a:gd name="T17" fmla="*/ 17 h 101"/>
                    <a:gd name="T18" fmla="*/ 36 w 59"/>
                    <a:gd name="T19" fmla="*/ 26 h 101"/>
                    <a:gd name="T20" fmla="*/ 36 w 59"/>
                    <a:gd name="T21" fmla="*/ 27 h 101"/>
                    <a:gd name="T22" fmla="*/ 43 w 59"/>
                    <a:gd name="T23" fmla="*/ 40 h 101"/>
                    <a:gd name="T24" fmla="*/ 42 w 59"/>
                    <a:gd name="T25" fmla="*/ 12 h 101"/>
                    <a:gd name="T26" fmla="*/ 21 w 59"/>
                    <a:gd name="T27" fmla="*/ 5 h 101"/>
                    <a:gd name="T28" fmla="*/ 44 w 59"/>
                    <a:gd name="T29" fmla="*/ 1 h 101"/>
                    <a:gd name="T30" fmla="*/ 57 w 59"/>
                    <a:gd name="T31" fmla="*/ 17 h 101"/>
                    <a:gd name="T32" fmla="*/ 56 w 59"/>
                    <a:gd name="T33" fmla="*/ 48 h 101"/>
                    <a:gd name="T34" fmla="*/ 57 w 59"/>
                    <a:gd name="T35" fmla="*/ 55 h 101"/>
                    <a:gd name="T36" fmla="*/ 55 w 59"/>
                    <a:gd name="T37" fmla="*/ 64 h 101"/>
                    <a:gd name="T38" fmla="*/ 54 w 59"/>
                    <a:gd name="T39" fmla="*/ 71 h 101"/>
                    <a:gd name="T40" fmla="*/ 52 w 59"/>
                    <a:gd name="T41" fmla="*/ 95 h 101"/>
                    <a:gd name="T42" fmla="*/ 49 w 59"/>
                    <a:gd name="T43" fmla="*/ 101 h 101"/>
                    <a:gd name="T44" fmla="*/ 43 w 59"/>
                    <a:gd name="T45" fmla="*/ 98 h 101"/>
                    <a:gd name="T46" fmla="*/ 38 w 59"/>
                    <a:gd name="T47" fmla="*/ 86 h 101"/>
                    <a:gd name="T48" fmla="*/ 39 w 59"/>
                    <a:gd name="T49" fmla="*/ 78 h 101"/>
                    <a:gd name="T50" fmla="*/ 42 w 59"/>
                    <a:gd name="T51" fmla="*/ 47 h 101"/>
                    <a:gd name="T52" fmla="*/ 32 w 59"/>
                    <a:gd name="T53" fmla="*/ 44 h 101"/>
                    <a:gd name="T54" fmla="*/ 29 w 59"/>
                    <a:gd name="T55" fmla="*/ 64 h 101"/>
                    <a:gd name="T56" fmla="*/ 42 w 59"/>
                    <a:gd name="T57" fmla="*/ 4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9" h="101">
                      <a:moveTo>
                        <a:pt x="39" y="78"/>
                      </a:moveTo>
                      <a:cubicBezTo>
                        <a:pt x="31" y="84"/>
                        <a:pt x="24" y="89"/>
                        <a:pt x="17" y="94"/>
                      </a:cubicBezTo>
                      <a:cubicBezTo>
                        <a:pt x="14" y="97"/>
                        <a:pt x="11" y="96"/>
                        <a:pt x="8" y="94"/>
                      </a:cubicBezTo>
                      <a:cubicBezTo>
                        <a:pt x="4" y="90"/>
                        <a:pt x="0" y="86"/>
                        <a:pt x="0" y="79"/>
                      </a:cubicBezTo>
                      <a:cubicBezTo>
                        <a:pt x="6" y="82"/>
                        <a:pt x="12" y="80"/>
                        <a:pt x="17" y="73"/>
                      </a:cubicBezTo>
                      <a:cubicBezTo>
                        <a:pt x="15" y="72"/>
                        <a:pt x="13" y="70"/>
                        <a:pt x="10" y="68"/>
                      </a:cubicBezTo>
                      <a:cubicBezTo>
                        <a:pt x="7" y="66"/>
                        <a:pt x="7" y="63"/>
                        <a:pt x="8" y="60"/>
                      </a:cubicBezTo>
                      <a:cubicBezTo>
                        <a:pt x="11" y="48"/>
                        <a:pt x="15" y="36"/>
                        <a:pt x="18" y="23"/>
                      </a:cubicBezTo>
                      <a:cubicBezTo>
                        <a:pt x="19" y="20"/>
                        <a:pt x="20" y="16"/>
                        <a:pt x="26" y="17"/>
                      </a:cubicBezTo>
                      <a:cubicBezTo>
                        <a:pt x="32" y="18"/>
                        <a:pt x="36" y="21"/>
                        <a:pt x="36" y="26"/>
                      </a:cubicBezTo>
                      <a:cubicBezTo>
                        <a:pt x="36" y="26"/>
                        <a:pt x="36" y="27"/>
                        <a:pt x="36" y="27"/>
                      </a:cubicBezTo>
                      <a:cubicBezTo>
                        <a:pt x="35" y="33"/>
                        <a:pt x="38" y="37"/>
                        <a:pt x="43" y="40"/>
                      </a:cubicBezTo>
                      <a:cubicBezTo>
                        <a:pt x="43" y="31"/>
                        <a:pt x="42" y="22"/>
                        <a:pt x="42" y="12"/>
                      </a:cubicBezTo>
                      <a:cubicBezTo>
                        <a:pt x="30" y="16"/>
                        <a:pt x="20" y="12"/>
                        <a:pt x="21" y="5"/>
                      </a:cubicBezTo>
                      <a:cubicBezTo>
                        <a:pt x="29" y="3"/>
                        <a:pt x="36" y="1"/>
                        <a:pt x="44" y="1"/>
                      </a:cubicBezTo>
                      <a:cubicBezTo>
                        <a:pt x="54" y="0"/>
                        <a:pt x="59" y="8"/>
                        <a:pt x="57" y="17"/>
                      </a:cubicBezTo>
                      <a:cubicBezTo>
                        <a:pt x="56" y="27"/>
                        <a:pt x="56" y="38"/>
                        <a:pt x="56" y="48"/>
                      </a:cubicBezTo>
                      <a:cubicBezTo>
                        <a:pt x="56" y="50"/>
                        <a:pt x="57" y="52"/>
                        <a:pt x="57" y="55"/>
                      </a:cubicBezTo>
                      <a:cubicBezTo>
                        <a:pt x="57" y="58"/>
                        <a:pt x="56" y="61"/>
                        <a:pt x="55" y="64"/>
                      </a:cubicBezTo>
                      <a:cubicBezTo>
                        <a:pt x="55" y="66"/>
                        <a:pt x="54" y="68"/>
                        <a:pt x="54" y="71"/>
                      </a:cubicBezTo>
                      <a:cubicBezTo>
                        <a:pt x="53" y="79"/>
                        <a:pt x="53" y="87"/>
                        <a:pt x="52" y="95"/>
                      </a:cubicBezTo>
                      <a:cubicBezTo>
                        <a:pt x="52" y="97"/>
                        <a:pt x="51" y="100"/>
                        <a:pt x="49" y="101"/>
                      </a:cubicBezTo>
                      <a:cubicBezTo>
                        <a:pt x="47" y="101"/>
                        <a:pt x="44" y="100"/>
                        <a:pt x="43" y="98"/>
                      </a:cubicBezTo>
                      <a:cubicBezTo>
                        <a:pt x="39" y="95"/>
                        <a:pt x="36" y="92"/>
                        <a:pt x="38" y="86"/>
                      </a:cubicBezTo>
                      <a:cubicBezTo>
                        <a:pt x="39" y="84"/>
                        <a:pt x="39" y="81"/>
                        <a:pt x="39" y="78"/>
                      </a:cubicBezTo>
                      <a:close/>
                      <a:moveTo>
                        <a:pt x="42" y="47"/>
                      </a:moveTo>
                      <a:cubicBezTo>
                        <a:pt x="39" y="46"/>
                        <a:pt x="36" y="45"/>
                        <a:pt x="32" y="44"/>
                      </a:cubicBezTo>
                      <a:cubicBezTo>
                        <a:pt x="31" y="51"/>
                        <a:pt x="30" y="57"/>
                        <a:pt x="29" y="64"/>
                      </a:cubicBezTo>
                      <a:cubicBezTo>
                        <a:pt x="39" y="61"/>
                        <a:pt x="42" y="57"/>
                        <a:pt x="42" y="4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1" name="Freeform 10">
                  <a:extLst>
                    <a:ext uri="{FF2B5EF4-FFF2-40B4-BE49-F238E27FC236}">
                      <a16:creationId xmlns:a16="http://schemas.microsoft.com/office/drawing/2014/main" id="{3C581795-C09D-460E-9472-8181F266F0EF}"/>
                    </a:ext>
                  </a:extLst>
                </p:cNvPr>
                <p:cNvSpPr>
                  <a:spLocks noEditPoints="1"/>
                </p:cNvSpPr>
                <p:nvPr/>
              </p:nvSpPr>
              <p:spPr bwMode="auto">
                <a:xfrm>
                  <a:off x="6361113" y="3541713"/>
                  <a:ext cx="236538" cy="509588"/>
                </a:xfrm>
                <a:custGeom>
                  <a:avLst/>
                  <a:gdLst>
                    <a:gd name="T0" fmla="*/ 11 w 55"/>
                    <a:gd name="T1" fmla="*/ 89 h 120"/>
                    <a:gd name="T2" fmla="*/ 10 w 55"/>
                    <a:gd name="T3" fmla="*/ 100 h 120"/>
                    <a:gd name="T4" fmla="*/ 6 w 55"/>
                    <a:gd name="T5" fmla="*/ 104 h 120"/>
                    <a:gd name="T6" fmla="*/ 1 w 55"/>
                    <a:gd name="T7" fmla="*/ 99 h 120"/>
                    <a:gd name="T8" fmla="*/ 3 w 55"/>
                    <a:gd name="T9" fmla="*/ 84 h 120"/>
                    <a:gd name="T10" fmla="*/ 14 w 55"/>
                    <a:gd name="T11" fmla="*/ 37 h 120"/>
                    <a:gd name="T12" fmla="*/ 22 w 55"/>
                    <a:gd name="T13" fmla="*/ 11 h 120"/>
                    <a:gd name="T14" fmla="*/ 26 w 55"/>
                    <a:gd name="T15" fmla="*/ 19 h 120"/>
                    <a:gd name="T16" fmla="*/ 20 w 55"/>
                    <a:gd name="T17" fmla="*/ 40 h 120"/>
                    <a:gd name="T18" fmla="*/ 27 w 55"/>
                    <a:gd name="T19" fmla="*/ 35 h 120"/>
                    <a:gd name="T20" fmla="*/ 35 w 55"/>
                    <a:gd name="T21" fmla="*/ 30 h 120"/>
                    <a:gd name="T22" fmla="*/ 33 w 55"/>
                    <a:gd name="T23" fmla="*/ 9 h 120"/>
                    <a:gd name="T24" fmla="*/ 28 w 55"/>
                    <a:gd name="T25" fmla="*/ 8 h 120"/>
                    <a:gd name="T26" fmla="*/ 19 w 55"/>
                    <a:gd name="T27" fmla="*/ 12 h 120"/>
                    <a:gd name="T28" fmla="*/ 12 w 55"/>
                    <a:gd name="T29" fmla="*/ 15 h 120"/>
                    <a:gd name="T30" fmla="*/ 9 w 55"/>
                    <a:gd name="T31" fmla="*/ 11 h 120"/>
                    <a:gd name="T32" fmla="*/ 11 w 55"/>
                    <a:gd name="T33" fmla="*/ 8 h 120"/>
                    <a:gd name="T34" fmla="*/ 31 w 55"/>
                    <a:gd name="T35" fmla="*/ 0 h 120"/>
                    <a:gd name="T36" fmla="*/ 45 w 55"/>
                    <a:gd name="T37" fmla="*/ 15 h 120"/>
                    <a:gd name="T38" fmla="*/ 44 w 55"/>
                    <a:gd name="T39" fmla="*/ 46 h 120"/>
                    <a:gd name="T40" fmla="*/ 48 w 55"/>
                    <a:gd name="T41" fmla="*/ 54 h 120"/>
                    <a:gd name="T42" fmla="*/ 48 w 55"/>
                    <a:gd name="T43" fmla="*/ 71 h 120"/>
                    <a:gd name="T44" fmla="*/ 44 w 55"/>
                    <a:gd name="T45" fmla="*/ 77 h 120"/>
                    <a:gd name="T46" fmla="*/ 44 w 55"/>
                    <a:gd name="T47" fmla="*/ 110 h 120"/>
                    <a:gd name="T48" fmla="*/ 44 w 55"/>
                    <a:gd name="T49" fmla="*/ 114 h 120"/>
                    <a:gd name="T50" fmla="*/ 41 w 55"/>
                    <a:gd name="T51" fmla="*/ 120 h 120"/>
                    <a:gd name="T52" fmla="*/ 32 w 55"/>
                    <a:gd name="T53" fmla="*/ 118 h 120"/>
                    <a:gd name="T54" fmla="*/ 13 w 55"/>
                    <a:gd name="T55" fmla="*/ 91 h 120"/>
                    <a:gd name="T56" fmla="*/ 12 w 55"/>
                    <a:gd name="T57" fmla="*/ 89 h 120"/>
                    <a:gd name="T58" fmla="*/ 11 w 55"/>
                    <a:gd name="T59" fmla="*/ 89 h 120"/>
                    <a:gd name="T60" fmla="*/ 24 w 55"/>
                    <a:gd name="T61" fmla="*/ 76 h 120"/>
                    <a:gd name="T62" fmla="*/ 23 w 55"/>
                    <a:gd name="T63" fmla="*/ 74 h 120"/>
                    <a:gd name="T64" fmla="*/ 27 w 55"/>
                    <a:gd name="T65" fmla="*/ 71 h 120"/>
                    <a:gd name="T66" fmla="*/ 33 w 55"/>
                    <a:gd name="T67" fmla="*/ 67 h 120"/>
                    <a:gd name="T68" fmla="*/ 32 w 55"/>
                    <a:gd name="T69" fmla="*/ 63 h 120"/>
                    <a:gd name="T70" fmla="*/ 22 w 55"/>
                    <a:gd name="T71" fmla="*/ 52 h 120"/>
                    <a:gd name="T72" fmla="*/ 18 w 55"/>
                    <a:gd name="T73" fmla="*/ 89 h 120"/>
                    <a:gd name="T74" fmla="*/ 33 w 55"/>
                    <a:gd name="T75" fmla="*/ 107 h 120"/>
                    <a:gd name="T76" fmla="*/ 35 w 55"/>
                    <a:gd name="T77" fmla="*/ 77 h 120"/>
                    <a:gd name="T78" fmla="*/ 31 w 55"/>
                    <a:gd name="T79" fmla="*/ 75 h 120"/>
                    <a:gd name="T80" fmla="*/ 24 w 55"/>
                    <a:gd name="T81" fmla="*/ 76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5" h="120">
                      <a:moveTo>
                        <a:pt x="11" y="89"/>
                      </a:moveTo>
                      <a:cubicBezTo>
                        <a:pt x="10" y="93"/>
                        <a:pt x="10" y="96"/>
                        <a:pt x="10" y="100"/>
                      </a:cubicBezTo>
                      <a:cubicBezTo>
                        <a:pt x="9" y="102"/>
                        <a:pt x="9" y="104"/>
                        <a:pt x="6" y="104"/>
                      </a:cubicBezTo>
                      <a:cubicBezTo>
                        <a:pt x="3" y="104"/>
                        <a:pt x="0" y="103"/>
                        <a:pt x="1" y="99"/>
                      </a:cubicBezTo>
                      <a:cubicBezTo>
                        <a:pt x="2" y="94"/>
                        <a:pt x="2" y="89"/>
                        <a:pt x="3" y="84"/>
                      </a:cubicBezTo>
                      <a:cubicBezTo>
                        <a:pt x="7" y="68"/>
                        <a:pt x="10" y="53"/>
                        <a:pt x="14" y="37"/>
                      </a:cubicBezTo>
                      <a:cubicBezTo>
                        <a:pt x="16" y="29"/>
                        <a:pt x="19" y="20"/>
                        <a:pt x="22" y="11"/>
                      </a:cubicBezTo>
                      <a:cubicBezTo>
                        <a:pt x="26" y="13"/>
                        <a:pt x="27" y="15"/>
                        <a:pt x="26" y="19"/>
                      </a:cubicBezTo>
                      <a:cubicBezTo>
                        <a:pt x="24" y="25"/>
                        <a:pt x="22" y="32"/>
                        <a:pt x="20" y="40"/>
                      </a:cubicBezTo>
                      <a:cubicBezTo>
                        <a:pt x="23" y="37"/>
                        <a:pt x="25" y="36"/>
                        <a:pt x="27" y="35"/>
                      </a:cubicBezTo>
                      <a:cubicBezTo>
                        <a:pt x="30" y="33"/>
                        <a:pt x="34" y="32"/>
                        <a:pt x="35" y="30"/>
                      </a:cubicBezTo>
                      <a:cubicBezTo>
                        <a:pt x="36" y="23"/>
                        <a:pt x="37" y="16"/>
                        <a:pt x="33" y="9"/>
                      </a:cubicBezTo>
                      <a:cubicBezTo>
                        <a:pt x="33" y="8"/>
                        <a:pt x="30" y="7"/>
                        <a:pt x="28" y="8"/>
                      </a:cubicBezTo>
                      <a:cubicBezTo>
                        <a:pt x="25" y="9"/>
                        <a:pt x="22" y="11"/>
                        <a:pt x="19" y="12"/>
                      </a:cubicBezTo>
                      <a:cubicBezTo>
                        <a:pt x="17" y="13"/>
                        <a:pt x="15" y="15"/>
                        <a:pt x="12" y="15"/>
                      </a:cubicBezTo>
                      <a:cubicBezTo>
                        <a:pt x="11" y="15"/>
                        <a:pt x="9" y="13"/>
                        <a:pt x="9" y="11"/>
                      </a:cubicBezTo>
                      <a:cubicBezTo>
                        <a:pt x="8" y="11"/>
                        <a:pt x="10" y="9"/>
                        <a:pt x="11" y="8"/>
                      </a:cubicBezTo>
                      <a:cubicBezTo>
                        <a:pt x="17" y="4"/>
                        <a:pt x="23" y="0"/>
                        <a:pt x="31" y="0"/>
                      </a:cubicBezTo>
                      <a:cubicBezTo>
                        <a:pt x="41" y="1"/>
                        <a:pt x="46" y="5"/>
                        <a:pt x="45" y="15"/>
                      </a:cubicBezTo>
                      <a:cubicBezTo>
                        <a:pt x="45" y="25"/>
                        <a:pt x="45" y="36"/>
                        <a:pt x="44" y="46"/>
                      </a:cubicBezTo>
                      <a:cubicBezTo>
                        <a:pt x="44" y="50"/>
                        <a:pt x="45" y="52"/>
                        <a:pt x="48" y="54"/>
                      </a:cubicBezTo>
                      <a:cubicBezTo>
                        <a:pt x="55" y="60"/>
                        <a:pt x="55" y="66"/>
                        <a:pt x="48" y="71"/>
                      </a:cubicBezTo>
                      <a:cubicBezTo>
                        <a:pt x="45" y="72"/>
                        <a:pt x="44" y="74"/>
                        <a:pt x="44" y="77"/>
                      </a:cubicBezTo>
                      <a:cubicBezTo>
                        <a:pt x="45" y="88"/>
                        <a:pt x="44" y="99"/>
                        <a:pt x="44" y="110"/>
                      </a:cubicBezTo>
                      <a:cubicBezTo>
                        <a:pt x="44" y="112"/>
                        <a:pt x="45" y="113"/>
                        <a:pt x="44" y="114"/>
                      </a:cubicBezTo>
                      <a:cubicBezTo>
                        <a:pt x="43" y="116"/>
                        <a:pt x="42" y="120"/>
                        <a:pt x="41" y="120"/>
                      </a:cubicBezTo>
                      <a:cubicBezTo>
                        <a:pt x="38" y="120"/>
                        <a:pt x="34" y="120"/>
                        <a:pt x="32" y="118"/>
                      </a:cubicBezTo>
                      <a:cubicBezTo>
                        <a:pt x="25" y="109"/>
                        <a:pt x="19" y="100"/>
                        <a:pt x="13" y="91"/>
                      </a:cubicBezTo>
                      <a:cubicBezTo>
                        <a:pt x="12" y="90"/>
                        <a:pt x="12" y="90"/>
                        <a:pt x="12" y="89"/>
                      </a:cubicBezTo>
                      <a:cubicBezTo>
                        <a:pt x="11" y="89"/>
                        <a:pt x="11" y="89"/>
                        <a:pt x="11" y="89"/>
                      </a:cubicBezTo>
                      <a:close/>
                      <a:moveTo>
                        <a:pt x="24" y="76"/>
                      </a:moveTo>
                      <a:cubicBezTo>
                        <a:pt x="23" y="75"/>
                        <a:pt x="23" y="75"/>
                        <a:pt x="23" y="74"/>
                      </a:cubicBezTo>
                      <a:cubicBezTo>
                        <a:pt x="24" y="73"/>
                        <a:pt x="26" y="72"/>
                        <a:pt x="27" y="71"/>
                      </a:cubicBezTo>
                      <a:cubicBezTo>
                        <a:pt x="29" y="70"/>
                        <a:pt x="31" y="69"/>
                        <a:pt x="33" y="67"/>
                      </a:cubicBezTo>
                      <a:cubicBezTo>
                        <a:pt x="35" y="66"/>
                        <a:pt x="35" y="63"/>
                        <a:pt x="32" y="63"/>
                      </a:cubicBezTo>
                      <a:cubicBezTo>
                        <a:pt x="27" y="61"/>
                        <a:pt x="24" y="58"/>
                        <a:pt x="22" y="52"/>
                      </a:cubicBezTo>
                      <a:cubicBezTo>
                        <a:pt x="17" y="65"/>
                        <a:pt x="13" y="77"/>
                        <a:pt x="18" y="89"/>
                      </a:cubicBezTo>
                      <a:cubicBezTo>
                        <a:pt x="21" y="97"/>
                        <a:pt x="27" y="101"/>
                        <a:pt x="33" y="107"/>
                      </a:cubicBezTo>
                      <a:cubicBezTo>
                        <a:pt x="34" y="97"/>
                        <a:pt x="34" y="87"/>
                        <a:pt x="35" y="77"/>
                      </a:cubicBezTo>
                      <a:cubicBezTo>
                        <a:pt x="35" y="77"/>
                        <a:pt x="32" y="75"/>
                        <a:pt x="31" y="75"/>
                      </a:cubicBezTo>
                      <a:cubicBezTo>
                        <a:pt x="29" y="75"/>
                        <a:pt x="26" y="76"/>
                        <a:pt x="24" y="7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21" name="组合 20">
                <a:extLst>
                  <a:ext uri="{FF2B5EF4-FFF2-40B4-BE49-F238E27FC236}">
                    <a16:creationId xmlns:a16="http://schemas.microsoft.com/office/drawing/2014/main" id="{C43281D5-D15F-4210-8FEF-5D0B83A54FD6}"/>
                  </a:ext>
                </a:extLst>
              </p:cNvPr>
              <p:cNvGrpSpPr/>
              <p:nvPr/>
            </p:nvGrpSpPr>
            <p:grpSpPr>
              <a:xfrm>
                <a:off x="6738929" y="2270918"/>
                <a:ext cx="549275" cy="693738"/>
                <a:chOff x="6108700" y="2066926"/>
                <a:chExt cx="549275" cy="693738"/>
              </a:xfrm>
              <a:grpFill/>
            </p:grpSpPr>
            <p:sp>
              <p:nvSpPr>
                <p:cNvPr id="28" name="Freeform 13">
                  <a:extLst>
                    <a:ext uri="{FF2B5EF4-FFF2-40B4-BE49-F238E27FC236}">
                      <a16:creationId xmlns:a16="http://schemas.microsoft.com/office/drawing/2014/main" id="{0965091B-D712-42AC-844D-24578409DB9A}"/>
                    </a:ext>
                  </a:extLst>
                </p:cNvPr>
                <p:cNvSpPr>
                  <a:spLocks noEditPoints="1"/>
                </p:cNvSpPr>
                <p:nvPr/>
              </p:nvSpPr>
              <p:spPr bwMode="auto">
                <a:xfrm>
                  <a:off x="6108700" y="2066926"/>
                  <a:ext cx="549275" cy="655638"/>
                </a:xfrm>
                <a:custGeom>
                  <a:avLst/>
                  <a:gdLst>
                    <a:gd name="T0" fmla="*/ 54 w 128"/>
                    <a:gd name="T1" fmla="*/ 76 h 154"/>
                    <a:gd name="T2" fmla="*/ 66 w 128"/>
                    <a:gd name="T3" fmla="*/ 53 h 154"/>
                    <a:gd name="T4" fmla="*/ 49 w 128"/>
                    <a:gd name="T5" fmla="*/ 47 h 154"/>
                    <a:gd name="T6" fmla="*/ 64 w 128"/>
                    <a:gd name="T7" fmla="*/ 44 h 154"/>
                    <a:gd name="T8" fmla="*/ 83 w 128"/>
                    <a:gd name="T9" fmla="*/ 6 h 154"/>
                    <a:gd name="T10" fmla="*/ 91 w 128"/>
                    <a:gd name="T11" fmla="*/ 11 h 154"/>
                    <a:gd name="T12" fmla="*/ 96 w 128"/>
                    <a:gd name="T13" fmla="*/ 36 h 154"/>
                    <a:gd name="T14" fmla="*/ 106 w 128"/>
                    <a:gd name="T15" fmla="*/ 41 h 154"/>
                    <a:gd name="T16" fmla="*/ 82 w 128"/>
                    <a:gd name="T17" fmla="*/ 50 h 154"/>
                    <a:gd name="T18" fmla="*/ 71 w 128"/>
                    <a:gd name="T19" fmla="*/ 65 h 154"/>
                    <a:gd name="T20" fmla="*/ 110 w 128"/>
                    <a:gd name="T21" fmla="*/ 74 h 154"/>
                    <a:gd name="T22" fmla="*/ 101 w 128"/>
                    <a:gd name="T23" fmla="*/ 87 h 154"/>
                    <a:gd name="T24" fmla="*/ 111 w 128"/>
                    <a:gd name="T25" fmla="*/ 98 h 154"/>
                    <a:gd name="T26" fmla="*/ 92 w 128"/>
                    <a:gd name="T27" fmla="*/ 104 h 154"/>
                    <a:gd name="T28" fmla="*/ 86 w 128"/>
                    <a:gd name="T29" fmla="*/ 116 h 154"/>
                    <a:gd name="T30" fmla="*/ 124 w 128"/>
                    <a:gd name="T31" fmla="*/ 112 h 154"/>
                    <a:gd name="T32" fmla="*/ 120 w 128"/>
                    <a:gd name="T33" fmla="*/ 122 h 154"/>
                    <a:gd name="T34" fmla="*/ 111 w 128"/>
                    <a:gd name="T35" fmla="*/ 144 h 154"/>
                    <a:gd name="T36" fmla="*/ 105 w 128"/>
                    <a:gd name="T37" fmla="*/ 153 h 154"/>
                    <a:gd name="T38" fmla="*/ 55 w 128"/>
                    <a:gd name="T39" fmla="*/ 129 h 154"/>
                    <a:gd name="T40" fmla="*/ 53 w 128"/>
                    <a:gd name="T41" fmla="*/ 121 h 154"/>
                    <a:gd name="T42" fmla="*/ 61 w 128"/>
                    <a:gd name="T43" fmla="*/ 125 h 154"/>
                    <a:gd name="T44" fmla="*/ 94 w 128"/>
                    <a:gd name="T45" fmla="*/ 140 h 154"/>
                    <a:gd name="T46" fmla="*/ 85 w 128"/>
                    <a:gd name="T47" fmla="*/ 127 h 154"/>
                    <a:gd name="T48" fmla="*/ 71 w 128"/>
                    <a:gd name="T49" fmla="*/ 108 h 154"/>
                    <a:gd name="T50" fmla="*/ 52 w 128"/>
                    <a:gd name="T51" fmla="*/ 113 h 154"/>
                    <a:gd name="T52" fmla="*/ 38 w 128"/>
                    <a:gd name="T53" fmla="*/ 97 h 154"/>
                    <a:gd name="T54" fmla="*/ 51 w 128"/>
                    <a:gd name="T55" fmla="*/ 97 h 154"/>
                    <a:gd name="T56" fmla="*/ 34 w 128"/>
                    <a:gd name="T57" fmla="*/ 93 h 154"/>
                    <a:gd name="T58" fmla="*/ 35 w 128"/>
                    <a:gd name="T59" fmla="*/ 105 h 154"/>
                    <a:gd name="T60" fmla="*/ 26 w 128"/>
                    <a:gd name="T61" fmla="*/ 154 h 154"/>
                    <a:gd name="T62" fmla="*/ 20 w 128"/>
                    <a:gd name="T63" fmla="*/ 118 h 154"/>
                    <a:gd name="T64" fmla="*/ 0 w 128"/>
                    <a:gd name="T65" fmla="*/ 103 h 154"/>
                    <a:gd name="T66" fmla="*/ 19 w 128"/>
                    <a:gd name="T67" fmla="*/ 72 h 154"/>
                    <a:gd name="T68" fmla="*/ 25 w 128"/>
                    <a:gd name="T69" fmla="*/ 51 h 154"/>
                    <a:gd name="T70" fmla="*/ 39 w 128"/>
                    <a:gd name="T71" fmla="*/ 14 h 154"/>
                    <a:gd name="T72" fmla="*/ 51 w 128"/>
                    <a:gd name="T73" fmla="*/ 24 h 154"/>
                    <a:gd name="T74" fmla="*/ 39 w 128"/>
                    <a:gd name="T75" fmla="*/ 44 h 154"/>
                    <a:gd name="T76" fmla="*/ 48 w 128"/>
                    <a:gd name="T77" fmla="*/ 73 h 154"/>
                    <a:gd name="T78" fmla="*/ 81 w 128"/>
                    <a:gd name="T79" fmla="*/ 90 h 154"/>
                    <a:gd name="T80" fmla="*/ 92 w 128"/>
                    <a:gd name="T81" fmla="*/ 71 h 154"/>
                    <a:gd name="T82" fmla="*/ 81 w 128"/>
                    <a:gd name="T83" fmla="*/ 80 h 154"/>
                    <a:gd name="T84" fmla="*/ 76 w 128"/>
                    <a:gd name="T85" fmla="*/ 73 h 154"/>
                    <a:gd name="T86" fmla="*/ 67 w 128"/>
                    <a:gd name="T87" fmla="*/ 79 h 154"/>
                    <a:gd name="T88" fmla="*/ 76 w 128"/>
                    <a:gd name="T89" fmla="*/ 73 h 154"/>
                    <a:gd name="T90" fmla="*/ 56 w 128"/>
                    <a:gd name="T91" fmla="*/ 88 h 154"/>
                    <a:gd name="T92" fmla="*/ 63 w 128"/>
                    <a:gd name="T93" fmla="*/ 81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28" h="154">
                      <a:moveTo>
                        <a:pt x="48" y="73"/>
                      </a:moveTo>
                      <a:cubicBezTo>
                        <a:pt x="50" y="74"/>
                        <a:pt x="52" y="75"/>
                        <a:pt x="54" y="76"/>
                      </a:cubicBezTo>
                      <a:cubicBezTo>
                        <a:pt x="57" y="74"/>
                        <a:pt x="60" y="72"/>
                        <a:pt x="63" y="70"/>
                      </a:cubicBezTo>
                      <a:cubicBezTo>
                        <a:pt x="58" y="63"/>
                        <a:pt x="65" y="59"/>
                        <a:pt x="66" y="53"/>
                      </a:cubicBezTo>
                      <a:cubicBezTo>
                        <a:pt x="63" y="53"/>
                        <a:pt x="59" y="53"/>
                        <a:pt x="56" y="52"/>
                      </a:cubicBezTo>
                      <a:cubicBezTo>
                        <a:pt x="54" y="51"/>
                        <a:pt x="51" y="49"/>
                        <a:pt x="49" y="47"/>
                      </a:cubicBezTo>
                      <a:cubicBezTo>
                        <a:pt x="49" y="46"/>
                        <a:pt x="50" y="46"/>
                        <a:pt x="50" y="46"/>
                      </a:cubicBezTo>
                      <a:cubicBezTo>
                        <a:pt x="55" y="45"/>
                        <a:pt x="59" y="45"/>
                        <a:pt x="64" y="44"/>
                      </a:cubicBezTo>
                      <a:cubicBezTo>
                        <a:pt x="68" y="44"/>
                        <a:pt x="70" y="42"/>
                        <a:pt x="71" y="38"/>
                      </a:cubicBezTo>
                      <a:cubicBezTo>
                        <a:pt x="75" y="27"/>
                        <a:pt x="79" y="16"/>
                        <a:pt x="83" y="6"/>
                      </a:cubicBezTo>
                      <a:cubicBezTo>
                        <a:pt x="84" y="3"/>
                        <a:pt x="84" y="0"/>
                        <a:pt x="88" y="2"/>
                      </a:cubicBezTo>
                      <a:cubicBezTo>
                        <a:pt x="92" y="4"/>
                        <a:pt x="94" y="9"/>
                        <a:pt x="91" y="11"/>
                      </a:cubicBezTo>
                      <a:cubicBezTo>
                        <a:pt x="83" y="19"/>
                        <a:pt x="83" y="30"/>
                        <a:pt x="80" y="41"/>
                      </a:cubicBezTo>
                      <a:cubicBezTo>
                        <a:pt x="85" y="39"/>
                        <a:pt x="91" y="37"/>
                        <a:pt x="96" y="36"/>
                      </a:cubicBezTo>
                      <a:cubicBezTo>
                        <a:pt x="98" y="35"/>
                        <a:pt x="101" y="35"/>
                        <a:pt x="102" y="36"/>
                      </a:cubicBezTo>
                      <a:cubicBezTo>
                        <a:pt x="104" y="37"/>
                        <a:pt x="106" y="39"/>
                        <a:pt x="106" y="41"/>
                      </a:cubicBezTo>
                      <a:cubicBezTo>
                        <a:pt x="106" y="42"/>
                        <a:pt x="105" y="44"/>
                        <a:pt x="103" y="44"/>
                      </a:cubicBezTo>
                      <a:cubicBezTo>
                        <a:pt x="96" y="46"/>
                        <a:pt x="89" y="48"/>
                        <a:pt x="82" y="50"/>
                      </a:cubicBezTo>
                      <a:cubicBezTo>
                        <a:pt x="78" y="50"/>
                        <a:pt x="77" y="51"/>
                        <a:pt x="76" y="54"/>
                      </a:cubicBezTo>
                      <a:cubicBezTo>
                        <a:pt x="74" y="58"/>
                        <a:pt x="73" y="61"/>
                        <a:pt x="71" y="65"/>
                      </a:cubicBezTo>
                      <a:cubicBezTo>
                        <a:pt x="82" y="63"/>
                        <a:pt x="92" y="62"/>
                        <a:pt x="102" y="66"/>
                      </a:cubicBezTo>
                      <a:cubicBezTo>
                        <a:pt x="106" y="67"/>
                        <a:pt x="110" y="69"/>
                        <a:pt x="110" y="74"/>
                      </a:cubicBezTo>
                      <a:cubicBezTo>
                        <a:pt x="111" y="79"/>
                        <a:pt x="109" y="83"/>
                        <a:pt x="104" y="85"/>
                      </a:cubicBezTo>
                      <a:cubicBezTo>
                        <a:pt x="103" y="85"/>
                        <a:pt x="102" y="86"/>
                        <a:pt x="101" y="87"/>
                      </a:cubicBezTo>
                      <a:cubicBezTo>
                        <a:pt x="103" y="88"/>
                        <a:pt x="105" y="88"/>
                        <a:pt x="106" y="89"/>
                      </a:cubicBezTo>
                      <a:cubicBezTo>
                        <a:pt x="110" y="91"/>
                        <a:pt x="112" y="94"/>
                        <a:pt x="111" y="98"/>
                      </a:cubicBezTo>
                      <a:cubicBezTo>
                        <a:pt x="110" y="102"/>
                        <a:pt x="107" y="103"/>
                        <a:pt x="104" y="103"/>
                      </a:cubicBezTo>
                      <a:cubicBezTo>
                        <a:pt x="100" y="103"/>
                        <a:pt x="96" y="104"/>
                        <a:pt x="92" y="104"/>
                      </a:cubicBezTo>
                      <a:cubicBezTo>
                        <a:pt x="86" y="105"/>
                        <a:pt x="81" y="111"/>
                        <a:pt x="82" y="117"/>
                      </a:cubicBezTo>
                      <a:cubicBezTo>
                        <a:pt x="83" y="117"/>
                        <a:pt x="85" y="117"/>
                        <a:pt x="86" y="116"/>
                      </a:cubicBezTo>
                      <a:cubicBezTo>
                        <a:pt x="95" y="111"/>
                        <a:pt x="104" y="109"/>
                        <a:pt x="114" y="109"/>
                      </a:cubicBezTo>
                      <a:cubicBezTo>
                        <a:pt x="118" y="110"/>
                        <a:pt x="121" y="111"/>
                        <a:pt x="124" y="112"/>
                      </a:cubicBezTo>
                      <a:cubicBezTo>
                        <a:pt x="128" y="114"/>
                        <a:pt x="128" y="117"/>
                        <a:pt x="126" y="120"/>
                      </a:cubicBezTo>
                      <a:cubicBezTo>
                        <a:pt x="125" y="123"/>
                        <a:pt x="122" y="123"/>
                        <a:pt x="120" y="122"/>
                      </a:cubicBezTo>
                      <a:cubicBezTo>
                        <a:pt x="111" y="118"/>
                        <a:pt x="104" y="120"/>
                        <a:pt x="97" y="123"/>
                      </a:cubicBezTo>
                      <a:cubicBezTo>
                        <a:pt x="101" y="130"/>
                        <a:pt x="106" y="137"/>
                        <a:pt x="111" y="144"/>
                      </a:cubicBezTo>
                      <a:cubicBezTo>
                        <a:pt x="112" y="146"/>
                        <a:pt x="112" y="150"/>
                        <a:pt x="111" y="152"/>
                      </a:cubicBezTo>
                      <a:cubicBezTo>
                        <a:pt x="111" y="153"/>
                        <a:pt x="107" y="153"/>
                        <a:pt x="105" y="153"/>
                      </a:cubicBezTo>
                      <a:cubicBezTo>
                        <a:pt x="91" y="150"/>
                        <a:pt x="77" y="146"/>
                        <a:pt x="66" y="138"/>
                      </a:cubicBezTo>
                      <a:cubicBezTo>
                        <a:pt x="62" y="135"/>
                        <a:pt x="59" y="132"/>
                        <a:pt x="55" y="129"/>
                      </a:cubicBezTo>
                      <a:cubicBezTo>
                        <a:pt x="54" y="128"/>
                        <a:pt x="53" y="127"/>
                        <a:pt x="53" y="126"/>
                      </a:cubicBezTo>
                      <a:cubicBezTo>
                        <a:pt x="53" y="124"/>
                        <a:pt x="53" y="122"/>
                        <a:pt x="53" y="121"/>
                      </a:cubicBezTo>
                      <a:cubicBezTo>
                        <a:pt x="55" y="121"/>
                        <a:pt x="57" y="121"/>
                        <a:pt x="58" y="121"/>
                      </a:cubicBezTo>
                      <a:cubicBezTo>
                        <a:pt x="59" y="122"/>
                        <a:pt x="60" y="123"/>
                        <a:pt x="61" y="125"/>
                      </a:cubicBezTo>
                      <a:cubicBezTo>
                        <a:pt x="70" y="134"/>
                        <a:pt x="80" y="139"/>
                        <a:pt x="92" y="140"/>
                      </a:cubicBezTo>
                      <a:cubicBezTo>
                        <a:pt x="93" y="140"/>
                        <a:pt x="93" y="140"/>
                        <a:pt x="94" y="140"/>
                      </a:cubicBezTo>
                      <a:cubicBezTo>
                        <a:pt x="92" y="136"/>
                        <a:pt x="90" y="132"/>
                        <a:pt x="88" y="128"/>
                      </a:cubicBezTo>
                      <a:cubicBezTo>
                        <a:pt x="88" y="128"/>
                        <a:pt x="86" y="127"/>
                        <a:pt x="85" y="127"/>
                      </a:cubicBezTo>
                      <a:cubicBezTo>
                        <a:pt x="71" y="126"/>
                        <a:pt x="70" y="124"/>
                        <a:pt x="71" y="111"/>
                      </a:cubicBezTo>
                      <a:cubicBezTo>
                        <a:pt x="71" y="110"/>
                        <a:pt x="71" y="109"/>
                        <a:pt x="71" y="108"/>
                      </a:cubicBezTo>
                      <a:cubicBezTo>
                        <a:pt x="68" y="109"/>
                        <a:pt x="65" y="109"/>
                        <a:pt x="62" y="110"/>
                      </a:cubicBezTo>
                      <a:cubicBezTo>
                        <a:pt x="59" y="111"/>
                        <a:pt x="55" y="112"/>
                        <a:pt x="52" y="113"/>
                      </a:cubicBezTo>
                      <a:cubicBezTo>
                        <a:pt x="48" y="114"/>
                        <a:pt x="44" y="115"/>
                        <a:pt x="41" y="111"/>
                      </a:cubicBezTo>
                      <a:cubicBezTo>
                        <a:pt x="37" y="107"/>
                        <a:pt x="37" y="102"/>
                        <a:pt x="38" y="97"/>
                      </a:cubicBezTo>
                      <a:cubicBezTo>
                        <a:pt x="38" y="96"/>
                        <a:pt x="40" y="96"/>
                        <a:pt x="42" y="96"/>
                      </a:cubicBezTo>
                      <a:cubicBezTo>
                        <a:pt x="45" y="96"/>
                        <a:pt x="48" y="96"/>
                        <a:pt x="51" y="97"/>
                      </a:cubicBezTo>
                      <a:cubicBezTo>
                        <a:pt x="48" y="90"/>
                        <a:pt x="46" y="84"/>
                        <a:pt x="43" y="78"/>
                      </a:cubicBezTo>
                      <a:cubicBezTo>
                        <a:pt x="40" y="83"/>
                        <a:pt x="37" y="88"/>
                        <a:pt x="34" y="93"/>
                      </a:cubicBezTo>
                      <a:cubicBezTo>
                        <a:pt x="33" y="94"/>
                        <a:pt x="33" y="96"/>
                        <a:pt x="34" y="98"/>
                      </a:cubicBezTo>
                      <a:cubicBezTo>
                        <a:pt x="34" y="100"/>
                        <a:pt x="35" y="103"/>
                        <a:pt x="35" y="105"/>
                      </a:cubicBezTo>
                      <a:cubicBezTo>
                        <a:pt x="32" y="121"/>
                        <a:pt x="29" y="136"/>
                        <a:pt x="27" y="151"/>
                      </a:cubicBezTo>
                      <a:cubicBezTo>
                        <a:pt x="26" y="152"/>
                        <a:pt x="26" y="153"/>
                        <a:pt x="26" y="154"/>
                      </a:cubicBezTo>
                      <a:cubicBezTo>
                        <a:pt x="17" y="153"/>
                        <a:pt x="14" y="149"/>
                        <a:pt x="15" y="141"/>
                      </a:cubicBezTo>
                      <a:cubicBezTo>
                        <a:pt x="17" y="134"/>
                        <a:pt x="18" y="126"/>
                        <a:pt x="20" y="118"/>
                      </a:cubicBezTo>
                      <a:cubicBezTo>
                        <a:pt x="15" y="123"/>
                        <a:pt x="12" y="122"/>
                        <a:pt x="7" y="118"/>
                      </a:cubicBezTo>
                      <a:cubicBezTo>
                        <a:pt x="3" y="114"/>
                        <a:pt x="0" y="109"/>
                        <a:pt x="0" y="103"/>
                      </a:cubicBezTo>
                      <a:cubicBezTo>
                        <a:pt x="0" y="102"/>
                        <a:pt x="1" y="101"/>
                        <a:pt x="1" y="100"/>
                      </a:cubicBezTo>
                      <a:cubicBezTo>
                        <a:pt x="7" y="91"/>
                        <a:pt x="14" y="82"/>
                        <a:pt x="19" y="72"/>
                      </a:cubicBezTo>
                      <a:cubicBezTo>
                        <a:pt x="22" y="67"/>
                        <a:pt x="24" y="61"/>
                        <a:pt x="26" y="55"/>
                      </a:cubicBezTo>
                      <a:cubicBezTo>
                        <a:pt x="27" y="54"/>
                        <a:pt x="25" y="53"/>
                        <a:pt x="25" y="51"/>
                      </a:cubicBezTo>
                      <a:cubicBezTo>
                        <a:pt x="18" y="43"/>
                        <a:pt x="18" y="39"/>
                        <a:pt x="23" y="30"/>
                      </a:cubicBezTo>
                      <a:cubicBezTo>
                        <a:pt x="27" y="23"/>
                        <a:pt x="32" y="17"/>
                        <a:pt x="39" y="14"/>
                      </a:cubicBezTo>
                      <a:cubicBezTo>
                        <a:pt x="45" y="11"/>
                        <a:pt x="50" y="12"/>
                        <a:pt x="53" y="16"/>
                      </a:cubicBezTo>
                      <a:cubicBezTo>
                        <a:pt x="56" y="20"/>
                        <a:pt x="56" y="22"/>
                        <a:pt x="51" y="24"/>
                      </a:cubicBezTo>
                      <a:cubicBezTo>
                        <a:pt x="44" y="26"/>
                        <a:pt x="41" y="31"/>
                        <a:pt x="37" y="36"/>
                      </a:cubicBezTo>
                      <a:cubicBezTo>
                        <a:pt x="36" y="39"/>
                        <a:pt x="36" y="42"/>
                        <a:pt x="39" y="44"/>
                      </a:cubicBezTo>
                      <a:cubicBezTo>
                        <a:pt x="41" y="45"/>
                        <a:pt x="42" y="47"/>
                        <a:pt x="43" y="48"/>
                      </a:cubicBezTo>
                      <a:cubicBezTo>
                        <a:pt x="52" y="58"/>
                        <a:pt x="54" y="62"/>
                        <a:pt x="48" y="73"/>
                      </a:cubicBezTo>
                      <a:close/>
                      <a:moveTo>
                        <a:pt x="79" y="89"/>
                      </a:moveTo>
                      <a:cubicBezTo>
                        <a:pt x="80" y="89"/>
                        <a:pt x="80" y="90"/>
                        <a:pt x="81" y="90"/>
                      </a:cubicBezTo>
                      <a:cubicBezTo>
                        <a:pt x="85" y="86"/>
                        <a:pt x="90" y="81"/>
                        <a:pt x="95" y="76"/>
                      </a:cubicBezTo>
                      <a:cubicBezTo>
                        <a:pt x="97" y="73"/>
                        <a:pt x="95" y="71"/>
                        <a:pt x="92" y="71"/>
                      </a:cubicBezTo>
                      <a:cubicBezTo>
                        <a:pt x="88" y="71"/>
                        <a:pt x="85" y="71"/>
                        <a:pt x="81" y="71"/>
                      </a:cubicBezTo>
                      <a:cubicBezTo>
                        <a:pt x="81" y="75"/>
                        <a:pt x="81" y="77"/>
                        <a:pt x="81" y="80"/>
                      </a:cubicBezTo>
                      <a:cubicBezTo>
                        <a:pt x="81" y="83"/>
                        <a:pt x="80" y="86"/>
                        <a:pt x="79" y="89"/>
                      </a:cubicBezTo>
                      <a:close/>
                      <a:moveTo>
                        <a:pt x="76" y="73"/>
                      </a:moveTo>
                      <a:cubicBezTo>
                        <a:pt x="73" y="74"/>
                        <a:pt x="71" y="75"/>
                        <a:pt x="69" y="77"/>
                      </a:cubicBezTo>
                      <a:cubicBezTo>
                        <a:pt x="68" y="77"/>
                        <a:pt x="67" y="78"/>
                        <a:pt x="67" y="79"/>
                      </a:cubicBezTo>
                      <a:cubicBezTo>
                        <a:pt x="67" y="84"/>
                        <a:pt x="68" y="88"/>
                        <a:pt x="68" y="92"/>
                      </a:cubicBezTo>
                      <a:cubicBezTo>
                        <a:pt x="74" y="91"/>
                        <a:pt x="77" y="83"/>
                        <a:pt x="76" y="73"/>
                      </a:cubicBezTo>
                      <a:close/>
                      <a:moveTo>
                        <a:pt x="63" y="81"/>
                      </a:moveTo>
                      <a:cubicBezTo>
                        <a:pt x="55" y="84"/>
                        <a:pt x="54" y="85"/>
                        <a:pt x="56" y="88"/>
                      </a:cubicBezTo>
                      <a:cubicBezTo>
                        <a:pt x="58" y="94"/>
                        <a:pt x="60" y="95"/>
                        <a:pt x="65" y="93"/>
                      </a:cubicBezTo>
                      <a:cubicBezTo>
                        <a:pt x="64" y="89"/>
                        <a:pt x="63" y="85"/>
                        <a:pt x="63" y="8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9" name="Freeform 14">
                  <a:extLst>
                    <a:ext uri="{FF2B5EF4-FFF2-40B4-BE49-F238E27FC236}">
                      <a16:creationId xmlns:a16="http://schemas.microsoft.com/office/drawing/2014/main" id="{EDF1A89C-87D3-4066-B020-1AF4B9A41344}"/>
                    </a:ext>
                  </a:extLst>
                </p:cNvPr>
                <p:cNvSpPr>
                  <a:spLocks/>
                </p:cNvSpPr>
                <p:nvPr/>
              </p:nvSpPr>
              <p:spPr bwMode="auto">
                <a:xfrm>
                  <a:off x="6259513" y="2578101"/>
                  <a:ext cx="68263" cy="182563"/>
                </a:xfrm>
                <a:custGeom>
                  <a:avLst/>
                  <a:gdLst>
                    <a:gd name="T0" fmla="*/ 9 w 16"/>
                    <a:gd name="T1" fmla="*/ 0 h 43"/>
                    <a:gd name="T2" fmla="*/ 15 w 16"/>
                    <a:gd name="T3" fmla="*/ 11 h 43"/>
                    <a:gd name="T4" fmla="*/ 9 w 16"/>
                    <a:gd name="T5" fmla="*/ 43 h 43"/>
                    <a:gd name="T6" fmla="*/ 2 w 16"/>
                    <a:gd name="T7" fmla="*/ 39 h 43"/>
                    <a:gd name="T8" fmla="*/ 0 w 16"/>
                    <a:gd name="T9" fmla="*/ 35 h 43"/>
                    <a:gd name="T10" fmla="*/ 9 w 16"/>
                    <a:gd name="T11" fmla="*/ 0 h 43"/>
                  </a:gdLst>
                  <a:ahLst/>
                  <a:cxnLst>
                    <a:cxn ang="0">
                      <a:pos x="T0" y="T1"/>
                    </a:cxn>
                    <a:cxn ang="0">
                      <a:pos x="T2" y="T3"/>
                    </a:cxn>
                    <a:cxn ang="0">
                      <a:pos x="T4" y="T5"/>
                    </a:cxn>
                    <a:cxn ang="0">
                      <a:pos x="T6" y="T7"/>
                    </a:cxn>
                    <a:cxn ang="0">
                      <a:pos x="T8" y="T9"/>
                    </a:cxn>
                    <a:cxn ang="0">
                      <a:pos x="T10" y="T11"/>
                    </a:cxn>
                  </a:cxnLst>
                  <a:rect l="0" t="0" r="r" b="b"/>
                  <a:pathLst>
                    <a:path w="16" h="43">
                      <a:moveTo>
                        <a:pt x="9" y="0"/>
                      </a:moveTo>
                      <a:cubicBezTo>
                        <a:pt x="15" y="3"/>
                        <a:pt x="16" y="6"/>
                        <a:pt x="15" y="11"/>
                      </a:cubicBezTo>
                      <a:cubicBezTo>
                        <a:pt x="12" y="21"/>
                        <a:pt x="11" y="32"/>
                        <a:pt x="9" y="43"/>
                      </a:cubicBezTo>
                      <a:cubicBezTo>
                        <a:pt x="6" y="41"/>
                        <a:pt x="4" y="40"/>
                        <a:pt x="2" y="39"/>
                      </a:cubicBezTo>
                      <a:cubicBezTo>
                        <a:pt x="1" y="38"/>
                        <a:pt x="0" y="37"/>
                        <a:pt x="0" y="35"/>
                      </a:cubicBezTo>
                      <a:cubicBezTo>
                        <a:pt x="3" y="24"/>
                        <a:pt x="6" y="12"/>
                        <a:pt x="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22" name="组合 21">
                <a:extLst>
                  <a:ext uri="{FF2B5EF4-FFF2-40B4-BE49-F238E27FC236}">
                    <a16:creationId xmlns:a16="http://schemas.microsoft.com/office/drawing/2014/main" id="{CD1C2EA2-DECB-4C4E-997D-8417E76BE944}"/>
                  </a:ext>
                </a:extLst>
              </p:cNvPr>
              <p:cNvGrpSpPr/>
              <p:nvPr/>
            </p:nvGrpSpPr>
            <p:grpSpPr>
              <a:xfrm>
                <a:off x="7532962" y="2451100"/>
                <a:ext cx="368300" cy="317500"/>
                <a:chOff x="6186488" y="2930526"/>
                <a:chExt cx="368300" cy="317500"/>
              </a:xfrm>
              <a:grpFill/>
            </p:grpSpPr>
            <p:sp>
              <p:nvSpPr>
                <p:cNvPr id="25" name="Freeform 18">
                  <a:extLst>
                    <a:ext uri="{FF2B5EF4-FFF2-40B4-BE49-F238E27FC236}">
                      <a16:creationId xmlns:a16="http://schemas.microsoft.com/office/drawing/2014/main" id="{58E0037C-7932-4788-ADA9-47256329EEB7}"/>
                    </a:ext>
                  </a:extLst>
                </p:cNvPr>
                <p:cNvSpPr>
                  <a:spLocks/>
                </p:cNvSpPr>
                <p:nvPr/>
              </p:nvSpPr>
              <p:spPr bwMode="auto">
                <a:xfrm>
                  <a:off x="6310313" y="2930526"/>
                  <a:ext cx="244475" cy="317500"/>
                </a:xfrm>
                <a:custGeom>
                  <a:avLst/>
                  <a:gdLst>
                    <a:gd name="T0" fmla="*/ 49 w 57"/>
                    <a:gd name="T1" fmla="*/ 74 h 75"/>
                    <a:gd name="T2" fmla="*/ 40 w 57"/>
                    <a:gd name="T3" fmla="*/ 67 h 75"/>
                    <a:gd name="T4" fmla="*/ 33 w 57"/>
                    <a:gd name="T5" fmla="*/ 48 h 75"/>
                    <a:gd name="T6" fmla="*/ 27 w 57"/>
                    <a:gd name="T7" fmla="*/ 46 h 75"/>
                    <a:gd name="T8" fmla="*/ 11 w 57"/>
                    <a:gd name="T9" fmla="*/ 60 h 75"/>
                    <a:gd name="T10" fmla="*/ 5 w 57"/>
                    <a:gd name="T11" fmla="*/ 60 h 75"/>
                    <a:gd name="T12" fmla="*/ 6 w 57"/>
                    <a:gd name="T13" fmla="*/ 46 h 75"/>
                    <a:gd name="T14" fmla="*/ 27 w 57"/>
                    <a:gd name="T15" fmla="*/ 26 h 75"/>
                    <a:gd name="T16" fmla="*/ 40 w 57"/>
                    <a:gd name="T17" fmla="*/ 10 h 75"/>
                    <a:gd name="T18" fmla="*/ 41 w 57"/>
                    <a:gd name="T19" fmla="*/ 6 h 75"/>
                    <a:gd name="T20" fmla="*/ 45 w 57"/>
                    <a:gd name="T21" fmla="*/ 0 h 75"/>
                    <a:gd name="T22" fmla="*/ 53 w 57"/>
                    <a:gd name="T23" fmla="*/ 3 h 75"/>
                    <a:gd name="T24" fmla="*/ 53 w 57"/>
                    <a:gd name="T25" fmla="*/ 20 h 75"/>
                    <a:gd name="T26" fmla="*/ 37 w 57"/>
                    <a:gd name="T27" fmla="*/ 38 h 75"/>
                    <a:gd name="T28" fmla="*/ 49 w 57"/>
                    <a:gd name="T29" fmla="*/ 74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7" h="75">
                      <a:moveTo>
                        <a:pt x="49" y="74"/>
                      </a:moveTo>
                      <a:cubicBezTo>
                        <a:pt x="43" y="75"/>
                        <a:pt x="41" y="72"/>
                        <a:pt x="40" y="67"/>
                      </a:cubicBezTo>
                      <a:cubicBezTo>
                        <a:pt x="38" y="61"/>
                        <a:pt x="35" y="54"/>
                        <a:pt x="33" y="48"/>
                      </a:cubicBezTo>
                      <a:cubicBezTo>
                        <a:pt x="32" y="45"/>
                        <a:pt x="30" y="44"/>
                        <a:pt x="27" y="46"/>
                      </a:cubicBezTo>
                      <a:cubicBezTo>
                        <a:pt x="22" y="51"/>
                        <a:pt x="16" y="55"/>
                        <a:pt x="11" y="60"/>
                      </a:cubicBezTo>
                      <a:cubicBezTo>
                        <a:pt x="8" y="63"/>
                        <a:pt x="7" y="62"/>
                        <a:pt x="5" y="60"/>
                      </a:cubicBezTo>
                      <a:cubicBezTo>
                        <a:pt x="0" y="54"/>
                        <a:pt x="0" y="51"/>
                        <a:pt x="6" y="46"/>
                      </a:cubicBezTo>
                      <a:cubicBezTo>
                        <a:pt x="13" y="39"/>
                        <a:pt x="20" y="33"/>
                        <a:pt x="27" y="26"/>
                      </a:cubicBezTo>
                      <a:cubicBezTo>
                        <a:pt x="32" y="21"/>
                        <a:pt x="36" y="15"/>
                        <a:pt x="40" y="10"/>
                      </a:cubicBezTo>
                      <a:cubicBezTo>
                        <a:pt x="40" y="9"/>
                        <a:pt x="41" y="7"/>
                        <a:pt x="41" y="6"/>
                      </a:cubicBezTo>
                      <a:cubicBezTo>
                        <a:pt x="40" y="3"/>
                        <a:pt x="42" y="0"/>
                        <a:pt x="45" y="0"/>
                      </a:cubicBezTo>
                      <a:cubicBezTo>
                        <a:pt x="48" y="0"/>
                        <a:pt x="51" y="1"/>
                        <a:pt x="53" y="3"/>
                      </a:cubicBezTo>
                      <a:cubicBezTo>
                        <a:pt x="57" y="6"/>
                        <a:pt x="57" y="16"/>
                        <a:pt x="53" y="20"/>
                      </a:cubicBezTo>
                      <a:cubicBezTo>
                        <a:pt x="48" y="26"/>
                        <a:pt x="42" y="32"/>
                        <a:pt x="37" y="38"/>
                      </a:cubicBezTo>
                      <a:cubicBezTo>
                        <a:pt x="44" y="49"/>
                        <a:pt x="49" y="61"/>
                        <a:pt x="49" y="7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6" name="Freeform 19">
                  <a:extLst>
                    <a:ext uri="{FF2B5EF4-FFF2-40B4-BE49-F238E27FC236}">
                      <a16:creationId xmlns:a16="http://schemas.microsoft.com/office/drawing/2014/main" id="{B78F413E-1D51-491F-A6EC-02810949F837}"/>
                    </a:ext>
                  </a:extLst>
                </p:cNvPr>
                <p:cNvSpPr>
                  <a:spLocks/>
                </p:cNvSpPr>
                <p:nvPr/>
              </p:nvSpPr>
              <p:spPr bwMode="auto">
                <a:xfrm>
                  <a:off x="6186488" y="3009901"/>
                  <a:ext cx="123825" cy="234950"/>
                </a:xfrm>
                <a:custGeom>
                  <a:avLst/>
                  <a:gdLst>
                    <a:gd name="T0" fmla="*/ 12 w 29"/>
                    <a:gd name="T1" fmla="*/ 30 h 55"/>
                    <a:gd name="T2" fmla="*/ 20 w 29"/>
                    <a:gd name="T3" fmla="*/ 7 h 55"/>
                    <a:gd name="T4" fmla="*/ 25 w 29"/>
                    <a:gd name="T5" fmla="*/ 1 h 55"/>
                    <a:gd name="T6" fmla="*/ 26 w 29"/>
                    <a:gd name="T7" fmla="*/ 9 h 55"/>
                    <a:gd name="T8" fmla="*/ 16 w 29"/>
                    <a:gd name="T9" fmla="*/ 39 h 55"/>
                    <a:gd name="T10" fmla="*/ 13 w 29"/>
                    <a:gd name="T11" fmla="*/ 52 h 55"/>
                    <a:gd name="T12" fmla="*/ 7 w 29"/>
                    <a:gd name="T13" fmla="*/ 54 h 55"/>
                    <a:gd name="T14" fmla="*/ 2 w 29"/>
                    <a:gd name="T15" fmla="*/ 41 h 55"/>
                    <a:gd name="T16" fmla="*/ 3 w 29"/>
                    <a:gd name="T17" fmla="*/ 32 h 55"/>
                    <a:gd name="T18" fmla="*/ 2 w 29"/>
                    <a:gd name="T19" fmla="*/ 6 h 55"/>
                    <a:gd name="T20" fmla="*/ 6 w 29"/>
                    <a:gd name="T21" fmla="*/ 5 h 55"/>
                    <a:gd name="T22" fmla="*/ 10 w 29"/>
                    <a:gd name="T23" fmla="*/ 14 h 55"/>
                    <a:gd name="T24" fmla="*/ 11 w 29"/>
                    <a:gd name="T25" fmla="*/ 30 h 55"/>
                    <a:gd name="T26" fmla="*/ 12 w 29"/>
                    <a:gd name="T27" fmla="*/ 3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55">
                      <a:moveTo>
                        <a:pt x="12" y="30"/>
                      </a:moveTo>
                      <a:cubicBezTo>
                        <a:pt x="15" y="23"/>
                        <a:pt x="17" y="15"/>
                        <a:pt x="20" y="7"/>
                      </a:cubicBezTo>
                      <a:cubicBezTo>
                        <a:pt x="21" y="5"/>
                        <a:pt x="21" y="0"/>
                        <a:pt x="25" y="1"/>
                      </a:cubicBezTo>
                      <a:cubicBezTo>
                        <a:pt x="29" y="2"/>
                        <a:pt x="27" y="6"/>
                        <a:pt x="26" y="9"/>
                      </a:cubicBezTo>
                      <a:cubicBezTo>
                        <a:pt x="23" y="19"/>
                        <a:pt x="19" y="29"/>
                        <a:pt x="16" y="39"/>
                      </a:cubicBezTo>
                      <a:cubicBezTo>
                        <a:pt x="15" y="43"/>
                        <a:pt x="14" y="48"/>
                        <a:pt x="13" y="52"/>
                      </a:cubicBezTo>
                      <a:cubicBezTo>
                        <a:pt x="12" y="55"/>
                        <a:pt x="10" y="55"/>
                        <a:pt x="7" y="54"/>
                      </a:cubicBezTo>
                      <a:cubicBezTo>
                        <a:pt x="1" y="50"/>
                        <a:pt x="0" y="49"/>
                        <a:pt x="2" y="41"/>
                      </a:cubicBezTo>
                      <a:cubicBezTo>
                        <a:pt x="3" y="38"/>
                        <a:pt x="3" y="35"/>
                        <a:pt x="3" y="32"/>
                      </a:cubicBezTo>
                      <a:cubicBezTo>
                        <a:pt x="3" y="23"/>
                        <a:pt x="2" y="15"/>
                        <a:pt x="2" y="6"/>
                      </a:cubicBezTo>
                      <a:cubicBezTo>
                        <a:pt x="2" y="3"/>
                        <a:pt x="5" y="3"/>
                        <a:pt x="6" y="5"/>
                      </a:cubicBezTo>
                      <a:cubicBezTo>
                        <a:pt x="8" y="7"/>
                        <a:pt x="10" y="11"/>
                        <a:pt x="10" y="14"/>
                      </a:cubicBezTo>
                      <a:cubicBezTo>
                        <a:pt x="11" y="19"/>
                        <a:pt x="11" y="25"/>
                        <a:pt x="11" y="30"/>
                      </a:cubicBezTo>
                      <a:cubicBezTo>
                        <a:pt x="11" y="30"/>
                        <a:pt x="12" y="30"/>
                        <a:pt x="12"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7" name="Freeform 20">
                  <a:extLst>
                    <a:ext uri="{FF2B5EF4-FFF2-40B4-BE49-F238E27FC236}">
                      <a16:creationId xmlns:a16="http://schemas.microsoft.com/office/drawing/2014/main" id="{28D425C4-CE02-4413-BBE1-2E9FA0CC0E90}"/>
                    </a:ext>
                  </a:extLst>
                </p:cNvPr>
                <p:cNvSpPr>
                  <a:spLocks/>
                </p:cNvSpPr>
                <p:nvPr/>
              </p:nvSpPr>
              <p:spPr bwMode="auto">
                <a:xfrm>
                  <a:off x="6259513" y="2933701"/>
                  <a:ext cx="114300" cy="73025"/>
                </a:xfrm>
                <a:custGeom>
                  <a:avLst/>
                  <a:gdLst>
                    <a:gd name="T0" fmla="*/ 27 w 27"/>
                    <a:gd name="T1" fmla="*/ 1 h 17"/>
                    <a:gd name="T2" fmla="*/ 16 w 27"/>
                    <a:gd name="T3" fmla="*/ 14 h 17"/>
                    <a:gd name="T4" fmla="*/ 5 w 27"/>
                    <a:gd name="T5" fmla="*/ 13 h 17"/>
                    <a:gd name="T6" fmla="*/ 0 w 27"/>
                    <a:gd name="T7" fmla="*/ 4 h 17"/>
                    <a:gd name="T8" fmla="*/ 9 w 27"/>
                    <a:gd name="T9" fmla="*/ 2 h 17"/>
                    <a:gd name="T10" fmla="*/ 27 w 27"/>
                    <a:gd name="T11" fmla="*/ 0 h 17"/>
                    <a:gd name="T12" fmla="*/ 27 w 27"/>
                    <a:gd name="T13" fmla="*/ 1 h 17"/>
                  </a:gdLst>
                  <a:ahLst/>
                  <a:cxnLst>
                    <a:cxn ang="0">
                      <a:pos x="T0" y="T1"/>
                    </a:cxn>
                    <a:cxn ang="0">
                      <a:pos x="T2" y="T3"/>
                    </a:cxn>
                    <a:cxn ang="0">
                      <a:pos x="T4" y="T5"/>
                    </a:cxn>
                    <a:cxn ang="0">
                      <a:pos x="T6" y="T7"/>
                    </a:cxn>
                    <a:cxn ang="0">
                      <a:pos x="T8" y="T9"/>
                    </a:cxn>
                    <a:cxn ang="0">
                      <a:pos x="T10" y="T11"/>
                    </a:cxn>
                    <a:cxn ang="0">
                      <a:pos x="T12" y="T13"/>
                    </a:cxn>
                  </a:cxnLst>
                  <a:rect l="0" t="0" r="r" b="b"/>
                  <a:pathLst>
                    <a:path w="27" h="17">
                      <a:moveTo>
                        <a:pt x="27" y="1"/>
                      </a:moveTo>
                      <a:cubicBezTo>
                        <a:pt x="24" y="6"/>
                        <a:pt x="20" y="10"/>
                        <a:pt x="16" y="14"/>
                      </a:cubicBezTo>
                      <a:cubicBezTo>
                        <a:pt x="14" y="17"/>
                        <a:pt x="8" y="16"/>
                        <a:pt x="5" y="13"/>
                      </a:cubicBezTo>
                      <a:cubicBezTo>
                        <a:pt x="3" y="10"/>
                        <a:pt x="1" y="7"/>
                        <a:pt x="0" y="4"/>
                      </a:cubicBezTo>
                      <a:cubicBezTo>
                        <a:pt x="3" y="3"/>
                        <a:pt x="6" y="2"/>
                        <a:pt x="9" y="2"/>
                      </a:cubicBezTo>
                      <a:cubicBezTo>
                        <a:pt x="15" y="1"/>
                        <a:pt x="21" y="1"/>
                        <a:pt x="27" y="0"/>
                      </a:cubicBezTo>
                      <a:cubicBezTo>
                        <a:pt x="27" y="1"/>
                        <a:pt x="27" y="1"/>
                        <a:pt x="2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sp>
            <p:nvSpPr>
              <p:cNvPr id="23" name="Freeform 11">
                <a:extLst>
                  <a:ext uri="{FF2B5EF4-FFF2-40B4-BE49-F238E27FC236}">
                    <a16:creationId xmlns:a16="http://schemas.microsoft.com/office/drawing/2014/main" id="{9E7CBDC3-9BA0-4307-8967-3267E5966ED9}"/>
                  </a:ext>
                </a:extLst>
              </p:cNvPr>
              <p:cNvSpPr>
                <a:spLocks noEditPoints="1"/>
              </p:cNvSpPr>
              <p:nvPr/>
            </p:nvSpPr>
            <p:spPr bwMode="auto">
              <a:xfrm>
                <a:off x="9065451" y="2270918"/>
                <a:ext cx="439964" cy="615950"/>
              </a:xfrm>
              <a:custGeom>
                <a:avLst/>
                <a:gdLst>
                  <a:gd name="T0" fmla="*/ 29 w 72"/>
                  <a:gd name="T1" fmla="*/ 49 h 102"/>
                  <a:gd name="T2" fmla="*/ 15 w 72"/>
                  <a:gd name="T3" fmla="*/ 43 h 102"/>
                  <a:gd name="T4" fmla="*/ 10 w 72"/>
                  <a:gd name="T5" fmla="*/ 21 h 102"/>
                  <a:gd name="T6" fmla="*/ 13 w 72"/>
                  <a:gd name="T7" fmla="*/ 15 h 102"/>
                  <a:gd name="T8" fmla="*/ 19 w 72"/>
                  <a:gd name="T9" fmla="*/ 18 h 102"/>
                  <a:gd name="T10" fmla="*/ 20 w 72"/>
                  <a:gd name="T11" fmla="*/ 26 h 102"/>
                  <a:gd name="T12" fmla="*/ 35 w 72"/>
                  <a:gd name="T13" fmla="*/ 22 h 102"/>
                  <a:gd name="T14" fmla="*/ 40 w 72"/>
                  <a:gd name="T15" fmla="*/ 16 h 102"/>
                  <a:gd name="T16" fmla="*/ 43 w 72"/>
                  <a:gd name="T17" fmla="*/ 14 h 102"/>
                  <a:gd name="T18" fmla="*/ 44 w 72"/>
                  <a:gd name="T19" fmla="*/ 19 h 102"/>
                  <a:gd name="T20" fmla="*/ 43 w 72"/>
                  <a:gd name="T21" fmla="*/ 28 h 102"/>
                  <a:gd name="T22" fmla="*/ 36 w 72"/>
                  <a:gd name="T23" fmla="*/ 40 h 102"/>
                  <a:gd name="T24" fmla="*/ 37 w 72"/>
                  <a:gd name="T25" fmla="*/ 42 h 102"/>
                  <a:gd name="T26" fmla="*/ 44 w 72"/>
                  <a:gd name="T27" fmla="*/ 38 h 102"/>
                  <a:gd name="T28" fmla="*/ 56 w 72"/>
                  <a:gd name="T29" fmla="*/ 20 h 102"/>
                  <a:gd name="T30" fmla="*/ 49 w 72"/>
                  <a:gd name="T31" fmla="*/ 9 h 102"/>
                  <a:gd name="T32" fmla="*/ 28 w 72"/>
                  <a:gd name="T33" fmla="*/ 14 h 102"/>
                  <a:gd name="T34" fmla="*/ 20 w 72"/>
                  <a:gd name="T35" fmla="*/ 13 h 102"/>
                  <a:gd name="T36" fmla="*/ 22 w 72"/>
                  <a:gd name="T37" fmla="*/ 6 h 102"/>
                  <a:gd name="T38" fmla="*/ 50 w 72"/>
                  <a:gd name="T39" fmla="*/ 1 h 102"/>
                  <a:gd name="T40" fmla="*/ 68 w 72"/>
                  <a:gd name="T41" fmla="*/ 12 h 102"/>
                  <a:gd name="T42" fmla="*/ 67 w 72"/>
                  <a:gd name="T43" fmla="*/ 24 h 102"/>
                  <a:gd name="T44" fmla="*/ 49 w 72"/>
                  <a:gd name="T45" fmla="*/ 48 h 102"/>
                  <a:gd name="T46" fmla="*/ 42 w 72"/>
                  <a:gd name="T47" fmla="*/ 49 h 102"/>
                  <a:gd name="T48" fmla="*/ 37 w 72"/>
                  <a:gd name="T49" fmla="*/ 47 h 102"/>
                  <a:gd name="T50" fmla="*/ 35 w 72"/>
                  <a:gd name="T51" fmla="*/ 52 h 102"/>
                  <a:gd name="T52" fmla="*/ 41 w 72"/>
                  <a:gd name="T53" fmla="*/ 58 h 102"/>
                  <a:gd name="T54" fmla="*/ 48 w 72"/>
                  <a:gd name="T55" fmla="*/ 57 h 102"/>
                  <a:gd name="T56" fmla="*/ 53 w 72"/>
                  <a:gd name="T57" fmla="*/ 59 h 102"/>
                  <a:gd name="T58" fmla="*/ 53 w 72"/>
                  <a:gd name="T59" fmla="*/ 66 h 102"/>
                  <a:gd name="T60" fmla="*/ 48 w 72"/>
                  <a:gd name="T61" fmla="*/ 70 h 102"/>
                  <a:gd name="T62" fmla="*/ 37 w 72"/>
                  <a:gd name="T63" fmla="*/ 81 h 102"/>
                  <a:gd name="T64" fmla="*/ 45 w 72"/>
                  <a:gd name="T65" fmla="*/ 81 h 102"/>
                  <a:gd name="T66" fmla="*/ 57 w 72"/>
                  <a:gd name="T67" fmla="*/ 89 h 102"/>
                  <a:gd name="T68" fmla="*/ 51 w 72"/>
                  <a:gd name="T69" fmla="*/ 98 h 102"/>
                  <a:gd name="T70" fmla="*/ 26 w 72"/>
                  <a:gd name="T71" fmla="*/ 101 h 102"/>
                  <a:gd name="T72" fmla="*/ 17 w 72"/>
                  <a:gd name="T73" fmla="*/ 96 h 102"/>
                  <a:gd name="T74" fmla="*/ 15 w 72"/>
                  <a:gd name="T75" fmla="*/ 94 h 102"/>
                  <a:gd name="T76" fmla="*/ 19 w 72"/>
                  <a:gd name="T77" fmla="*/ 77 h 102"/>
                  <a:gd name="T78" fmla="*/ 27 w 72"/>
                  <a:gd name="T79" fmla="*/ 70 h 102"/>
                  <a:gd name="T80" fmla="*/ 27 w 72"/>
                  <a:gd name="T81" fmla="*/ 69 h 102"/>
                  <a:gd name="T82" fmla="*/ 21 w 72"/>
                  <a:gd name="T83" fmla="*/ 71 h 102"/>
                  <a:gd name="T84" fmla="*/ 9 w 72"/>
                  <a:gd name="T85" fmla="*/ 76 h 102"/>
                  <a:gd name="T86" fmla="*/ 3 w 72"/>
                  <a:gd name="T87" fmla="*/ 75 h 102"/>
                  <a:gd name="T88" fmla="*/ 4 w 72"/>
                  <a:gd name="T89" fmla="*/ 69 h 102"/>
                  <a:gd name="T90" fmla="*/ 26 w 72"/>
                  <a:gd name="T91" fmla="*/ 60 h 102"/>
                  <a:gd name="T92" fmla="*/ 28 w 72"/>
                  <a:gd name="T93" fmla="*/ 57 h 102"/>
                  <a:gd name="T94" fmla="*/ 29 w 72"/>
                  <a:gd name="T95" fmla="*/ 49 h 102"/>
                  <a:gd name="T96" fmla="*/ 34 w 72"/>
                  <a:gd name="T97" fmla="*/ 29 h 102"/>
                  <a:gd name="T98" fmla="*/ 33 w 72"/>
                  <a:gd name="T99" fmla="*/ 28 h 102"/>
                  <a:gd name="T100" fmla="*/ 26 w 72"/>
                  <a:gd name="T101" fmla="*/ 32 h 102"/>
                  <a:gd name="T102" fmla="*/ 23 w 72"/>
                  <a:gd name="T103" fmla="*/ 36 h 102"/>
                  <a:gd name="T104" fmla="*/ 26 w 72"/>
                  <a:gd name="T105" fmla="*/ 42 h 102"/>
                  <a:gd name="T106" fmla="*/ 31 w 72"/>
                  <a:gd name="T107" fmla="*/ 40 h 102"/>
                  <a:gd name="T108" fmla="*/ 34 w 72"/>
                  <a:gd name="T109" fmla="*/ 29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2" h="102">
                    <a:moveTo>
                      <a:pt x="29" y="49"/>
                    </a:moveTo>
                    <a:cubicBezTo>
                      <a:pt x="19" y="52"/>
                      <a:pt x="18" y="52"/>
                      <a:pt x="15" y="43"/>
                    </a:cubicBezTo>
                    <a:cubicBezTo>
                      <a:pt x="13" y="36"/>
                      <a:pt x="11" y="28"/>
                      <a:pt x="10" y="21"/>
                    </a:cubicBezTo>
                    <a:cubicBezTo>
                      <a:pt x="9" y="19"/>
                      <a:pt x="11" y="16"/>
                      <a:pt x="13" y="15"/>
                    </a:cubicBezTo>
                    <a:cubicBezTo>
                      <a:pt x="16" y="13"/>
                      <a:pt x="18" y="16"/>
                      <a:pt x="19" y="18"/>
                    </a:cubicBezTo>
                    <a:cubicBezTo>
                      <a:pt x="19" y="21"/>
                      <a:pt x="20" y="23"/>
                      <a:pt x="20" y="26"/>
                    </a:cubicBezTo>
                    <a:cubicBezTo>
                      <a:pt x="26" y="25"/>
                      <a:pt x="31" y="24"/>
                      <a:pt x="35" y="22"/>
                    </a:cubicBezTo>
                    <a:cubicBezTo>
                      <a:pt x="37" y="21"/>
                      <a:pt x="38" y="18"/>
                      <a:pt x="40" y="16"/>
                    </a:cubicBezTo>
                    <a:cubicBezTo>
                      <a:pt x="41" y="15"/>
                      <a:pt x="42" y="14"/>
                      <a:pt x="43" y="14"/>
                    </a:cubicBezTo>
                    <a:cubicBezTo>
                      <a:pt x="44" y="15"/>
                      <a:pt x="44" y="17"/>
                      <a:pt x="44" y="19"/>
                    </a:cubicBezTo>
                    <a:cubicBezTo>
                      <a:pt x="44" y="22"/>
                      <a:pt x="43" y="25"/>
                      <a:pt x="43" y="28"/>
                    </a:cubicBezTo>
                    <a:cubicBezTo>
                      <a:pt x="37" y="29"/>
                      <a:pt x="39" y="36"/>
                      <a:pt x="36" y="40"/>
                    </a:cubicBezTo>
                    <a:cubicBezTo>
                      <a:pt x="36" y="41"/>
                      <a:pt x="37" y="41"/>
                      <a:pt x="37" y="42"/>
                    </a:cubicBezTo>
                    <a:cubicBezTo>
                      <a:pt x="39" y="41"/>
                      <a:pt x="42" y="40"/>
                      <a:pt x="44" y="38"/>
                    </a:cubicBezTo>
                    <a:cubicBezTo>
                      <a:pt x="48" y="32"/>
                      <a:pt x="52" y="26"/>
                      <a:pt x="56" y="20"/>
                    </a:cubicBezTo>
                    <a:cubicBezTo>
                      <a:pt x="59" y="15"/>
                      <a:pt x="56" y="9"/>
                      <a:pt x="49" y="9"/>
                    </a:cubicBezTo>
                    <a:cubicBezTo>
                      <a:pt x="42" y="8"/>
                      <a:pt x="34" y="10"/>
                      <a:pt x="28" y="14"/>
                    </a:cubicBezTo>
                    <a:cubicBezTo>
                      <a:pt x="25" y="16"/>
                      <a:pt x="22" y="15"/>
                      <a:pt x="20" y="13"/>
                    </a:cubicBezTo>
                    <a:cubicBezTo>
                      <a:pt x="17" y="9"/>
                      <a:pt x="17" y="7"/>
                      <a:pt x="22" y="6"/>
                    </a:cubicBezTo>
                    <a:cubicBezTo>
                      <a:pt x="31" y="3"/>
                      <a:pt x="40" y="0"/>
                      <a:pt x="50" y="1"/>
                    </a:cubicBezTo>
                    <a:cubicBezTo>
                      <a:pt x="58" y="1"/>
                      <a:pt x="63" y="7"/>
                      <a:pt x="68" y="12"/>
                    </a:cubicBezTo>
                    <a:cubicBezTo>
                      <a:pt x="72" y="15"/>
                      <a:pt x="70" y="20"/>
                      <a:pt x="67" y="24"/>
                    </a:cubicBezTo>
                    <a:cubicBezTo>
                      <a:pt x="61" y="32"/>
                      <a:pt x="55" y="40"/>
                      <a:pt x="49" y="48"/>
                    </a:cubicBezTo>
                    <a:cubicBezTo>
                      <a:pt x="47" y="51"/>
                      <a:pt x="45" y="52"/>
                      <a:pt x="42" y="49"/>
                    </a:cubicBezTo>
                    <a:cubicBezTo>
                      <a:pt x="41" y="48"/>
                      <a:pt x="38" y="47"/>
                      <a:pt x="37" y="47"/>
                    </a:cubicBezTo>
                    <a:cubicBezTo>
                      <a:pt x="36" y="48"/>
                      <a:pt x="35" y="50"/>
                      <a:pt x="35" y="52"/>
                    </a:cubicBezTo>
                    <a:cubicBezTo>
                      <a:pt x="34" y="59"/>
                      <a:pt x="34" y="59"/>
                      <a:pt x="41" y="58"/>
                    </a:cubicBezTo>
                    <a:cubicBezTo>
                      <a:pt x="43" y="57"/>
                      <a:pt x="46" y="56"/>
                      <a:pt x="48" y="57"/>
                    </a:cubicBezTo>
                    <a:cubicBezTo>
                      <a:pt x="50" y="57"/>
                      <a:pt x="53" y="58"/>
                      <a:pt x="53" y="59"/>
                    </a:cubicBezTo>
                    <a:cubicBezTo>
                      <a:pt x="54" y="61"/>
                      <a:pt x="54" y="64"/>
                      <a:pt x="53" y="66"/>
                    </a:cubicBezTo>
                    <a:cubicBezTo>
                      <a:pt x="52" y="68"/>
                      <a:pt x="50" y="69"/>
                      <a:pt x="48" y="70"/>
                    </a:cubicBezTo>
                    <a:cubicBezTo>
                      <a:pt x="44" y="73"/>
                      <a:pt x="39" y="75"/>
                      <a:pt x="37" y="81"/>
                    </a:cubicBezTo>
                    <a:cubicBezTo>
                      <a:pt x="40" y="81"/>
                      <a:pt x="43" y="81"/>
                      <a:pt x="45" y="81"/>
                    </a:cubicBezTo>
                    <a:cubicBezTo>
                      <a:pt x="51" y="81"/>
                      <a:pt x="56" y="84"/>
                      <a:pt x="57" y="89"/>
                    </a:cubicBezTo>
                    <a:cubicBezTo>
                      <a:pt x="58" y="93"/>
                      <a:pt x="55" y="97"/>
                      <a:pt x="51" y="98"/>
                    </a:cubicBezTo>
                    <a:cubicBezTo>
                      <a:pt x="43" y="99"/>
                      <a:pt x="35" y="100"/>
                      <a:pt x="26" y="101"/>
                    </a:cubicBezTo>
                    <a:cubicBezTo>
                      <a:pt x="22" y="102"/>
                      <a:pt x="19" y="100"/>
                      <a:pt x="17" y="96"/>
                    </a:cubicBezTo>
                    <a:cubicBezTo>
                      <a:pt x="16" y="96"/>
                      <a:pt x="16" y="95"/>
                      <a:pt x="15" y="94"/>
                    </a:cubicBezTo>
                    <a:cubicBezTo>
                      <a:pt x="11" y="84"/>
                      <a:pt x="11" y="84"/>
                      <a:pt x="19" y="77"/>
                    </a:cubicBezTo>
                    <a:cubicBezTo>
                      <a:pt x="22" y="75"/>
                      <a:pt x="24" y="72"/>
                      <a:pt x="27" y="70"/>
                    </a:cubicBezTo>
                    <a:cubicBezTo>
                      <a:pt x="27" y="70"/>
                      <a:pt x="27" y="69"/>
                      <a:pt x="27" y="69"/>
                    </a:cubicBezTo>
                    <a:cubicBezTo>
                      <a:pt x="25" y="69"/>
                      <a:pt x="23" y="70"/>
                      <a:pt x="21" y="71"/>
                    </a:cubicBezTo>
                    <a:cubicBezTo>
                      <a:pt x="17" y="72"/>
                      <a:pt x="13" y="74"/>
                      <a:pt x="9" y="76"/>
                    </a:cubicBezTo>
                    <a:cubicBezTo>
                      <a:pt x="7" y="76"/>
                      <a:pt x="5" y="76"/>
                      <a:pt x="3" y="75"/>
                    </a:cubicBezTo>
                    <a:cubicBezTo>
                      <a:pt x="0" y="72"/>
                      <a:pt x="0" y="71"/>
                      <a:pt x="4" y="69"/>
                    </a:cubicBezTo>
                    <a:cubicBezTo>
                      <a:pt x="12" y="66"/>
                      <a:pt x="19" y="63"/>
                      <a:pt x="26" y="60"/>
                    </a:cubicBezTo>
                    <a:cubicBezTo>
                      <a:pt x="27" y="60"/>
                      <a:pt x="28" y="58"/>
                      <a:pt x="28" y="57"/>
                    </a:cubicBezTo>
                    <a:cubicBezTo>
                      <a:pt x="29" y="55"/>
                      <a:pt x="29" y="52"/>
                      <a:pt x="29" y="49"/>
                    </a:cubicBezTo>
                    <a:close/>
                    <a:moveTo>
                      <a:pt x="34" y="29"/>
                    </a:moveTo>
                    <a:cubicBezTo>
                      <a:pt x="34" y="29"/>
                      <a:pt x="34" y="29"/>
                      <a:pt x="33" y="28"/>
                    </a:cubicBezTo>
                    <a:cubicBezTo>
                      <a:pt x="31" y="29"/>
                      <a:pt x="28" y="30"/>
                      <a:pt x="26" y="32"/>
                    </a:cubicBezTo>
                    <a:cubicBezTo>
                      <a:pt x="24" y="32"/>
                      <a:pt x="22" y="34"/>
                      <a:pt x="23" y="36"/>
                    </a:cubicBezTo>
                    <a:cubicBezTo>
                      <a:pt x="23" y="38"/>
                      <a:pt x="25" y="40"/>
                      <a:pt x="26" y="42"/>
                    </a:cubicBezTo>
                    <a:cubicBezTo>
                      <a:pt x="27" y="42"/>
                      <a:pt x="30" y="41"/>
                      <a:pt x="31" y="40"/>
                    </a:cubicBezTo>
                    <a:cubicBezTo>
                      <a:pt x="32" y="37"/>
                      <a:pt x="33" y="33"/>
                      <a:pt x="34" y="29"/>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4" name="Freeform 12">
                <a:extLst>
                  <a:ext uri="{FF2B5EF4-FFF2-40B4-BE49-F238E27FC236}">
                    <a16:creationId xmlns:a16="http://schemas.microsoft.com/office/drawing/2014/main" id="{D88D9717-3185-4A77-8E18-2A8659D441F7}"/>
                  </a:ext>
                </a:extLst>
              </p:cNvPr>
              <p:cNvSpPr>
                <a:spLocks/>
              </p:cNvSpPr>
              <p:nvPr/>
            </p:nvSpPr>
            <p:spPr bwMode="auto">
              <a:xfrm>
                <a:off x="8878184" y="2293480"/>
                <a:ext cx="236904" cy="593388"/>
              </a:xfrm>
              <a:custGeom>
                <a:avLst/>
                <a:gdLst>
                  <a:gd name="T0" fmla="*/ 30 w 39"/>
                  <a:gd name="T1" fmla="*/ 44 h 98"/>
                  <a:gd name="T2" fmla="*/ 36 w 39"/>
                  <a:gd name="T3" fmla="*/ 34 h 98"/>
                  <a:gd name="T4" fmla="*/ 37 w 39"/>
                  <a:gd name="T5" fmla="*/ 51 h 98"/>
                  <a:gd name="T6" fmla="*/ 25 w 39"/>
                  <a:gd name="T7" fmla="*/ 82 h 98"/>
                  <a:gd name="T8" fmla="*/ 21 w 39"/>
                  <a:gd name="T9" fmla="*/ 98 h 98"/>
                  <a:gd name="T10" fmla="*/ 13 w 39"/>
                  <a:gd name="T11" fmla="*/ 96 h 98"/>
                  <a:gd name="T12" fmla="*/ 5 w 39"/>
                  <a:gd name="T13" fmla="*/ 83 h 98"/>
                  <a:gd name="T14" fmla="*/ 11 w 39"/>
                  <a:gd name="T15" fmla="*/ 62 h 98"/>
                  <a:gd name="T16" fmla="*/ 9 w 39"/>
                  <a:gd name="T17" fmla="*/ 43 h 98"/>
                  <a:gd name="T18" fmla="*/ 12 w 39"/>
                  <a:gd name="T19" fmla="*/ 38 h 98"/>
                  <a:gd name="T20" fmla="*/ 18 w 39"/>
                  <a:gd name="T21" fmla="*/ 33 h 98"/>
                  <a:gd name="T22" fmla="*/ 23 w 39"/>
                  <a:gd name="T23" fmla="*/ 12 h 98"/>
                  <a:gd name="T24" fmla="*/ 11 w 39"/>
                  <a:gd name="T25" fmla="*/ 16 h 98"/>
                  <a:gd name="T26" fmla="*/ 2 w 39"/>
                  <a:gd name="T27" fmla="*/ 16 h 98"/>
                  <a:gd name="T28" fmla="*/ 0 w 39"/>
                  <a:gd name="T29" fmla="*/ 12 h 98"/>
                  <a:gd name="T30" fmla="*/ 3 w 39"/>
                  <a:gd name="T31" fmla="*/ 10 h 98"/>
                  <a:gd name="T32" fmla="*/ 16 w 39"/>
                  <a:gd name="T33" fmla="*/ 7 h 98"/>
                  <a:gd name="T34" fmla="*/ 26 w 39"/>
                  <a:gd name="T35" fmla="*/ 2 h 98"/>
                  <a:gd name="T36" fmla="*/ 32 w 39"/>
                  <a:gd name="T37" fmla="*/ 1 h 98"/>
                  <a:gd name="T38" fmla="*/ 35 w 39"/>
                  <a:gd name="T39" fmla="*/ 9 h 98"/>
                  <a:gd name="T40" fmla="*/ 34 w 39"/>
                  <a:gd name="T41" fmla="*/ 11 h 98"/>
                  <a:gd name="T42" fmla="*/ 27 w 39"/>
                  <a:gd name="T43" fmla="*/ 38 h 98"/>
                  <a:gd name="T44" fmla="*/ 28 w 39"/>
                  <a:gd name="T45" fmla="*/ 44 h 98"/>
                  <a:gd name="T46" fmla="*/ 30 w 39"/>
                  <a:gd name="T47" fmla="*/ 44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9" h="98">
                    <a:moveTo>
                      <a:pt x="30" y="44"/>
                    </a:moveTo>
                    <a:cubicBezTo>
                      <a:pt x="32" y="41"/>
                      <a:pt x="34" y="38"/>
                      <a:pt x="36" y="34"/>
                    </a:cubicBezTo>
                    <a:cubicBezTo>
                      <a:pt x="37" y="40"/>
                      <a:pt x="39" y="45"/>
                      <a:pt x="37" y="51"/>
                    </a:cubicBezTo>
                    <a:cubicBezTo>
                      <a:pt x="33" y="61"/>
                      <a:pt x="29" y="72"/>
                      <a:pt x="25" y="82"/>
                    </a:cubicBezTo>
                    <a:cubicBezTo>
                      <a:pt x="23" y="87"/>
                      <a:pt x="23" y="92"/>
                      <a:pt x="21" y="98"/>
                    </a:cubicBezTo>
                    <a:cubicBezTo>
                      <a:pt x="18" y="97"/>
                      <a:pt x="15" y="97"/>
                      <a:pt x="13" y="96"/>
                    </a:cubicBezTo>
                    <a:cubicBezTo>
                      <a:pt x="7" y="94"/>
                      <a:pt x="3" y="89"/>
                      <a:pt x="5" y="83"/>
                    </a:cubicBezTo>
                    <a:cubicBezTo>
                      <a:pt x="7" y="76"/>
                      <a:pt x="9" y="69"/>
                      <a:pt x="11" y="62"/>
                    </a:cubicBezTo>
                    <a:cubicBezTo>
                      <a:pt x="13" y="56"/>
                      <a:pt x="14" y="49"/>
                      <a:pt x="9" y="43"/>
                    </a:cubicBezTo>
                    <a:cubicBezTo>
                      <a:pt x="7" y="39"/>
                      <a:pt x="9" y="38"/>
                      <a:pt x="12" y="38"/>
                    </a:cubicBezTo>
                    <a:cubicBezTo>
                      <a:pt x="17" y="39"/>
                      <a:pt x="17" y="37"/>
                      <a:pt x="18" y="33"/>
                    </a:cubicBezTo>
                    <a:cubicBezTo>
                      <a:pt x="19" y="26"/>
                      <a:pt x="21" y="20"/>
                      <a:pt x="23" y="12"/>
                    </a:cubicBezTo>
                    <a:cubicBezTo>
                      <a:pt x="19" y="13"/>
                      <a:pt x="15" y="15"/>
                      <a:pt x="11" y="16"/>
                    </a:cubicBezTo>
                    <a:cubicBezTo>
                      <a:pt x="8" y="17"/>
                      <a:pt x="5" y="16"/>
                      <a:pt x="2" y="16"/>
                    </a:cubicBezTo>
                    <a:cubicBezTo>
                      <a:pt x="1" y="15"/>
                      <a:pt x="0" y="13"/>
                      <a:pt x="0" y="12"/>
                    </a:cubicBezTo>
                    <a:cubicBezTo>
                      <a:pt x="1" y="11"/>
                      <a:pt x="2" y="10"/>
                      <a:pt x="3" y="10"/>
                    </a:cubicBezTo>
                    <a:cubicBezTo>
                      <a:pt x="7" y="8"/>
                      <a:pt x="12" y="8"/>
                      <a:pt x="16" y="7"/>
                    </a:cubicBezTo>
                    <a:cubicBezTo>
                      <a:pt x="19" y="5"/>
                      <a:pt x="22" y="3"/>
                      <a:pt x="26" y="2"/>
                    </a:cubicBezTo>
                    <a:cubicBezTo>
                      <a:pt x="28" y="1"/>
                      <a:pt x="32" y="0"/>
                      <a:pt x="32" y="1"/>
                    </a:cubicBezTo>
                    <a:cubicBezTo>
                      <a:pt x="34" y="3"/>
                      <a:pt x="35" y="6"/>
                      <a:pt x="35" y="9"/>
                    </a:cubicBezTo>
                    <a:cubicBezTo>
                      <a:pt x="36" y="9"/>
                      <a:pt x="35" y="10"/>
                      <a:pt x="34" y="11"/>
                    </a:cubicBezTo>
                    <a:cubicBezTo>
                      <a:pt x="27" y="19"/>
                      <a:pt x="28" y="29"/>
                      <a:pt x="27" y="38"/>
                    </a:cubicBezTo>
                    <a:cubicBezTo>
                      <a:pt x="27" y="40"/>
                      <a:pt x="28" y="42"/>
                      <a:pt x="28" y="44"/>
                    </a:cubicBezTo>
                    <a:cubicBezTo>
                      <a:pt x="29" y="44"/>
                      <a:pt x="29" y="44"/>
                      <a:pt x="30" y="44"/>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grpSp>
      </p:grpSp>
    </p:spTree>
    <p:extLst>
      <p:ext uri="{BB962C8B-B14F-4D97-AF65-F5344CB8AC3E}">
        <p14:creationId xmlns:p14="http://schemas.microsoft.com/office/powerpoint/2010/main" val="1661178021"/>
      </p:ext>
    </p:extLst>
  </p:cSld>
  <p:clrMapOvr>
    <a:masterClrMapping/>
  </p:clrMapOvr>
  <p:transition spd="med">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封面样式6">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stretch>
            <a:fillRect/>
          </a:stretch>
        </p:blipFill>
        <p:spPr>
          <a:xfrm>
            <a:off x="-529" y="-2924"/>
            <a:ext cx="12193057" cy="3633531"/>
          </a:xfrm>
          <a:prstGeom prst="rect">
            <a:avLst/>
          </a:prstGeom>
        </p:spPr>
      </p:pic>
      <p:sp>
        <p:nvSpPr>
          <p:cNvPr id="37" name="任意形状 36">
            <a:extLst>
              <a:ext uri="{FF2B5EF4-FFF2-40B4-BE49-F238E27FC236}">
                <a16:creationId xmlns:a16="http://schemas.microsoft.com/office/drawing/2014/main" id="{094E4669-55C5-874C-A68C-6E431CC09A50}"/>
              </a:ext>
            </a:extLst>
          </p:cNvPr>
          <p:cNvSpPr/>
          <p:nvPr userDrawn="1"/>
        </p:nvSpPr>
        <p:spPr>
          <a:xfrm>
            <a:off x="-134112" y="-106934"/>
            <a:ext cx="12468264" cy="3829332"/>
          </a:xfrm>
          <a:custGeom>
            <a:avLst/>
            <a:gdLst>
              <a:gd name="connsiteX0" fmla="*/ 0 w 12192000"/>
              <a:gd name="connsiteY0" fmla="*/ 0 h 3632200"/>
              <a:gd name="connsiteX1" fmla="*/ 12192000 w 12192000"/>
              <a:gd name="connsiteY1" fmla="*/ 0 h 3632200"/>
              <a:gd name="connsiteX2" fmla="*/ 12192000 w 12192000"/>
              <a:gd name="connsiteY2" fmla="*/ 2602097 h 3632200"/>
              <a:gd name="connsiteX3" fmla="*/ 11858362 w 12192000"/>
              <a:gd name="connsiteY3" fmla="*/ 2747371 h 3632200"/>
              <a:gd name="connsiteX4" fmla="*/ 6859519 w 12192000"/>
              <a:gd name="connsiteY4" fmla="*/ 3619648 h 3632200"/>
              <a:gd name="connsiteX5" fmla="*/ 6096062 w 12192000"/>
              <a:gd name="connsiteY5" fmla="*/ 3632200 h 3632200"/>
              <a:gd name="connsiteX6" fmla="*/ 6095939 w 12192000"/>
              <a:gd name="connsiteY6" fmla="*/ 3632200 h 3632200"/>
              <a:gd name="connsiteX7" fmla="*/ 5332482 w 12192000"/>
              <a:gd name="connsiteY7" fmla="*/ 3619648 h 3632200"/>
              <a:gd name="connsiteX8" fmla="*/ 333638 w 12192000"/>
              <a:gd name="connsiteY8" fmla="*/ 2747371 h 3632200"/>
              <a:gd name="connsiteX9" fmla="*/ 0 w 12192000"/>
              <a:gd name="connsiteY9" fmla="*/ 2602097 h 363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192000" h="3632200">
                <a:moveTo>
                  <a:pt x="0" y="0"/>
                </a:moveTo>
                <a:lnTo>
                  <a:pt x="12192000" y="0"/>
                </a:lnTo>
                <a:lnTo>
                  <a:pt x="12192000" y="2602097"/>
                </a:lnTo>
                <a:lnTo>
                  <a:pt x="11858362" y="2747371"/>
                </a:lnTo>
                <a:cubicBezTo>
                  <a:pt x="10640880" y="3227716"/>
                  <a:pt x="8867829" y="3553239"/>
                  <a:pt x="6859519" y="3619648"/>
                </a:cubicBezTo>
                <a:lnTo>
                  <a:pt x="6096062" y="3632200"/>
                </a:lnTo>
                <a:lnTo>
                  <a:pt x="6095939" y="3632200"/>
                </a:lnTo>
                <a:lnTo>
                  <a:pt x="5332482" y="3619648"/>
                </a:lnTo>
                <a:cubicBezTo>
                  <a:pt x="3324171" y="3553239"/>
                  <a:pt x="1551120" y="3227716"/>
                  <a:pt x="333638" y="2747371"/>
                </a:cubicBezTo>
                <a:lnTo>
                  <a:pt x="0" y="2602097"/>
                </a:lnTo>
                <a:close/>
              </a:path>
            </a:pathLst>
          </a:custGeom>
          <a:noFill/>
          <a:ln w="2857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algn="l">
              <a:lnSpc>
                <a:spcPct val="130000"/>
              </a:lnSpc>
            </a:pPr>
            <a:endParaRPr kumimoji="1" lang="zh-CN" altLang="en-US" sz="2000" dirty="0">
              <a:solidFill>
                <a:schemeClr val="tx1">
                  <a:lumMod val="75000"/>
                  <a:lumOff val="25000"/>
                </a:schemeClr>
              </a:solidFill>
            </a:endParaRPr>
          </a:p>
        </p:txBody>
      </p:sp>
      <p:sp>
        <p:nvSpPr>
          <p:cNvPr id="41" name="矩形 40">
            <a:extLst>
              <a:ext uri="{FF2B5EF4-FFF2-40B4-BE49-F238E27FC236}">
                <a16:creationId xmlns:a16="http://schemas.microsoft.com/office/drawing/2014/main" id="{752274E9-6CD8-164F-A448-48D8BF6118A2}"/>
              </a:ext>
            </a:extLst>
          </p:cNvPr>
          <p:cNvSpPr/>
          <p:nvPr userDrawn="1"/>
        </p:nvSpPr>
        <p:spPr>
          <a:xfrm>
            <a:off x="0" y="0"/>
            <a:ext cx="12192000" cy="163286"/>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rmAutofit fontScale="25000" lnSpcReduction="20000"/>
          </a:bodyPr>
          <a:lstStyle/>
          <a:p>
            <a:pPr algn="l">
              <a:lnSpc>
                <a:spcPct val="130000"/>
              </a:lnSpc>
            </a:pPr>
            <a:endParaRPr kumimoji="1" lang="zh-CN" altLang="en-US" sz="2000" dirty="0">
              <a:solidFill>
                <a:schemeClr val="tx1">
                  <a:lumMod val="75000"/>
                  <a:lumOff val="25000"/>
                </a:schemeClr>
              </a:solidFill>
            </a:endParaRPr>
          </a:p>
        </p:txBody>
      </p:sp>
      <p:pic>
        <p:nvPicPr>
          <p:cNvPr id="42" name="图片 41"/>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5502191" y="3048198"/>
            <a:ext cx="1193467" cy="1192626"/>
          </a:xfrm>
          <a:prstGeom prst="rect">
            <a:avLst/>
          </a:prstGeom>
        </p:spPr>
      </p:pic>
      <p:sp>
        <p:nvSpPr>
          <p:cNvPr id="43" name="文本框 42"/>
          <p:cNvSpPr txBox="1"/>
          <p:nvPr userDrawn="1"/>
        </p:nvSpPr>
        <p:spPr>
          <a:xfrm>
            <a:off x="150844" y="6174148"/>
            <a:ext cx="2156520" cy="617431"/>
          </a:xfrm>
          <a:prstGeom prst="rect">
            <a:avLst/>
          </a:prstGeom>
          <a:noFill/>
          <a:ln>
            <a:noFill/>
          </a:ln>
        </p:spPr>
        <p:txBody>
          <a:bodyPr wrap="square" lIns="180000" tIns="180000" rIns="180000" bIns="180000" rtlCol="0">
            <a:spAutoFit/>
          </a:bodyPr>
          <a:lstStyle/>
          <a:p>
            <a:pPr marL="0" marR="0" lvl="0" indent="0" algn="l" defTabSz="914400" rtl="0" eaLnBrk="0" fontAlgn="base" latinLnBrk="0" hangingPunct="0">
              <a:lnSpc>
                <a:spcPct val="130000"/>
              </a:lnSpc>
              <a:spcBef>
                <a:spcPct val="0"/>
              </a:spcBef>
              <a:spcAft>
                <a:spcPct val="0"/>
              </a:spcAft>
              <a:buClrTx/>
              <a:buSzTx/>
              <a:buFontTx/>
              <a:buNone/>
              <a:tabLst/>
              <a:defRPr/>
            </a:pPr>
            <a:r>
              <a:rPr lang="en-US" altLang="zh-CN" sz="1400" b="1" i="0" spc="100" dirty="0">
                <a:solidFill>
                  <a:schemeClr val="accent3"/>
                </a:solidFill>
                <a:latin typeface="+mn-ea"/>
                <a:ea typeface="+mn-ea"/>
              </a:rPr>
              <a:t>BIT</a:t>
            </a:r>
            <a:r>
              <a:rPr lang="en-US" altLang="zh-CN" sz="1400" b="0" i="0" spc="100" baseline="0" dirty="0">
                <a:solidFill>
                  <a:schemeClr val="accent3"/>
                </a:solidFill>
                <a:latin typeface="+mn-ea"/>
              </a:rPr>
              <a:t> </a:t>
            </a:r>
            <a:r>
              <a:rPr lang="en-US" altLang="zh-CN" sz="1400" b="1" i="0" spc="100" baseline="0" dirty="0">
                <a:solidFill>
                  <a:schemeClr val="accent3"/>
                </a:solidFill>
                <a:latin typeface="+mn-ea"/>
              </a:rPr>
              <a:t>|</a:t>
            </a:r>
            <a:r>
              <a:rPr lang="en-US" altLang="zh-CN" sz="1400" b="0" i="0" spc="100" baseline="0" dirty="0">
                <a:solidFill>
                  <a:schemeClr val="accent3"/>
                </a:solidFill>
                <a:latin typeface="+mn-ea"/>
              </a:rPr>
              <a:t> </a:t>
            </a:r>
            <a:r>
              <a:rPr lang="en-US" altLang="zh-CN" sz="1400" b="1" i="0" spc="100" baseline="0" dirty="0">
                <a:solidFill>
                  <a:schemeClr val="accent3"/>
                </a:solidFill>
                <a:latin typeface="+mn-ea"/>
              </a:rPr>
              <a:t>SINCE 1940</a:t>
            </a:r>
            <a:endParaRPr lang="zh-CN" altLang="en-US" sz="1400" b="1" i="0" spc="100" dirty="0">
              <a:solidFill>
                <a:schemeClr val="accent3"/>
              </a:solidFill>
              <a:latin typeface="微软雅黑 Light" panose="020B0502040204020203" pitchFamily="34" charset="-122"/>
              <a:ea typeface="微软雅黑 Light" panose="020B0502040204020203" pitchFamily="34" charset="-122"/>
            </a:endParaRPr>
          </a:p>
        </p:txBody>
      </p:sp>
      <p:grpSp>
        <p:nvGrpSpPr>
          <p:cNvPr id="44" name="组合 43"/>
          <p:cNvGrpSpPr/>
          <p:nvPr userDrawn="1"/>
        </p:nvGrpSpPr>
        <p:grpSpPr>
          <a:xfrm>
            <a:off x="10083479" y="6400645"/>
            <a:ext cx="1765866" cy="192031"/>
            <a:chOff x="598941" y="6399999"/>
            <a:chExt cx="2542613" cy="276499"/>
          </a:xfrm>
          <a:solidFill>
            <a:schemeClr val="bg1">
              <a:lumMod val="65000"/>
            </a:schemeClr>
          </a:solidFill>
        </p:grpSpPr>
        <p:grpSp>
          <p:nvGrpSpPr>
            <p:cNvPr id="45" name="组合 44">
              <a:extLst>
                <a:ext uri="{FF2B5EF4-FFF2-40B4-BE49-F238E27FC236}">
                  <a16:creationId xmlns:a16="http://schemas.microsoft.com/office/drawing/2014/main" id="{2B6AF4F4-F405-428E-ACB6-6C287CCD9962}"/>
                </a:ext>
              </a:extLst>
            </p:cNvPr>
            <p:cNvGrpSpPr/>
            <p:nvPr/>
          </p:nvGrpSpPr>
          <p:grpSpPr>
            <a:xfrm>
              <a:off x="2055693" y="6402621"/>
              <a:ext cx="1085861" cy="270805"/>
              <a:chOff x="10340336" y="2247899"/>
              <a:chExt cx="2724438" cy="679451"/>
            </a:xfrm>
            <a:grpFill/>
          </p:grpSpPr>
          <p:sp>
            <p:nvSpPr>
              <p:cNvPr id="59" name="Freeform 5">
                <a:extLst>
                  <a:ext uri="{FF2B5EF4-FFF2-40B4-BE49-F238E27FC236}">
                    <a16:creationId xmlns:a16="http://schemas.microsoft.com/office/drawing/2014/main" id="{7EF8326A-A460-4F1F-A35E-22F6C0E02782}"/>
                  </a:ext>
                </a:extLst>
              </p:cNvPr>
              <p:cNvSpPr>
                <a:spLocks/>
              </p:cNvSpPr>
              <p:nvPr/>
            </p:nvSpPr>
            <p:spPr bwMode="auto">
              <a:xfrm>
                <a:off x="11868131" y="2285206"/>
                <a:ext cx="534988" cy="603250"/>
              </a:xfrm>
              <a:custGeom>
                <a:avLst/>
                <a:gdLst>
                  <a:gd name="T0" fmla="*/ 41 w 125"/>
                  <a:gd name="T1" fmla="*/ 16 h 142"/>
                  <a:gd name="T2" fmla="*/ 49 w 125"/>
                  <a:gd name="T3" fmla="*/ 3 h 142"/>
                  <a:gd name="T4" fmla="*/ 62 w 125"/>
                  <a:gd name="T5" fmla="*/ 20 h 142"/>
                  <a:gd name="T6" fmla="*/ 64 w 125"/>
                  <a:gd name="T7" fmla="*/ 33 h 142"/>
                  <a:gd name="T8" fmla="*/ 50 w 125"/>
                  <a:gd name="T9" fmla="*/ 34 h 142"/>
                  <a:gd name="T10" fmla="*/ 58 w 125"/>
                  <a:gd name="T11" fmla="*/ 58 h 142"/>
                  <a:gd name="T12" fmla="*/ 75 w 125"/>
                  <a:gd name="T13" fmla="*/ 59 h 142"/>
                  <a:gd name="T14" fmla="*/ 71 w 125"/>
                  <a:gd name="T15" fmla="*/ 50 h 142"/>
                  <a:gd name="T16" fmla="*/ 81 w 125"/>
                  <a:gd name="T17" fmla="*/ 47 h 142"/>
                  <a:gd name="T18" fmla="*/ 65 w 125"/>
                  <a:gd name="T19" fmla="*/ 42 h 142"/>
                  <a:gd name="T20" fmla="*/ 63 w 125"/>
                  <a:gd name="T21" fmla="*/ 37 h 142"/>
                  <a:gd name="T22" fmla="*/ 85 w 125"/>
                  <a:gd name="T23" fmla="*/ 27 h 142"/>
                  <a:gd name="T24" fmla="*/ 93 w 125"/>
                  <a:gd name="T25" fmla="*/ 2 h 142"/>
                  <a:gd name="T26" fmla="*/ 99 w 125"/>
                  <a:gd name="T27" fmla="*/ 5 h 142"/>
                  <a:gd name="T28" fmla="*/ 111 w 125"/>
                  <a:gd name="T29" fmla="*/ 30 h 142"/>
                  <a:gd name="T30" fmla="*/ 102 w 125"/>
                  <a:gd name="T31" fmla="*/ 34 h 142"/>
                  <a:gd name="T32" fmla="*/ 95 w 125"/>
                  <a:gd name="T33" fmla="*/ 59 h 142"/>
                  <a:gd name="T34" fmla="*/ 123 w 125"/>
                  <a:gd name="T35" fmla="*/ 61 h 142"/>
                  <a:gd name="T36" fmla="*/ 110 w 125"/>
                  <a:gd name="T37" fmla="*/ 71 h 142"/>
                  <a:gd name="T38" fmla="*/ 104 w 125"/>
                  <a:gd name="T39" fmla="*/ 82 h 142"/>
                  <a:gd name="T40" fmla="*/ 112 w 125"/>
                  <a:gd name="T41" fmla="*/ 134 h 142"/>
                  <a:gd name="T42" fmla="*/ 102 w 125"/>
                  <a:gd name="T43" fmla="*/ 140 h 142"/>
                  <a:gd name="T44" fmla="*/ 89 w 125"/>
                  <a:gd name="T45" fmla="*/ 123 h 142"/>
                  <a:gd name="T46" fmla="*/ 101 w 125"/>
                  <a:gd name="T47" fmla="*/ 128 h 142"/>
                  <a:gd name="T48" fmla="*/ 101 w 125"/>
                  <a:gd name="T49" fmla="*/ 92 h 142"/>
                  <a:gd name="T50" fmla="*/ 97 w 125"/>
                  <a:gd name="T51" fmla="*/ 99 h 142"/>
                  <a:gd name="T52" fmla="*/ 90 w 125"/>
                  <a:gd name="T53" fmla="*/ 103 h 142"/>
                  <a:gd name="T54" fmla="*/ 86 w 125"/>
                  <a:gd name="T55" fmla="*/ 110 h 142"/>
                  <a:gd name="T56" fmla="*/ 81 w 125"/>
                  <a:gd name="T57" fmla="*/ 120 h 142"/>
                  <a:gd name="T58" fmla="*/ 88 w 125"/>
                  <a:gd name="T59" fmla="*/ 71 h 142"/>
                  <a:gd name="T60" fmla="*/ 60 w 125"/>
                  <a:gd name="T61" fmla="*/ 87 h 142"/>
                  <a:gd name="T62" fmla="*/ 53 w 125"/>
                  <a:gd name="T63" fmla="*/ 89 h 142"/>
                  <a:gd name="T64" fmla="*/ 51 w 125"/>
                  <a:gd name="T65" fmla="*/ 128 h 142"/>
                  <a:gd name="T66" fmla="*/ 43 w 125"/>
                  <a:gd name="T67" fmla="*/ 134 h 142"/>
                  <a:gd name="T68" fmla="*/ 39 w 125"/>
                  <a:gd name="T69" fmla="*/ 107 h 142"/>
                  <a:gd name="T70" fmla="*/ 33 w 125"/>
                  <a:gd name="T71" fmla="*/ 114 h 142"/>
                  <a:gd name="T72" fmla="*/ 17 w 125"/>
                  <a:gd name="T73" fmla="*/ 108 h 142"/>
                  <a:gd name="T74" fmla="*/ 5 w 125"/>
                  <a:gd name="T75" fmla="*/ 81 h 142"/>
                  <a:gd name="T76" fmla="*/ 34 w 125"/>
                  <a:gd name="T77" fmla="*/ 56 h 142"/>
                  <a:gd name="T78" fmla="*/ 38 w 125"/>
                  <a:gd name="T79" fmla="*/ 33 h 142"/>
                  <a:gd name="T80" fmla="*/ 22 w 125"/>
                  <a:gd name="T81" fmla="*/ 55 h 142"/>
                  <a:gd name="T82" fmla="*/ 14 w 125"/>
                  <a:gd name="T83" fmla="*/ 55 h 142"/>
                  <a:gd name="T84" fmla="*/ 11 w 125"/>
                  <a:gd name="T85" fmla="*/ 36 h 142"/>
                  <a:gd name="T86" fmla="*/ 32 w 125"/>
                  <a:gd name="T87" fmla="*/ 22 h 142"/>
                  <a:gd name="T88" fmla="*/ 28 w 125"/>
                  <a:gd name="T89" fmla="*/ 33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5" h="142">
                    <a:moveTo>
                      <a:pt x="28" y="33"/>
                    </a:moveTo>
                    <a:cubicBezTo>
                      <a:pt x="35" y="29"/>
                      <a:pt x="41" y="25"/>
                      <a:pt x="41" y="16"/>
                    </a:cubicBezTo>
                    <a:cubicBezTo>
                      <a:pt x="41" y="13"/>
                      <a:pt x="43" y="9"/>
                      <a:pt x="44" y="6"/>
                    </a:cubicBezTo>
                    <a:cubicBezTo>
                      <a:pt x="45" y="5"/>
                      <a:pt x="48" y="3"/>
                      <a:pt x="49" y="3"/>
                    </a:cubicBezTo>
                    <a:cubicBezTo>
                      <a:pt x="54" y="4"/>
                      <a:pt x="59" y="9"/>
                      <a:pt x="59" y="15"/>
                    </a:cubicBezTo>
                    <a:cubicBezTo>
                      <a:pt x="59" y="18"/>
                      <a:pt x="60" y="19"/>
                      <a:pt x="62" y="20"/>
                    </a:cubicBezTo>
                    <a:cubicBezTo>
                      <a:pt x="65" y="22"/>
                      <a:pt x="68" y="25"/>
                      <a:pt x="69" y="28"/>
                    </a:cubicBezTo>
                    <a:cubicBezTo>
                      <a:pt x="71" y="32"/>
                      <a:pt x="68" y="34"/>
                      <a:pt x="64" y="33"/>
                    </a:cubicBezTo>
                    <a:cubicBezTo>
                      <a:pt x="62" y="32"/>
                      <a:pt x="60" y="31"/>
                      <a:pt x="57" y="30"/>
                    </a:cubicBezTo>
                    <a:cubicBezTo>
                      <a:pt x="53" y="28"/>
                      <a:pt x="51" y="29"/>
                      <a:pt x="50" y="34"/>
                    </a:cubicBezTo>
                    <a:cubicBezTo>
                      <a:pt x="48" y="45"/>
                      <a:pt x="46" y="56"/>
                      <a:pt x="52" y="66"/>
                    </a:cubicBezTo>
                    <a:cubicBezTo>
                      <a:pt x="54" y="64"/>
                      <a:pt x="56" y="62"/>
                      <a:pt x="58" y="58"/>
                    </a:cubicBezTo>
                    <a:cubicBezTo>
                      <a:pt x="61" y="62"/>
                      <a:pt x="63" y="65"/>
                      <a:pt x="65" y="69"/>
                    </a:cubicBezTo>
                    <a:cubicBezTo>
                      <a:pt x="68" y="66"/>
                      <a:pt x="72" y="62"/>
                      <a:pt x="75" y="59"/>
                    </a:cubicBezTo>
                    <a:cubicBezTo>
                      <a:pt x="76" y="58"/>
                      <a:pt x="75" y="56"/>
                      <a:pt x="75" y="55"/>
                    </a:cubicBezTo>
                    <a:cubicBezTo>
                      <a:pt x="74" y="53"/>
                      <a:pt x="71" y="51"/>
                      <a:pt x="71" y="50"/>
                    </a:cubicBezTo>
                    <a:cubicBezTo>
                      <a:pt x="72" y="47"/>
                      <a:pt x="75" y="46"/>
                      <a:pt x="78" y="47"/>
                    </a:cubicBezTo>
                    <a:cubicBezTo>
                      <a:pt x="79" y="47"/>
                      <a:pt x="80" y="47"/>
                      <a:pt x="81" y="47"/>
                    </a:cubicBezTo>
                    <a:cubicBezTo>
                      <a:pt x="81" y="44"/>
                      <a:pt x="82" y="40"/>
                      <a:pt x="83" y="35"/>
                    </a:cubicBezTo>
                    <a:cubicBezTo>
                      <a:pt x="76" y="38"/>
                      <a:pt x="71" y="40"/>
                      <a:pt x="65" y="42"/>
                    </a:cubicBezTo>
                    <a:cubicBezTo>
                      <a:pt x="61" y="44"/>
                      <a:pt x="60" y="44"/>
                      <a:pt x="57" y="40"/>
                    </a:cubicBezTo>
                    <a:cubicBezTo>
                      <a:pt x="59" y="39"/>
                      <a:pt x="61" y="38"/>
                      <a:pt x="63" y="37"/>
                    </a:cubicBezTo>
                    <a:cubicBezTo>
                      <a:pt x="69" y="35"/>
                      <a:pt x="75" y="33"/>
                      <a:pt x="81" y="30"/>
                    </a:cubicBezTo>
                    <a:cubicBezTo>
                      <a:pt x="83" y="30"/>
                      <a:pt x="84" y="28"/>
                      <a:pt x="85" y="27"/>
                    </a:cubicBezTo>
                    <a:cubicBezTo>
                      <a:pt x="87" y="21"/>
                      <a:pt x="88" y="14"/>
                      <a:pt x="90" y="8"/>
                    </a:cubicBezTo>
                    <a:cubicBezTo>
                      <a:pt x="90" y="6"/>
                      <a:pt x="92" y="3"/>
                      <a:pt x="93" y="2"/>
                    </a:cubicBezTo>
                    <a:cubicBezTo>
                      <a:pt x="94" y="0"/>
                      <a:pt x="96" y="0"/>
                      <a:pt x="98" y="0"/>
                    </a:cubicBezTo>
                    <a:cubicBezTo>
                      <a:pt x="98" y="1"/>
                      <a:pt x="99" y="4"/>
                      <a:pt x="99" y="5"/>
                    </a:cubicBezTo>
                    <a:cubicBezTo>
                      <a:pt x="93" y="12"/>
                      <a:pt x="94" y="20"/>
                      <a:pt x="92" y="28"/>
                    </a:cubicBezTo>
                    <a:cubicBezTo>
                      <a:pt x="98" y="31"/>
                      <a:pt x="105" y="25"/>
                      <a:pt x="111" y="30"/>
                    </a:cubicBezTo>
                    <a:cubicBezTo>
                      <a:pt x="109" y="33"/>
                      <a:pt x="107" y="36"/>
                      <a:pt x="103" y="35"/>
                    </a:cubicBezTo>
                    <a:cubicBezTo>
                      <a:pt x="103" y="34"/>
                      <a:pt x="102" y="34"/>
                      <a:pt x="102" y="34"/>
                    </a:cubicBezTo>
                    <a:cubicBezTo>
                      <a:pt x="92" y="34"/>
                      <a:pt x="88" y="39"/>
                      <a:pt x="90" y="49"/>
                    </a:cubicBezTo>
                    <a:cubicBezTo>
                      <a:pt x="91" y="52"/>
                      <a:pt x="93" y="55"/>
                      <a:pt x="95" y="59"/>
                    </a:cubicBezTo>
                    <a:cubicBezTo>
                      <a:pt x="99" y="59"/>
                      <a:pt x="104" y="58"/>
                      <a:pt x="109" y="57"/>
                    </a:cubicBezTo>
                    <a:cubicBezTo>
                      <a:pt x="114" y="56"/>
                      <a:pt x="119" y="58"/>
                      <a:pt x="123" y="61"/>
                    </a:cubicBezTo>
                    <a:cubicBezTo>
                      <a:pt x="125" y="63"/>
                      <a:pt x="125" y="66"/>
                      <a:pt x="122" y="67"/>
                    </a:cubicBezTo>
                    <a:cubicBezTo>
                      <a:pt x="118" y="69"/>
                      <a:pt x="114" y="71"/>
                      <a:pt x="110" y="71"/>
                    </a:cubicBezTo>
                    <a:cubicBezTo>
                      <a:pt x="103" y="70"/>
                      <a:pt x="99" y="75"/>
                      <a:pt x="95" y="79"/>
                    </a:cubicBezTo>
                    <a:cubicBezTo>
                      <a:pt x="98" y="80"/>
                      <a:pt x="102" y="80"/>
                      <a:pt x="104" y="82"/>
                    </a:cubicBezTo>
                    <a:cubicBezTo>
                      <a:pt x="106" y="83"/>
                      <a:pt x="108" y="86"/>
                      <a:pt x="109" y="88"/>
                    </a:cubicBezTo>
                    <a:cubicBezTo>
                      <a:pt x="110" y="104"/>
                      <a:pt x="111" y="119"/>
                      <a:pt x="112" y="134"/>
                    </a:cubicBezTo>
                    <a:cubicBezTo>
                      <a:pt x="112" y="137"/>
                      <a:pt x="110" y="140"/>
                      <a:pt x="110" y="142"/>
                    </a:cubicBezTo>
                    <a:cubicBezTo>
                      <a:pt x="107" y="141"/>
                      <a:pt x="104" y="141"/>
                      <a:pt x="102" y="140"/>
                    </a:cubicBezTo>
                    <a:cubicBezTo>
                      <a:pt x="97" y="136"/>
                      <a:pt x="93" y="131"/>
                      <a:pt x="90" y="127"/>
                    </a:cubicBezTo>
                    <a:cubicBezTo>
                      <a:pt x="89" y="126"/>
                      <a:pt x="89" y="124"/>
                      <a:pt x="89" y="123"/>
                    </a:cubicBezTo>
                    <a:cubicBezTo>
                      <a:pt x="92" y="125"/>
                      <a:pt x="96" y="127"/>
                      <a:pt x="100" y="130"/>
                    </a:cubicBezTo>
                    <a:cubicBezTo>
                      <a:pt x="100" y="129"/>
                      <a:pt x="101" y="129"/>
                      <a:pt x="101" y="128"/>
                    </a:cubicBezTo>
                    <a:cubicBezTo>
                      <a:pt x="101" y="121"/>
                      <a:pt x="101" y="113"/>
                      <a:pt x="101" y="105"/>
                    </a:cubicBezTo>
                    <a:cubicBezTo>
                      <a:pt x="101" y="101"/>
                      <a:pt x="101" y="96"/>
                      <a:pt x="101" y="92"/>
                    </a:cubicBezTo>
                    <a:cubicBezTo>
                      <a:pt x="99" y="85"/>
                      <a:pt x="96" y="84"/>
                      <a:pt x="90" y="90"/>
                    </a:cubicBezTo>
                    <a:cubicBezTo>
                      <a:pt x="92" y="93"/>
                      <a:pt x="97" y="93"/>
                      <a:pt x="97" y="99"/>
                    </a:cubicBezTo>
                    <a:cubicBezTo>
                      <a:pt x="94" y="98"/>
                      <a:pt x="91" y="97"/>
                      <a:pt x="88" y="96"/>
                    </a:cubicBezTo>
                    <a:cubicBezTo>
                      <a:pt x="84" y="100"/>
                      <a:pt x="84" y="101"/>
                      <a:pt x="90" y="103"/>
                    </a:cubicBezTo>
                    <a:cubicBezTo>
                      <a:pt x="95" y="106"/>
                      <a:pt x="98" y="111"/>
                      <a:pt x="96" y="112"/>
                    </a:cubicBezTo>
                    <a:cubicBezTo>
                      <a:pt x="92" y="115"/>
                      <a:pt x="89" y="112"/>
                      <a:pt x="86" y="110"/>
                    </a:cubicBezTo>
                    <a:cubicBezTo>
                      <a:pt x="85" y="110"/>
                      <a:pt x="84" y="109"/>
                      <a:pt x="83" y="108"/>
                    </a:cubicBezTo>
                    <a:cubicBezTo>
                      <a:pt x="82" y="112"/>
                      <a:pt x="82" y="116"/>
                      <a:pt x="81" y="120"/>
                    </a:cubicBezTo>
                    <a:cubicBezTo>
                      <a:pt x="74" y="118"/>
                      <a:pt x="72" y="114"/>
                      <a:pt x="73" y="108"/>
                    </a:cubicBezTo>
                    <a:cubicBezTo>
                      <a:pt x="76" y="95"/>
                      <a:pt x="81" y="83"/>
                      <a:pt x="88" y="71"/>
                    </a:cubicBezTo>
                    <a:cubicBezTo>
                      <a:pt x="84" y="74"/>
                      <a:pt x="80" y="76"/>
                      <a:pt x="76" y="78"/>
                    </a:cubicBezTo>
                    <a:cubicBezTo>
                      <a:pt x="71" y="81"/>
                      <a:pt x="65" y="84"/>
                      <a:pt x="60" y="87"/>
                    </a:cubicBezTo>
                    <a:cubicBezTo>
                      <a:pt x="60" y="87"/>
                      <a:pt x="60" y="87"/>
                      <a:pt x="59" y="87"/>
                    </a:cubicBezTo>
                    <a:cubicBezTo>
                      <a:pt x="57" y="88"/>
                      <a:pt x="54" y="88"/>
                      <a:pt x="53" y="89"/>
                    </a:cubicBezTo>
                    <a:cubicBezTo>
                      <a:pt x="51" y="93"/>
                      <a:pt x="49" y="97"/>
                      <a:pt x="49" y="101"/>
                    </a:cubicBezTo>
                    <a:cubicBezTo>
                      <a:pt x="49" y="110"/>
                      <a:pt x="50" y="119"/>
                      <a:pt x="51" y="128"/>
                    </a:cubicBezTo>
                    <a:cubicBezTo>
                      <a:pt x="51" y="131"/>
                      <a:pt x="51" y="134"/>
                      <a:pt x="51" y="137"/>
                    </a:cubicBezTo>
                    <a:cubicBezTo>
                      <a:pt x="48" y="136"/>
                      <a:pt x="45" y="136"/>
                      <a:pt x="43" y="134"/>
                    </a:cubicBezTo>
                    <a:cubicBezTo>
                      <a:pt x="40" y="132"/>
                      <a:pt x="37" y="130"/>
                      <a:pt x="38" y="125"/>
                    </a:cubicBezTo>
                    <a:cubicBezTo>
                      <a:pt x="40" y="119"/>
                      <a:pt x="39" y="113"/>
                      <a:pt x="39" y="107"/>
                    </a:cubicBezTo>
                    <a:cubicBezTo>
                      <a:pt x="38" y="107"/>
                      <a:pt x="38" y="107"/>
                      <a:pt x="37" y="106"/>
                    </a:cubicBezTo>
                    <a:cubicBezTo>
                      <a:pt x="36" y="109"/>
                      <a:pt x="34" y="111"/>
                      <a:pt x="33" y="114"/>
                    </a:cubicBezTo>
                    <a:cubicBezTo>
                      <a:pt x="30" y="120"/>
                      <a:pt x="25" y="122"/>
                      <a:pt x="21" y="120"/>
                    </a:cubicBezTo>
                    <a:cubicBezTo>
                      <a:pt x="16" y="118"/>
                      <a:pt x="15" y="113"/>
                      <a:pt x="17" y="108"/>
                    </a:cubicBezTo>
                    <a:cubicBezTo>
                      <a:pt x="20" y="99"/>
                      <a:pt x="23" y="91"/>
                      <a:pt x="26" y="81"/>
                    </a:cubicBezTo>
                    <a:cubicBezTo>
                      <a:pt x="19" y="90"/>
                      <a:pt x="12" y="85"/>
                      <a:pt x="5" y="81"/>
                    </a:cubicBezTo>
                    <a:cubicBezTo>
                      <a:pt x="0" y="79"/>
                      <a:pt x="0" y="76"/>
                      <a:pt x="5" y="73"/>
                    </a:cubicBezTo>
                    <a:cubicBezTo>
                      <a:pt x="15" y="68"/>
                      <a:pt x="25" y="62"/>
                      <a:pt x="34" y="56"/>
                    </a:cubicBezTo>
                    <a:cubicBezTo>
                      <a:pt x="35" y="55"/>
                      <a:pt x="37" y="54"/>
                      <a:pt x="37" y="52"/>
                    </a:cubicBezTo>
                    <a:cubicBezTo>
                      <a:pt x="38" y="46"/>
                      <a:pt x="38" y="39"/>
                      <a:pt x="38" y="33"/>
                    </a:cubicBezTo>
                    <a:cubicBezTo>
                      <a:pt x="38" y="32"/>
                      <a:pt x="38" y="32"/>
                      <a:pt x="37" y="32"/>
                    </a:cubicBezTo>
                    <a:cubicBezTo>
                      <a:pt x="32" y="40"/>
                      <a:pt x="27" y="48"/>
                      <a:pt x="22" y="55"/>
                    </a:cubicBezTo>
                    <a:cubicBezTo>
                      <a:pt x="22" y="56"/>
                      <a:pt x="22" y="56"/>
                      <a:pt x="23" y="57"/>
                    </a:cubicBezTo>
                    <a:cubicBezTo>
                      <a:pt x="20" y="56"/>
                      <a:pt x="17" y="56"/>
                      <a:pt x="14" y="55"/>
                    </a:cubicBezTo>
                    <a:cubicBezTo>
                      <a:pt x="9" y="53"/>
                      <a:pt x="7" y="49"/>
                      <a:pt x="9" y="44"/>
                    </a:cubicBezTo>
                    <a:cubicBezTo>
                      <a:pt x="10" y="42"/>
                      <a:pt x="10" y="39"/>
                      <a:pt x="11" y="36"/>
                    </a:cubicBezTo>
                    <a:cubicBezTo>
                      <a:pt x="13" y="28"/>
                      <a:pt x="18" y="23"/>
                      <a:pt x="26" y="20"/>
                    </a:cubicBezTo>
                    <a:cubicBezTo>
                      <a:pt x="27" y="19"/>
                      <a:pt x="30" y="20"/>
                      <a:pt x="32" y="22"/>
                    </a:cubicBezTo>
                    <a:cubicBezTo>
                      <a:pt x="34" y="23"/>
                      <a:pt x="32" y="25"/>
                      <a:pt x="31" y="27"/>
                    </a:cubicBezTo>
                    <a:cubicBezTo>
                      <a:pt x="29" y="28"/>
                      <a:pt x="29" y="31"/>
                      <a:pt x="28" y="33"/>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60" name="Freeform 6">
                <a:extLst>
                  <a:ext uri="{FF2B5EF4-FFF2-40B4-BE49-F238E27FC236}">
                    <a16:creationId xmlns:a16="http://schemas.microsoft.com/office/drawing/2014/main" id="{CC1FA68D-3307-481A-8E89-D3CB2E8693F4}"/>
                  </a:ext>
                </a:extLst>
              </p:cNvPr>
              <p:cNvSpPr>
                <a:spLocks/>
              </p:cNvSpPr>
              <p:nvPr/>
            </p:nvSpPr>
            <p:spPr bwMode="auto">
              <a:xfrm>
                <a:off x="12756799" y="2388393"/>
                <a:ext cx="307975" cy="463550"/>
              </a:xfrm>
              <a:custGeom>
                <a:avLst/>
                <a:gdLst>
                  <a:gd name="T0" fmla="*/ 33 w 72"/>
                  <a:gd name="T1" fmla="*/ 76 h 109"/>
                  <a:gd name="T2" fmla="*/ 44 w 72"/>
                  <a:gd name="T3" fmla="*/ 73 h 109"/>
                  <a:gd name="T4" fmla="*/ 59 w 72"/>
                  <a:gd name="T5" fmla="*/ 71 h 109"/>
                  <a:gd name="T6" fmla="*/ 69 w 72"/>
                  <a:gd name="T7" fmla="*/ 92 h 109"/>
                  <a:gd name="T8" fmla="*/ 66 w 72"/>
                  <a:gd name="T9" fmla="*/ 94 h 109"/>
                  <a:gd name="T10" fmla="*/ 49 w 72"/>
                  <a:gd name="T11" fmla="*/ 96 h 109"/>
                  <a:gd name="T12" fmla="*/ 28 w 72"/>
                  <a:gd name="T13" fmla="*/ 106 h 109"/>
                  <a:gd name="T14" fmla="*/ 16 w 72"/>
                  <a:gd name="T15" fmla="*/ 106 h 109"/>
                  <a:gd name="T16" fmla="*/ 1 w 72"/>
                  <a:gd name="T17" fmla="*/ 80 h 109"/>
                  <a:gd name="T18" fmla="*/ 2 w 72"/>
                  <a:gd name="T19" fmla="*/ 74 h 109"/>
                  <a:gd name="T20" fmla="*/ 23 w 72"/>
                  <a:gd name="T21" fmla="*/ 31 h 109"/>
                  <a:gd name="T22" fmla="*/ 22 w 72"/>
                  <a:gd name="T23" fmla="*/ 26 h 109"/>
                  <a:gd name="T24" fmla="*/ 12 w 72"/>
                  <a:gd name="T25" fmla="*/ 16 h 109"/>
                  <a:gd name="T26" fmla="*/ 15 w 72"/>
                  <a:gd name="T27" fmla="*/ 10 h 109"/>
                  <a:gd name="T28" fmla="*/ 32 w 72"/>
                  <a:gd name="T29" fmla="*/ 5 h 109"/>
                  <a:gd name="T30" fmla="*/ 60 w 72"/>
                  <a:gd name="T31" fmla="*/ 18 h 109"/>
                  <a:gd name="T32" fmla="*/ 59 w 72"/>
                  <a:gd name="T33" fmla="*/ 26 h 109"/>
                  <a:gd name="T34" fmla="*/ 52 w 72"/>
                  <a:gd name="T35" fmla="*/ 36 h 109"/>
                  <a:gd name="T36" fmla="*/ 34 w 72"/>
                  <a:gd name="T37" fmla="*/ 72 h 109"/>
                  <a:gd name="T38" fmla="*/ 33 w 72"/>
                  <a:gd name="T39" fmla="*/ 76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2" h="109">
                    <a:moveTo>
                      <a:pt x="33" y="76"/>
                    </a:moveTo>
                    <a:cubicBezTo>
                      <a:pt x="37" y="74"/>
                      <a:pt x="40" y="73"/>
                      <a:pt x="44" y="73"/>
                    </a:cubicBezTo>
                    <a:cubicBezTo>
                      <a:pt x="49" y="72"/>
                      <a:pt x="54" y="71"/>
                      <a:pt x="59" y="71"/>
                    </a:cubicBezTo>
                    <a:cubicBezTo>
                      <a:pt x="66" y="72"/>
                      <a:pt x="72" y="85"/>
                      <a:pt x="69" y="92"/>
                    </a:cubicBezTo>
                    <a:cubicBezTo>
                      <a:pt x="68" y="93"/>
                      <a:pt x="67" y="94"/>
                      <a:pt x="66" y="94"/>
                    </a:cubicBezTo>
                    <a:cubicBezTo>
                      <a:pt x="60" y="95"/>
                      <a:pt x="54" y="94"/>
                      <a:pt x="49" y="96"/>
                    </a:cubicBezTo>
                    <a:cubicBezTo>
                      <a:pt x="42" y="99"/>
                      <a:pt x="35" y="102"/>
                      <a:pt x="28" y="106"/>
                    </a:cubicBezTo>
                    <a:cubicBezTo>
                      <a:pt x="24" y="108"/>
                      <a:pt x="21" y="109"/>
                      <a:pt x="16" y="106"/>
                    </a:cubicBezTo>
                    <a:cubicBezTo>
                      <a:pt x="7" y="100"/>
                      <a:pt x="3" y="90"/>
                      <a:pt x="1" y="80"/>
                    </a:cubicBezTo>
                    <a:cubicBezTo>
                      <a:pt x="0" y="78"/>
                      <a:pt x="1" y="76"/>
                      <a:pt x="2" y="74"/>
                    </a:cubicBezTo>
                    <a:cubicBezTo>
                      <a:pt x="9" y="60"/>
                      <a:pt x="16" y="45"/>
                      <a:pt x="23" y="31"/>
                    </a:cubicBezTo>
                    <a:cubicBezTo>
                      <a:pt x="23" y="30"/>
                      <a:pt x="23" y="28"/>
                      <a:pt x="22" y="26"/>
                    </a:cubicBezTo>
                    <a:cubicBezTo>
                      <a:pt x="19" y="23"/>
                      <a:pt x="15" y="20"/>
                      <a:pt x="12" y="16"/>
                    </a:cubicBezTo>
                    <a:cubicBezTo>
                      <a:pt x="10" y="13"/>
                      <a:pt x="11" y="11"/>
                      <a:pt x="15" y="10"/>
                    </a:cubicBezTo>
                    <a:cubicBezTo>
                      <a:pt x="21" y="9"/>
                      <a:pt x="26" y="7"/>
                      <a:pt x="32" y="5"/>
                    </a:cubicBezTo>
                    <a:cubicBezTo>
                      <a:pt x="44" y="0"/>
                      <a:pt x="57" y="6"/>
                      <a:pt x="60" y="18"/>
                    </a:cubicBezTo>
                    <a:cubicBezTo>
                      <a:pt x="61" y="21"/>
                      <a:pt x="60" y="24"/>
                      <a:pt x="59" y="26"/>
                    </a:cubicBezTo>
                    <a:cubicBezTo>
                      <a:pt x="57" y="29"/>
                      <a:pt x="54" y="33"/>
                      <a:pt x="52" y="36"/>
                    </a:cubicBezTo>
                    <a:cubicBezTo>
                      <a:pt x="46" y="48"/>
                      <a:pt x="40" y="60"/>
                      <a:pt x="34" y="72"/>
                    </a:cubicBezTo>
                    <a:cubicBezTo>
                      <a:pt x="34" y="72"/>
                      <a:pt x="34" y="74"/>
                      <a:pt x="33" y="76"/>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grpSp>
            <p:nvGrpSpPr>
              <p:cNvPr id="61" name="组合 60">
                <a:extLst>
                  <a:ext uri="{FF2B5EF4-FFF2-40B4-BE49-F238E27FC236}">
                    <a16:creationId xmlns:a16="http://schemas.microsoft.com/office/drawing/2014/main" id="{C7A6E3E5-9A1F-4E06-9E71-F1D7E5C11C32}"/>
                  </a:ext>
                </a:extLst>
              </p:cNvPr>
              <p:cNvGrpSpPr/>
              <p:nvPr/>
            </p:nvGrpSpPr>
            <p:grpSpPr>
              <a:xfrm>
                <a:off x="10340336" y="2247899"/>
                <a:ext cx="547688" cy="679451"/>
                <a:chOff x="5548313" y="2084388"/>
                <a:chExt cx="547688" cy="679451"/>
              </a:xfrm>
              <a:grpFill/>
            </p:grpSpPr>
            <p:sp>
              <p:nvSpPr>
                <p:cNvPr id="66" name="Freeform 7">
                  <a:extLst>
                    <a:ext uri="{FF2B5EF4-FFF2-40B4-BE49-F238E27FC236}">
                      <a16:creationId xmlns:a16="http://schemas.microsoft.com/office/drawing/2014/main" id="{02368C72-9CA0-44B0-93EC-F396645A3423}"/>
                    </a:ext>
                  </a:extLst>
                </p:cNvPr>
                <p:cNvSpPr>
                  <a:spLocks/>
                </p:cNvSpPr>
                <p:nvPr/>
              </p:nvSpPr>
              <p:spPr bwMode="auto">
                <a:xfrm>
                  <a:off x="5548313" y="2084388"/>
                  <a:ext cx="547688" cy="446088"/>
                </a:xfrm>
                <a:custGeom>
                  <a:avLst/>
                  <a:gdLst>
                    <a:gd name="T0" fmla="*/ 101 w 128"/>
                    <a:gd name="T1" fmla="*/ 58 h 105"/>
                    <a:gd name="T2" fmla="*/ 74 w 128"/>
                    <a:gd name="T3" fmla="*/ 56 h 105"/>
                    <a:gd name="T4" fmla="*/ 68 w 128"/>
                    <a:gd name="T5" fmla="*/ 57 h 105"/>
                    <a:gd name="T6" fmla="*/ 51 w 128"/>
                    <a:gd name="T7" fmla="*/ 59 h 105"/>
                    <a:gd name="T8" fmla="*/ 36 w 128"/>
                    <a:gd name="T9" fmla="*/ 65 h 105"/>
                    <a:gd name="T10" fmla="*/ 28 w 128"/>
                    <a:gd name="T11" fmla="*/ 73 h 105"/>
                    <a:gd name="T12" fmla="*/ 16 w 128"/>
                    <a:gd name="T13" fmla="*/ 102 h 105"/>
                    <a:gd name="T14" fmla="*/ 13 w 128"/>
                    <a:gd name="T15" fmla="*/ 104 h 105"/>
                    <a:gd name="T16" fmla="*/ 1 w 128"/>
                    <a:gd name="T17" fmla="*/ 98 h 105"/>
                    <a:gd name="T18" fmla="*/ 0 w 128"/>
                    <a:gd name="T19" fmla="*/ 93 h 105"/>
                    <a:gd name="T20" fmla="*/ 15 w 128"/>
                    <a:gd name="T21" fmla="*/ 60 h 105"/>
                    <a:gd name="T22" fmla="*/ 16 w 128"/>
                    <a:gd name="T23" fmla="*/ 58 h 105"/>
                    <a:gd name="T24" fmla="*/ 20 w 128"/>
                    <a:gd name="T25" fmla="*/ 52 h 105"/>
                    <a:gd name="T26" fmla="*/ 32 w 128"/>
                    <a:gd name="T27" fmla="*/ 54 h 105"/>
                    <a:gd name="T28" fmla="*/ 39 w 128"/>
                    <a:gd name="T29" fmla="*/ 55 h 105"/>
                    <a:gd name="T30" fmla="*/ 72 w 128"/>
                    <a:gd name="T31" fmla="*/ 21 h 105"/>
                    <a:gd name="T32" fmla="*/ 74 w 128"/>
                    <a:gd name="T33" fmla="*/ 16 h 105"/>
                    <a:gd name="T34" fmla="*/ 74 w 128"/>
                    <a:gd name="T35" fmla="*/ 11 h 105"/>
                    <a:gd name="T36" fmla="*/ 71 w 128"/>
                    <a:gd name="T37" fmla="*/ 11 h 105"/>
                    <a:gd name="T38" fmla="*/ 68 w 128"/>
                    <a:gd name="T39" fmla="*/ 15 h 105"/>
                    <a:gd name="T40" fmla="*/ 68 w 128"/>
                    <a:gd name="T41" fmla="*/ 21 h 105"/>
                    <a:gd name="T42" fmla="*/ 59 w 128"/>
                    <a:gd name="T43" fmla="*/ 29 h 105"/>
                    <a:gd name="T44" fmla="*/ 53 w 128"/>
                    <a:gd name="T45" fmla="*/ 27 h 105"/>
                    <a:gd name="T46" fmla="*/ 47 w 128"/>
                    <a:gd name="T47" fmla="*/ 24 h 105"/>
                    <a:gd name="T48" fmla="*/ 47 w 128"/>
                    <a:gd name="T49" fmla="*/ 32 h 105"/>
                    <a:gd name="T50" fmla="*/ 47 w 128"/>
                    <a:gd name="T51" fmla="*/ 34 h 105"/>
                    <a:gd name="T52" fmla="*/ 43 w 128"/>
                    <a:gd name="T53" fmla="*/ 45 h 105"/>
                    <a:gd name="T54" fmla="*/ 31 w 128"/>
                    <a:gd name="T55" fmla="*/ 39 h 105"/>
                    <a:gd name="T56" fmla="*/ 29 w 128"/>
                    <a:gd name="T57" fmla="*/ 23 h 105"/>
                    <a:gd name="T58" fmla="*/ 33 w 128"/>
                    <a:gd name="T59" fmla="*/ 14 h 105"/>
                    <a:gd name="T60" fmla="*/ 36 w 128"/>
                    <a:gd name="T61" fmla="*/ 9 h 105"/>
                    <a:gd name="T62" fmla="*/ 42 w 128"/>
                    <a:gd name="T63" fmla="*/ 13 h 105"/>
                    <a:gd name="T64" fmla="*/ 44 w 128"/>
                    <a:gd name="T65" fmla="*/ 16 h 105"/>
                    <a:gd name="T66" fmla="*/ 57 w 128"/>
                    <a:gd name="T67" fmla="*/ 14 h 105"/>
                    <a:gd name="T68" fmla="*/ 62 w 128"/>
                    <a:gd name="T69" fmla="*/ 11 h 105"/>
                    <a:gd name="T70" fmla="*/ 84 w 128"/>
                    <a:gd name="T71" fmla="*/ 0 h 105"/>
                    <a:gd name="T72" fmla="*/ 96 w 128"/>
                    <a:gd name="T73" fmla="*/ 7 h 105"/>
                    <a:gd name="T74" fmla="*/ 96 w 128"/>
                    <a:gd name="T75" fmla="*/ 20 h 105"/>
                    <a:gd name="T76" fmla="*/ 83 w 128"/>
                    <a:gd name="T77" fmla="*/ 43 h 105"/>
                    <a:gd name="T78" fmla="*/ 94 w 128"/>
                    <a:gd name="T79" fmla="*/ 44 h 105"/>
                    <a:gd name="T80" fmla="*/ 122 w 128"/>
                    <a:gd name="T81" fmla="*/ 59 h 105"/>
                    <a:gd name="T82" fmla="*/ 120 w 128"/>
                    <a:gd name="T83" fmla="*/ 73 h 105"/>
                    <a:gd name="T84" fmla="*/ 98 w 128"/>
                    <a:gd name="T85" fmla="*/ 73 h 105"/>
                    <a:gd name="T86" fmla="*/ 97 w 128"/>
                    <a:gd name="T87" fmla="*/ 66 h 105"/>
                    <a:gd name="T88" fmla="*/ 101 w 128"/>
                    <a:gd name="T89" fmla="*/ 58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8" h="105">
                      <a:moveTo>
                        <a:pt x="101" y="58"/>
                      </a:moveTo>
                      <a:cubicBezTo>
                        <a:pt x="94" y="52"/>
                        <a:pt x="81" y="52"/>
                        <a:pt x="74" y="56"/>
                      </a:cubicBezTo>
                      <a:cubicBezTo>
                        <a:pt x="73" y="57"/>
                        <a:pt x="70" y="58"/>
                        <a:pt x="68" y="57"/>
                      </a:cubicBezTo>
                      <a:cubicBezTo>
                        <a:pt x="62" y="56"/>
                        <a:pt x="57" y="57"/>
                        <a:pt x="51" y="59"/>
                      </a:cubicBezTo>
                      <a:cubicBezTo>
                        <a:pt x="46" y="61"/>
                        <a:pt x="41" y="63"/>
                        <a:pt x="36" y="65"/>
                      </a:cubicBezTo>
                      <a:cubicBezTo>
                        <a:pt x="32" y="67"/>
                        <a:pt x="29" y="69"/>
                        <a:pt x="28" y="73"/>
                      </a:cubicBezTo>
                      <a:cubicBezTo>
                        <a:pt x="24" y="82"/>
                        <a:pt x="20" y="92"/>
                        <a:pt x="16" y="102"/>
                      </a:cubicBezTo>
                      <a:cubicBezTo>
                        <a:pt x="16" y="103"/>
                        <a:pt x="14" y="105"/>
                        <a:pt x="13" y="104"/>
                      </a:cubicBezTo>
                      <a:cubicBezTo>
                        <a:pt x="9" y="103"/>
                        <a:pt x="5" y="100"/>
                        <a:pt x="1" y="98"/>
                      </a:cubicBezTo>
                      <a:cubicBezTo>
                        <a:pt x="0" y="97"/>
                        <a:pt x="0" y="95"/>
                        <a:pt x="0" y="93"/>
                      </a:cubicBezTo>
                      <a:cubicBezTo>
                        <a:pt x="5" y="82"/>
                        <a:pt x="10" y="71"/>
                        <a:pt x="15" y="60"/>
                      </a:cubicBezTo>
                      <a:cubicBezTo>
                        <a:pt x="15" y="59"/>
                        <a:pt x="16" y="59"/>
                        <a:pt x="16" y="58"/>
                      </a:cubicBezTo>
                      <a:cubicBezTo>
                        <a:pt x="18" y="56"/>
                        <a:pt x="19" y="52"/>
                        <a:pt x="20" y="52"/>
                      </a:cubicBezTo>
                      <a:cubicBezTo>
                        <a:pt x="24" y="52"/>
                        <a:pt x="29" y="52"/>
                        <a:pt x="32" y="54"/>
                      </a:cubicBezTo>
                      <a:cubicBezTo>
                        <a:pt x="35" y="55"/>
                        <a:pt x="36" y="56"/>
                        <a:pt x="39" y="55"/>
                      </a:cubicBezTo>
                      <a:cubicBezTo>
                        <a:pt x="57" y="50"/>
                        <a:pt x="66" y="37"/>
                        <a:pt x="72" y="21"/>
                      </a:cubicBezTo>
                      <a:cubicBezTo>
                        <a:pt x="72" y="20"/>
                        <a:pt x="73" y="18"/>
                        <a:pt x="74" y="16"/>
                      </a:cubicBezTo>
                      <a:cubicBezTo>
                        <a:pt x="74" y="14"/>
                        <a:pt x="74" y="13"/>
                        <a:pt x="74" y="11"/>
                      </a:cubicBezTo>
                      <a:cubicBezTo>
                        <a:pt x="74" y="11"/>
                        <a:pt x="72" y="10"/>
                        <a:pt x="71" y="11"/>
                      </a:cubicBezTo>
                      <a:cubicBezTo>
                        <a:pt x="70" y="12"/>
                        <a:pt x="68" y="13"/>
                        <a:pt x="68" y="15"/>
                      </a:cubicBezTo>
                      <a:cubicBezTo>
                        <a:pt x="67" y="17"/>
                        <a:pt x="68" y="19"/>
                        <a:pt x="68" y="21"/>
                      </a:cubicBezTo>
                      <a:cubicBezTo>
                        <a:pt x="69" y="28"/>
                        <a:pt x="68" y="30"/>
                        <a:pt x="59" y="29"/>
                      </a:cubicBezTo>
                      <a:cubicBezTo>
                        <a:pt x="57" y="29"/>
                        <a:pt x="55" y="28"/>
                        <a:pt x="53" y="27"/>
                      </a:cubicBezTo>
                      <a:cubicBezTo>
                        <a:pt x="51" y="26"/>
                        <a:pt x="49" y="25"/>
                        <a:pt x="47" y="24"/>
                      </a:cubicBezTo>
                      <a:cubicBezTo>
                        <a:pt x="47" y="27"/>
                        <a:pt x="47" y="29"/>
                        <a:pt x="47" y="32"/>
                      </a:cubicBezTo>
                      <a:cubicBezTo>
                        <a:pt x="47" y="33"/>
                        <a:pt x="47" y="33"/>
                        <a:pt x="47" y="34"/>
                      </a:cubicBezTo>
                      <a:cubicBezTo>
                        <a:pt x="47" y="38"/>
                        <a:pt x="48" y="43"/>
                        <a:pt x="43" y="45"/>
                      </a:cubicBezTo>
                      <a:cubicBezTo>
                        <a:pt x="39" y="46"/>
                        <a:pt x="34" y="44"/>
                        <a:pt x="31" y="39"/>
                      </a:cubicBezTo>
                      <a:cubicBezTo>
                        <a:pt x="28" y="34"/>
                        <a:pt x="25" y="29"/>
                        <a:pt x="29" y="23"/>
                      </a:cubicBezTo>
                      <a:cubicBezTo>
                        <a:pt x="31" y="20"/>
                        <a:pt x="31" y="17"/>
                        <a:pt x="33" y="14"/>
                      </a:cubicBezTo>
                      <a:cubicBezTo>
                        <a:pt x="34" y="12"/>
                        <a:pt x="35" y="9"/>
                        <a:pt x="36" y="9"/>
                      </a:cubicBezTo>
                      <a:cubicBezTo>
                        <a:pt x="38" y="10"/>
                        <a:pt x="40" y="11"/>
                        <a:pt x="42" y="13"/>
                      </a:cubicBezTo>
                      <a:cubicBezTo>
                        <a:pt x="42" y="13"/>
                        <a:pt x="43" y="15"/>
                        <a:pt x="44" y="16"/>
                      </a:cubicBezTo>
                      <a:cubicBezTo>
                        <a:pt x="48" y="13"/>
                        <a:pt x="52" y="11"/>
                        <a:pt x="57" y="14"/>
                      </a:cubicBezTo>
                      <a:cubicBezTo>
                        <a:pt x="58" y="15"/>
                        <a:pt x="61" y="13"/>
                        <a:pt x="62" y="11"/>
                      </a:cubicBezTo>
                      <a:cubicBezTo>
                        <a:pt x="69" y="5"/>
                        <a:pt x="75" y="0"/>
                        <a:pt x="84" y="0"/>
                      </a:cubicBezTo>
                      <a:cubicBezTo>
                        <a:pt x="89" y="0"/>
                        <a:pt x="93" y="2"/>
                        <a:pt x="96" y="7"/>
                      </a:cubicBezTo>
                      <a:cubicBezTo>
                        <a:pt x="99" y="11"/>
                        <a:pt x="98" y="15"/>
                        <a:pt x="96" y="20"/>
                      </a:cubicBezTo>
                      <a:cubicBezTo>
                        <a:pt x="91" y="27"/>
                        <a:pt x="87" y="35"/>
                        <a:pt x="83" y="43"/>
                      </a:cubicBezTo>
                      <a:cubicBezTo>
                        <a:pt x="88" y="43"/>
                        <a:pt x="91" y="44"/>
                        <a:pt x="94" y="44"/>
                      </a:cubicBezTo>
                      <a:cubicBezTo>
                        <a:pt x="105" y="46"/>
                        <a:pt x="115" y="50"/>
                        <a:pt x="122" y="59"/>
                      </a:cubicBezTo>
                      <a:cubicBezTo>
                        <a:pt x="128" y="65"/>
                        <a:pt x="127" y="68"/>
                        <a:pt x="120" y="73"/>
                      </a:cubicBezTo>
                      <a:cubicBezTo>
                        <a:pt x="113" y="77"/>
                        <a:pt x="105" y="77"/>
                        <a:pt x="98" y="73"/>
                      </a:cubicBezTo>
                      <a:cubicBezTo>
                        <a:pt x="95" y="71"/>
                        <a:pt x="95" y="69"/>
                        <a:pt x="97" y="66"/>
                      </a:cubicBezTo>
                      <a:cubicBezTo>
                        <a:pt x="98" y="64"/>
                        <a:pt x="100" y="61"/>
                        <a:pt x="101" y="5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7" name="Freeform 8">
                  <a:extLst>
                    <a:ext uri="{FF2B5EF4-FFF2-40B4-BE49-F238E27FC236}">
                      <a16:creationId xmlns:a16="http://schemas.microsoft.com/office/drawing/2014/main" id="{68AB8704-3F31-41E0-B209-31D0A83BAA2E}"/>
                    </a:ext>
                  </a:extLst>
                </p:cNvPr>
                <p:cNvSpPr>
                  <a:spLocks/>
                </p:cNvSpPr>
                <p:nvPr/>
              </p:nvSpPr>
              <p:spPr bwMode="auto">
                <a:xfrm>
                  <a:off x="5664200" y="2355851"/>
                  <a:ext cx="341313" cy="407988"/>
                </a:xfrm>
                <a:custGeom>
                  <a:avLst/>
                  <a:gdLst>
                    <a:gd name="T0" fmla="*/ 46 w 80"/>
                    <a:gd name="T1" fmla="*/ 29 h 96"/>
                    <a:gd name="T2" fmla="*/ 65 w 80"/>
                    <a:gd name="T3" fmla="*/ 29 h 96"/>
                    <a:gd name="T4" fmla="*/ 79 w 80"/>
                    <a:gd name="T5" fmla="*/ 41 h 96"/>
                    <a:gd name="T6" fmla="*/ 74 w 80"/>
                    <a:gd name="T7" fmla="*/ 43 h 96"/>
                    <a:gd name="T8" fmla="*/ 60 w 80"/>
                    <a:gd name="T9" fmla="*/ 43 h 96"/>
                    <a:gd name="T10" fmla="*/ 52 w 80"/>
                    <a:gd name="T11" fmla="*/ 50 h 96"/>
                    <a:gd name="T12" fmla="*/ 49 w 80"/>
                    <a:gd name="T13" fmla="*/ 87 h 96"/>
                    <a:gd name="T14" fmla="*/ 37 w 80"/>
                    <a:gd name="T15" fmla="*/ 95 h 96"/>
                    <a:gd name="T16" fmla="*/ 21 w 80"/>
                    <a:gd name="T17" fmla="*/ 68 h 96"/>
                    <a:gd name="T18" fmla="*/ 22 w 80"/>
                    <a:gd name="T19" fmla="*/ 62 h 96"/>
                    <a:gd name="T20" fmla="*/ 30 w 80"/>
                    <a:gd name="T21" fmla="*/ 72 h 96"/>
                    <a:gd name="T22" fmla="*/ 40 w 80"/>
                    <a:gd name="T23" fmla="*/ 70 h 96"/>
                    <a:gd name="T24" fmla="*/ 43 w 80"/>
                    <a:gd name="T25" fmla="*/ 46 h 96"/>
                    <a:gd name="T26" fmla="*/ 24 w 80"/>
                    <a:gd name="T27" fmla="*/ 52 h 96"/>
                    <a:gd name="T28" fmla="*/ 19 w 80"/>
                    <a:gd name="T29" fmla="*/ 54 h 96"/>
                    <a:gd name="T30" fmla="*/ 6 w 80"/>
                    <a:gd name="T31" fmla="*/ 54 h 96"/>
                    <a:gd name="T32" fmla="*/ 2 w 80"/>
                    <a:gd name="T33" fmla="*/ 40 h 96"/>
                    <a:gd name="T34" fmla="*/ 6 w 80"/>
                    <a:gd name="T35" fmla="*/ 37 h 96"/>
                    <a:gd name="T36" fmla="*/ 28 w 80"/>
                    <a:gd name="T37" fmla="*/ 33 h 96"/>
                    <a:gd name="T38" fmla="*/ 33 w 80"/>
                    <a:gd name="T39" fmla="*/ 32 h 96"/>
                    <a:gd name="T40" fmla="*/ 36 w 80"/>
                    <a:gd name="T41" fmla="*/ 22 h 96"/>
                    <a:gd name="T42" fmla="*/ 46 w 80"/>
                    <a:gd name="T43" fmla="*/ 12 h 96"/>
                    <a:gd name="T44" fmla="*/ 45 w 80"/>
                    <a:gd name="T45" fmla="*/ 10 h 96"/>
                    <a:gd name="T46" fmla="*/ 26 w 80"/>
                    <a:gd name="T47" fmla="*/ 17 h 96"/>
                    <a:gd name="T48" fmla="*/ 15 w 80"/>
                    <a:gd name="T49" fmla="*/ 24 h 96"/>
                    <a:gd name="T50" fmla="*/ 5 w 80"/>
                    <a:gd name="T51" fmla="*/ 22 h 96"/>
                    <a:gd name="T52" fmla="*/ 1 w 80"/>
                    <a:gd name="T53" fmla="*/ 17 h 96"/>
                    <a:gd name="T54" fmla="*/ 36 w 80"/>
                    <a:gd name="T55" fmla="*/ 2 h 96"/>
                    <a:gd name="T56" fmla="*/ 55 w 80"/>
                    <a:gd name="T57" fmla="*/ 0 h 96"/>
                    <a:gd name="T58" fmla="*/ 61 w 80"/>
                    <a:gd name="T59" fmla="*/ 6 h 96"/>
                    <a:gd name="T60" fmla="*/ 59 w 80"/>
                    <a:gd name="T61" fmla="*/ 13 h 96"/>
                    <a:gd name="T62" fmla="*/ 46 w 80"/>
                    <a:gd name="T63" fmla="*/ 29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 h="96">
                      <a:moveTo>
                        <a:pt x="46" y="29"/>
                      </a:moveTo>
                      <a:cubicBezTo>
                        <a:pt x="53" y="30"/>
                        <a:pt x="59" y="31"/>
                        <a:pt x="65" y="29"/>
                      </a:cubicBezTo>
                      <a:cubicBezTo>
                        <a:pt x="71" y="27"/>
                        <a:pt x="80" y="34"/>
                        <a:pt x="79" y="41"/>
                      </a:cubicBezTo>
                      <a:cubicBezTo>
                        <a:pt x="79" y="42"/>
                        <a:pt x="76" y="43"/>
                        <a:pt x="74" y="43"/>
                      </a:cubicBezTo>
                      <a:cubicBezTo>
                        <a:pt x="70" y="43"/>
                        <a:pt x="65" y="43"/>
                        <a:pt x="60" y="43"/>
                      </a:cubicBezTo>
                      <a:cubicBezTo>
                        <a:pt x="53" y="42"/>
                        <a:pt x="52" y="44"/>
                        <a:pt x="52" y="50"/>
                      </a:cubicBezTo>
                      <a:cubicBezTo>
                        <a:pt x="51" y="62"/>
                        <a:pt x="51" y="75"/>
                        <a:pt x="49" y="87"/>
                      </a:cubicBezTo>
                      <a:cubicBezTo>
                        <a:pt x="48" y="95"/>
                        <a:pt x="45" y="96"/>
                        <a:pt x="37" y="95"/>
                      </a:cubicBezTo>
                      <a:cubicBezTo>
                        <a:pt x="25" y="92"/>
                        <a:pt x="15" y="82"/>
                        <a:pt x="21" y="68"/>
                      </a:cubicBezTo>
                      <a:cubicBezTo>
                        <a:pt x="21" y="66"/>
                        <a:pt x="21" y="64"/>
                        <a:pt x="22" y="62"/>
                      </a:cubicBezTo>
                      <a:cubicBezTo>
                        <a:pt x="24" y="65"/>
                        <a:pt x="27" y="69"/>
                        <a:pt x="30" y="72"/>
                      </a:cubicBezTo>
                      <a:cubicBezTo>
                        <a:pt x="33" y="76"/>
                        <a:pt x="39" y="75"/>
                        <a:pt x="40" y="70"/>
                      </a:cubicBezTo>
                      <a:cubicBezTo>
                        <a:pt x="41" y="62"/>
                        <a:pt x="42" y="54"/>
                        <a:pt x="43" y="46"/>
                      </a:cubicBezTo>
                      <a:cubicBezTo>
                        <a:pt x="35" y="45"/>
                        <a:pt x="30" y="49"/>
                        <a:pt x="24" y="52"/>
                      </a:cubicBezTo>
                      <a:cubicBezTo>
                        <a:pt x="22" y="52"/>
                        <a:pt x="21" y="54"/>
                        <a:pt x="19" y="54"/>
                      </a:cubicBezTo>
                      <a:cubicBezTo>
                        <a:pt x="14" y="58"/>
                        <a:pt x="11" y="57"/>
                        <a:pt x="6" y="54"/>
                      </a:cubicBezTo>
                      <a:cubicBezTo>
                        <a:pt x="3" y="51"/>
                        <a:pt x="0" y="44"/>
                        <a:pt x="2" y="40"/>
                      </a:cubicBezTo>
                      <a:cubicBezTo>
                        <a:pt x="2" y="39"/>
                        <a:pt x="5" y="37"/>
                        <a:pt x="6" y="37"/>
                      </a:cubicBezTo>
                      <a:cubicBezTo>
                        <a:pt x="14" y="39"/>
                        <a:pt x="20" y="35"/>
                        <a:pt x="28" y="33"/>
                      </a:cubicBezTo>
                      <a:cubicBezTo>
                        <a:pt x="29" y="33"/>
                        <a:pt x="31" y="32"/>
                        <a:pt x="33" y="32"/>
                      </a:cubicBezTo>
                      <a:cubicBezTo>
                        <a:pt x="31" y="27"/>
                        <a:pt x="31" y="24"/>
                        <a:pt x="36" y="22"/>
                      </a:cubicBezTo>
                      <a:cubicBezTo>
                        <a:pt x="39" y="19"/>
                        <a:pt x="42" y="15"/>
                        <a:pt x="46" y="12"/>
                      </a:cubicBezTo>
                      <a:cubicBezTo>
                        <a:pt x="45" y="11"/>
                        <a:pt x="45" y="11"/>
                        <a:pt x="45" y="10"/>
                      </a:cubicBezTo>
                      <a:cubicBezTo>
                        <a:pt x="38" y="13"/>
                        <a:pt x="32" y="15"/>
                        <a:pt x="26" y="17"/>
                      </a:cubicBezTo>
                      <a:cubicBezTo>
                        <a:pt x="22" y="19"/>
                        <a:pt x="18" y="22"/>
                        <a:pt x="15" y="24"/>
                      </a:cubicBezTo>
                      <a:cubicBezTo>
                        <a:pt x="11" y="26"/>
                        <a:pt x="7" y="27"/>
                        <a:pt x="5" y="22"/>
                      </a:cubicBezTo>
                      <a:cubicBezTo>
                        <a:pt x="4" y="20"/>
                        <a:pt x="3" y="19"/>
                        <a:pt x="1" y="17"/>
                      </a:cubicBezTo>
                      <a:cubicBezTo>
                        <a:pt x="13" y="12"/>
                        <a:pt x="25" y="6"/>
                        <a:pt x="36" y="2"/>
                      </a:cubicBezTo>
                      <a:cubicBezTo>
                        <a:pt x="42" y="0"/>
                        <a:pt x="49" y="0"/>
                        <a:pt x="55" y="0"/>
                      </a:cubicBezTo>
                      <a:cubicBezTo>
                        <a:pt x="57" y="0"/>
                        <a:pt x="60" y="4"/>
                        <a:pt x="61" y="6"/>
                      </a:cubicBezTo>
                      <a:cubicBezTo>
                        <a:pt x="62" y="8"/>
                        <a:pt x="61" y="11"/>
                        <a:pt x="59" y="13"/>
                      </a:cubicBezTo>
                      <a:cubicBezTo>
                        <a:pt x="55" y="18"/>
                        <a:pt x="51" y="23"/>
                        <a:pt x="46"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62" name="组合 61">
                <a:extLst>
                  <a:ext uri="{FF2B5EF4-FFF2-40B4-BE49-F238E27FC236}">
                    <a16:creationId xmlns:a16="http://schemas.microsoft.com/office/drawing/2014/main" id="{B92E7EB9-3312-4310-B5FA-50F0FA6CFB99}"/>
                  </a:ext>
                </a:extLst>
              </p:cNvPr>
              <p:cNvGrpSpPr/>
              <p:nvPr/>
            </p:nvGrpSpPr>
            <p:grpSpPr>
              <a:xfrm>
                <a:off x="11192276" y="2400300"/>
                <a:ext cx="322175" cy="373063"/>
                <a:chOff x="3792874" y="3138488"/>
                <a:chExt cx="322175" cy="373063"/>
              </a:xfrm>
              <a:grpFill/>
            </p:grpSpPr>
            <p:sp>
              <p:nvSpPr>
                <p:cNvPr id="63" name="Freeform 15">
                  <a:extLst>
                    <a:ext uri="{FF2B5EF4-FFF2-40B4-BE49-F238E27FC236}">
                      <a16:creationId xmlns:a16="http://schemas.microsoft.com/office/drawing/2014/main" id="{4A24723D-38DD-4916-B1AF-76A903317407}"/>
                    </a:ext>
                  </a:extLst>
                </p:cNvPr>
                <p:cNvSpPr>
                  <a:spLocks/>
                </p:cNvSpPr>
                <p:nvPr/>
              </p:nvSpPr>
              <p:spPr bwMode="auto">
                <a:xfrm>
                  <a:off x="3792874" y="3235325"/>
                  <a:ext cx="112625" cy="246063"/>
                </a:xfrm>
                <a:custGeom>
                  <a:avLst/>
                  <a:gdLst>
                    <a:gd name="T0" fmla="*/ 16 w 39"/>
                    <a:gd name="T1" fmla="*/ 29 h 58"/>
                    <a:gd name="T2" fmla="*/ 27 w 39"/>
                    <a:gd name="T3" fmla="*/ 7 h 58"/>
                    <a:gd name="T4" fmla="*/ 31 w 39"/>
                    <a:gd name="T5" fmla="*/ 1 h 58"/>
                    <a:gd name="T6" fmla="*/ 34 w 39"/>
                    <a:gd name="T7" fmla="*/ 6 h 58"/>
                    <a:gd name="T8" fmla="*/ 35 w 39"/>
                    <a:gd name="T9" fmla="*/ 26 h 58"/>
                    <a:gd name="T10" fmla="*/ 20 w 39"/>
                    <a:gd name="T11" fmla="*/ 52 h 58"/>
                    <a:gd name="T12" fmla="*/ 9 w 39"/>
                    <a:gd name="T13" fmla="*/ 57 h 58"/>
                    <a:gd name="T14" fmla="*/ 1 w 39"/>
                    <a:gd name="T15" fmla="*/ 43 h 58"/>
                    <a:gd name="T16" fmla="*/ 4 w 39"/>
                    <a:gd name="T17" fmla="*/ 6 h 58"/>
                    <a:gd name="T18" fmla="*/ 8 w 39"/>
                    <a:gd name="T19" fmla="*/ 0 h 58"/>
                    <a:gd name="T20" fmla="*/ 15 w 39"/>
                    <a:gd name="T21" fmla="*/ 6 h 58"/>
                    <a:gd name="T22" fmla="*/ 14 w 39"/>
                    <a:gd name="T23" fmla="*/ 20 h 58"/>
                    <a:gd name="T24" fmla="*/ 14 w 39"/>
                    <a:gd name="T25" fmla="*/ 28 h 58"/>
                    <a:gd name="T26" fmla="*/ 16 w 39"/>
                    <a:gd name="T27" fmla="*/ 29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9" h="58">
                      <a:moveTo>
                        <a:pt x="16" y="29"/>
                      </a:moveTo>
                      <a:cubicBezTo>
                        <a:pt x="19" y="21"/>
                        <a:pt x="23" y="14"/>
                        <a:pt x="27" y="7"/>
                      </a:cubicBezTo>
                      <a:cubicBezTo>
                        <a:pt x="28" y="5"/>
                        <a:pt x="29" y="3"/>
                        <a:pt x="31" y="1"/>
                      </a:cubicBezTo>
                      <a:cubicBezTo>
                        <a:pt x="32" y="3"/>
                        <a:pt x="33" y="4"/>
                        <a:pt x="34" y="6"/>
                      </a:cubicBezTo>
                      <a:cubicBezTo>
                        <a:pt x="37" y="12"/>
                        <a:pt x="39" y="19"/>
                        <a:pt x="35" y="26"/>
                      </a:cubicBezTo>
                      <a:cubicBezTo>
                        <a:pt x="30" y="34"/>
                        <a:pt x="25" y="43"/>
                        <a:pt x="20" y="52"/>
                      </a:cubicBezTo>
                      <a:cubicBezTo>
                        <a:pt x="18" y="56"/>
                        <a:pt x="12" y="58"/>
                        <a:pt x="9" y="57"/>
                      </a:cubicBezTo>
                      <a:cubicBezTo>
                        <a:pt x="2" y="54"/>
                        <a:pt x="0" y="50"/>
                        <a:pt x="1" y="43"/>
                      </a:cubicBezTo>
                      <a:cubicBezTo>
                        <a:pt x="2" y="31"/>
                        <a:pt x="3" y="18"/>
                        <a:pt x="4" y="6"/>
                      </a:cubicBezTo>
                      <a:cubicBezTo>
                        <a:pt x="4" y="4"/>
                        <a:pt x="4" y="0"/>
                        <a:pt x="8" y="0"/>
                      </a:cubicBezTo>
                      <a:cubicBezTo>
                        <a:pt x="11" y="0"/>
                        <a:pt x="15" y="1"/>
                        <a:pt x="15" y="6"/>
                      </a:cubicBezTo>
                      <a:cubicBezTo>
                        <a:pt x="15" y="10"/>
                        <a:pt x="14" y="15"/>
                        <a:pt x="14" y="20"/>
                      </a:cubicBezTo>
                      <a:cubicBezTo>
                        <a:pt x="14" y="23"/>
                        <a:pt x="14" y="25"/>
                        <a:pt x="14" y="28"/>
                      </a:cubicBezTo>
                      <a:cubicBezTo>
                        <a:pt x="14" y="28"/>
                        <a:pt x="15" y="28"/>
                        <a:pt x="16"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4" name="Freeform 16">
                  <a:extLst>
                    <a:ext uri="{FF2B5EF4-FFF2-40B4-BE49-F238E27FC236}">
                      <a16:creationId xmlns:a16="http://schemas.microsoft.com/office/drawing/2014/main" id="{FB4C6AFE-87EF-4FB7-829C-F7529116EE44}"/>
                    </a:ext>
                  </a:extLst>
                </p:cNvPr>
                <p:cNvSpPr>
                  <a:spLocks/>
                </p:cNvSpPr>
                <p:nvPr/>
              </p:nvSpPr>
              <p:spPr bwMode="auto">
                <a:xfrm>
                  <a:off x="3980111" y="3138488"/>
                  <a:ext cx="134938" cy="373063"/>
                </a:xfrm>
                <a:custGeom>
                  <a:avLst/>
                  <a:gdLst>
                    <a:gd name="T0" fmla="*/ 9 w 47"/>
                    <a:gd name="T1" fmla="*/ 73 h 88"/>
                    <a:gd name="T2" fmla="*/ 3 w 47"/>
                    <a:gd name="T3" fmla="*/ 67 h 88"/>
                    <a:gd name="T4" fmla="*/ 3 w 47"/>
                    <a:gd name="T5" fmla="*/ 57 h 88"/>
                    <a:gd name="T6" fmla="*/ 20 w 47"/>
                    <a:gd name="T7" fmla="*/ 38 h 88"/>
                    <a:gd name="T8" fmla="*/ 33 w 47"/>
                    <a:gd name="T9" fmla="*/ 20 h 88"/>
                    <a:gd name="T10" fmla="*/ 33 w 47"/>
                    <a:gd name="T11" fmla="*/ 4 h 88"/>
                    <a:gd name="T12" fmla="*/ 32 w 47"/>
                    <a:gd name="T13" fmla="*/ 1 h 88"/>
                    <a:gd name="T14" fmla="*/ 33 w 47"/>
                    <a:gd name="T15" fmla="*/ 0 h 88"/>
                    <a:gd name="T16" fmla="*/ 41 w 47"/>
                    <a:gd name="T17" fmla="*/ 6 h 88"/>
                    <a:gd name="T18" fmla="*/ 43 w 47"/>
                    <a:gd name="T19" fmla="*/ 26 h 88"/>
                    <a:gd name="T20" fmla="*/ 29 w 47"/>
                    <a:gd name="T21" fmla="*/ 48 h 88"/>
                    <a:gd name="T22" fmla="*/ 30 w 47"/>
                    <a:gd name="T23" fmla="*/ 52 h 88"/>
                    <a:gd name="T24" fmla="*/ 40 w 47"/>
                    <a:gd name="T25" fmla="*/ 73 h 88"/>
                    <a:gd name="T26" fmla="*/ 41 w 47"/>
                    <a:gd name="T27" fmla="*/ 84 h 88"/>
                    <a:gd name="T28" fmla="*/ 37 w 47"/>
                    <a:gd name="T29" fmla="*/ 86 h 88"/>
                    <a:gd name="T30" fmla="*/ 31 w 47"/>
                    <a:gd name="T31" fmla="*/ 75 h 88"/>
                    <a:gd name="T32" fmla="*/ 28 w 47"/>
                    <a:gd name="T33" fmla="*/ 60 h 88"/>
                    <a:gd name="T34" fmla="*/ 22 w 47"/>
                    <a:gd name="T35" fmla="*/ 59 h 88"/>
                    <a:gd name="T36" fmla="*/ 9 w 47"/>
                    <a:gd name="T37" fmla="*/ 73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7" h="88">
                      <a:moveTo>
                        <a:pt x="9" y="73"/>
                      </a:moveTo>
                      <a:cubicBezTo>
                        <a:pt x="7" y="71"/>
                        <a:pt x="5" y="69"/>
                        <a:pt x="3" y="67"/>
                      </a:cubicBezTo>
                      <a:cubicBezTo>
                        <a:pt x="1" y="64"/>
                        <a:pt x="0" y="61"/>
                        <a:pt x="3" y="57"/>
                      </a:cubicBezTo>
                      <a:cubicBezTo>
                        <a:pt x="9" y="51"/>
                        <a:pt x="14" y="45"/>
                        <a:pt x="20" y="38"/>
                      </a:cubicBezTo>
                      <a:cubicBezTo>
                        <a:pt x="24" y="32"/>
                        <a:pt x="28" y="26"/>
                        <a:pt x="33" y="20"/>
                      </a:cubicBezTo>
                      <a:cubicBezTo>
                        <a:pt x="36" y="15"/>
                        <a:pt x="36" y="9"/>
                        <a:pt x="33" y="4"/>
                      </a:cubicBezTo>
                      <a:cubicBezTo>
                        <a:pt x="32" y="3"/>
                        <a:pt x="32" y="2"/>
                        <a:pt x="32" y="1"/>
                      </a:cubicBezTo>
                      <a:cubicBezTo>
                        <a:pt x="32" y="1"/>
                        <a:pt x="33" y="0"/>
                        <a:pt x="33" y="0"/>
                      </a:cubicBezTo>
                      <a:cubicBezTo>
                        <a:pt x="36" y="2"/>
                        <a:pt x="39" y="4"/>
                        <a:pt x="41" y="6"/>
                      </a:cubicBezTo>
                      <a:cubicBezTo>
                        <a:pt x="46" y="11"/>
                        <a:pt x="47" y="20"/>
                        <a:pt x="43" y="26"/>
                      </a:cubicBezTo>
                      <a:cubicBezTo>
                        <a:pt x="39" y="33"/>
                        <a:pt x="34" y="40"/>
                        <a:pt x="29" y="48"/>
                      </a:cubicBezTo>
                      <a:cubicBezTo>
                        <a:pt x="29" y="49"/>
                        <a:pt x="29" y="52"/>
                        <a:pt x="30" y="52"/>
                      </a:cubicBezTo>
                      <a:cubicBezTo>
                        <a:pt x="38" y="57"/>
                        <a:pt x="38" y="65"/>
                        <a:pt x="40" y="73"/>
                      </a:cubicBezTo>
                      <a:cubicBezTo>
                        <a:pt x="41" y="76"/>
                        <a:pt x="41" y="80"/>
                        <a:pt x="41" y="84"/>
                      </a:cubicBezTo>
                      <a:cubicBezTo>
                        <a:pt x="41" y="87"/>
                        <a:pt x="39" y="88"/>
                        <a:pt x="37" y="86"/>
                      </a:cubicBezTo>
                      <a:cubicBezTo>
                        <a:pt x="33" y="83"/>
                        <a:pt x="31" y="81"/>
                        <a:pt x="31" y="75"/>
                      </a:cubicBezTo>
                      <a:cubicBezTo>
                        <a:pt x="31" y="70"/>
                        <a:pt x="30" y="65"/>
                        <a:pt x="28" y="60"/>
                      </a:cubicBezTo>
                      <a:cubicBezTo>
                        <a:pt x="27" y="55"/>
                        <a:pt x="25" y="56"/>
                        <a:pt x="22" y="59"/>
                      </a:cubicBezTo>
                      <a:cubicBezTo>
                        <a:pt x="18" y="64"/>
                        <a:pt x="14" y="68"/>
                        <a:pt x="9"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5" name="Freeform 17">
                  <a:extLst>
                    <a:ext uri="{FF2B5EF4-FFF2-40B4-BE49-F238E27FC236}">
                      <a16:creationId xmlns:a16="http://schemas.microsoft.com/office/drawing/2014/main" id="{7BBE01C1-D3BA-489E-BE5E-C63059DA7AF9}"/>
                    </a:ext>
                  </a:extLst>
                </p:cNvPr>
                <p:cNvSpPr>
                  <a:spLocks/>
                </p:cNvSpPr>
                <p:nvPr/>
              </p:nvSpPr>
              <p:spPr bwMode="auto">
                <a:xfrm>
                  <a:off x="3872924" y="3138488"/>
                  <a:ext cx="75438" cy="79375"/>
                </a:xfrm>
                <a:custGeom>
                  <a:avLst/>
                  <a:gdLst>
                    <a:gd name="T0" fmla="*/ 0 w 26"/>
                    <a:gd name="T1" fmla="*/ 0 h 19"/>
                    <a:gd name="T2" fmla="*/ 20 w 26"/>
                    <a:gd name="T3" fmla="*/ 1 h 19"/>
                    <a:gd name="T4" fmla="*/ 23 w 26"/>
                    <a:gd name="T5" fmla="*/ 12 h 19"/>
                    <a:gd name="T6" fmla="*/ 12 w 26"/>
                    <a:gd name="T7" fmla="*/ 18 h 19"/>
                    <a:gd name="T8" fmla="*/ 3 w 26"/>
                    <a:gd name="T9" fmla="*/ 11 h 19"/>
                    <a:gd name="T10" fmla="*/ 0 w 26"/>
                    <a:gd name="T11" fmla="*/ 0 h 19"/>
                  </a:gdLst>
                  <a:ahLst/>
                  <a:cxnLst>
                    <a:cxn ang="0">
                      <a:pos x="T0" y="T1"/>
                    </a:cxn>
                    <a:cxn ang="0">
                      <a:pos x="T2" y="T3"/>
                    </a:cxn>
                    <a:cxn ang="0">
                      <a:pos x="T4" y="T5"/>
                    </a:cxn>
                    <a:cxn ang="0">
                      <a:pos x="T6" y="T7"/>
                    </a:cxn>
                    <a:cxn ang="0">
                      <a:pos x="T8" y="T9"/>
                    </a:cxn>
                    <a:cxn ang="0">
                      <a:pos x="T10" y="T11"/>
                    </a:cxn>
                  </a:cxnLst>
                  <a:rect l="0" t="0" r="r" b="b"/>
                  <a:pathLst>
                    <a:path w="26" h="19">
                      <a:moveTo>
                        <a:pt x="0" y="0"/>
                      </a:moveTo>
                      <a:cubicBezTo>
                        <a:pt x="8" y="1"/>
                        <a:pt x="14" y="1"/>
                        <a:pt x="20" y="1"/>
                      </a:cubicBezTo>
                      <a:cubicBezTo>
                        <a:pt x="24" y="1"/>
                        <a:pt x="26" y="8"/>
                        <a:pt x="23" y="12"/>
                      </a:cubicBezTo>
                      <a:cubicBezTo>
                        <a:pt x="21" y="16"/>
                        <a:pt x="17" y="19"/>
                        <a:pt x="12" y="18"/>
                      </a:cubicBezTo>
                      <a:cubicBezTo>
                        <a:pt x="8" y="18"/>
                        <a:pt x="5" y="15"/>
                        <a:pt x="3" y="11"/>
                      </a:cubicBezTo>
                      <a:cubicBezTo>
                        <a:pt x="2" y="8"/>
                        <a:pt x="1" y="4"/>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grpSp>
          <p:nvGrpSpPr>
            <p:cNvPr id="46" name="组合 45">
              <a:extLst>
                <a:ext uri="{FF2B5EF4-FFF2-40B4-BE49-F238E27FC236}">
                  <a16:creationId xmlns:a16="http://schemas.microsoft.com/office/drawing/2014/main" id="{E582171C-E91E-4DDB-B720-D9EDE8C54B5C}"/>
                </a:ext>
              </a:extLst>
            </p:cNvPr>
            <p:cNvGrpSpPr/>
            <p:nvPr/>
          </p:nvGrpSpPr>
          <p:grpSpPr>
            <a:xfrm>
              <a:off x="598941" y="6399999"/>
              <a:ext cx="1102619" cy="276499"/>
              <a:chOff x="6738929" y="2270918"/>
              <a:chExt cx="2766486" cy="693738"/>
            </a:xfrm>
            <a:grpFill/>
          </p:grpSpPr>
          <p:grpSp>
            <p:nvGrpSpPr>
              <p:cNvPr id="47" name="组合 46">
                <a:extLst>
                  <a:ext uri="{FF2B5EF4-FFF2-40B4-BE49-F238E27FC236}">
                    <a16:creationId xmlns:a16="http://schemas.microsoft.com/office/drawing/2014/main" id="{4EB45816-40C4-4065-9181-C29D2BECD84E}"/>
                  </a:ext>
                </a:extLst>
              </p:cNvPr>
              <p:cNvGrpSpPr/>
              <p:nvPr/>
            </p:nvGrpSpPr>
            <p:grpSpPr>
              <a:xfrm>
                <a:off x="8180494" y="2355056"/>
                <a:ext cx="484188" cy="509588"/>
                <a:chOff x="6113463" y="3541713"/>
                <a:chExt cx="484188" cy="509588"/>
              </a:xfrm>
              <a:grpFill/>
            </p:grpSpPr>
            <p:sp>
              <p:nvSpPr>
                <p:cNvPr id="57" name="Freeform 9">
                  <a:extLst>
                    <a:ext uri="{FF2B5EF4-FFF2-40B4-BE49-F238E27FC236}">
                      <a16:creationId xmlns:a16="http://schemas.microsoft.com/office/drawing/2014/main" id="{70888479-5294-457A-8111-462CE4F104F2}"/>
                    </a:ext>
                  </a:extLst>
                </p:cNvPr>
                <p:cNvSpPr>
                  <a:spLocks noEditPoints="1"/>
                </p:cNvSpPr>
                <p:nvPr/>
              </p:nvSpPr>
              <p:spPr bwMode="auto">
                <a:xfrm>
                  <a:off x="6113463" y="3579813"/>
                  <a:ext cx="252413" cy="428625"/>
                </a:xfrm>
                <a:custGeom>
                  <a:avLst/>
                  <a:gdLst>
                    <a:gd name="T0" fmla="*/ 39 w 59"/>
                    <a:gd name="T1" fmla="*/ 78 h 101"/>
                    <a:gd name="T2" fmla="*/ 17 w 59"/>
                    <a:gd name="T3" fmla="*/ 94 h 101"/>
                    <a:gd name="T4" fmla="*/ 8 w 59"/>
                    <a:gd name="T5" fmla="*/ 94 h 101"/>
                    <a:gd name="T6" fmla="*/ 0 w 59"/>
                    <a:gd name="T7" fmla="*/ 79 h 101"/>
                    <a:gd name="T8" fmla="*/ 17 w 59"/>
                    <a:gd name="T9" fmla="*/ 73 h 101"/>
                    <a:gd name="T10" fmla="*/ 10 w 59"/>
                    <a:gd name="T11" fmla="*/ 68 h 101"/>
                    <a:gd name="T12" fmla="*/ 8 w 59"/>
                    <a:gd name="T13" fmla="*/ 60 h 101"/>
                    <a:gd name="T14" fmla="*/ 18 w 59"/>
                    <a:gd name="T15" fmla="*/ 23 h 101"/>
                    <a:gd name="T16" fmla="*/ 26 w 59"/>
                    <a:gd name="T17" fmla="*/ 17 h 101"/>
                    <a:gd name="T18" fmla="*/ 36 w 59"/>
                    <a:gd name="T19" fmla="*/ 26 h 101"/>
                    <a:gd name="T20" fmla="*/ 36 w 59"/>
                    <a:gd name="T21" fmla="*/ 27 h 101"/>
                    <a:gd name="T22" fmla="*/ 43 w 59"/>
                    <a:gd name="T23" fmla="*/ 40 h 101"/>
                    <a:gd name="T24" fmla="*/ 42 w 59"/>
                    <a:gd name="T25" fmla="*/ 12 h 101"/>
                    <a:gd name="T26" fmla="*/ 21 w 59"/>
                    <a:gd name="T27" fmla="*/ 5 h 101"/>
                    <a:gd name="T28" fmla="*/ 44 w 59"/>
                    <a:gd name="T29" fmla="*/ 1 h 101"/>
                    <a:gd name="T30" fmla="*/ 57 w 59"/>
                    <a:gd name="T31" fmla="*/ 17 h 101"/>
                    <a:gd name="T32" fmla="*/ 56 w 59"/>
                    <a:gd name="T33" fmla="*/ 48 h 101"/>
                    <a:gd name="T34" fmla="*/ 57 w 59"/>
                    <a:gd name="T35" fmla="*/ 55 h 101"/>
                    <a:gd name="T36" fmla="*/ 55 w 59"/>
                    <a:gd name="T37" fmla="*/ 64 h 101"/>
                    <a:gd name="T38" fmla="*/ 54 w 59"/>
                    <a:gd name="T39" fmla="*/ 71 h 101"/>
                    <a:gd name="T40" fmla="*/ 52 w 59"/>
                    <a:gd name="T41" fmla="*/ 95 h 101"/>
                    <a:gd name="T42" fmla="*/ 49 w 59"/>
                    <a:gd name="T43" fmla="*/ 101 h 101"/>
                    <a:gd name="T44" fmla="*/ 43 w 59"/>
                    <a:gd name="T45" fmla="*/ 98 h 101"/>
                    <a:gd name="T46" fmla="*/ 38 w 59"/>
                    <a:gd name="T47" fmla="*/ 86 h 101"/>
                    <a:gd name="T48" fmla="*/ 39 w 59"/>
                    <a:gd name="T49" fmla="*/ 78 h 101"/>
                    <a:gd name="T50" fmla="*/ 42 w 59"/>
                    <a:gd name="T51" fmla="*/ 47 h 101"/>
                    <a:gd name="T52" fmla="*/ 32 w 59"/>
                    <a:gd name="T53" fmla="*/ 44 h 101"/>
                    <a:gd name="T54" fmla="*/ 29 w 59"/>
                    <a:gd name="T55" fmla="*/ 64 h 101"/>
                    <a:gd name="T56" fmla="*/ 42 w 59"/>
                    <a:gd name="T57" fmla="*/ 4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9" h="101">
                      <a:moveTo>
                        <a:pt x="39" y="78"/>
                      </a:moveTo>
                      <a:cubicBezTo>
                        <a:pt x="31" y="84"/>
                        <a:pt x="24" y="89"/>
                        <a:pt x="17" y="94"/>
                      </a:cubicBezTo>
                      <a:cubicBezTo>
                        <a:pt x="14" y="97"/>
                        <a:pt x="11" y="96"/>
                        <a:pt x="8" y="94"/>
                      </a:cubicBezTo>
                      <a:cubicBezTo>
                        <a:pt x="4" y="90"/>
                        <a:pt x="0" y="86"/>
                        <a:pt x="0" y="79"/>
                      </a:cubicBezTo>
                      <a:cubicBezTo>
                        <a:pt x="6" y="82"/>
                        <a:pt x="12" y="80"/>
                        <a:pt x="17" y="73"/>
                      </a:cubicBezTo>
                      <a:cubicBezTo>
                        <a:pt x="15" y="72"/>
                        <a:pt x="13" y="70"/>
                        <a:pt x="10" y="68"/>
                      </a:cubicBezTo>
                      <a:cubicBezTo>
                        <a:pt x="7" y="66"/>
                        <a:pt x="7" y="63"/>
                        <a:pt x="8" y="60"/>
                      </a:cubicBezTo>
                      <a:cubicBezTo>
                        <a:pt x="11" y="48"/>
                        <a:pt x="15" y="36"/>
                        <a:pt x="18" y="23"/>
                      </a:cubicBezTo>
                      <a:cubicBezTo>
                        <a:pt x="19" y="20"/>
                        <a:pt x="20" y="16"/>
                        <a:pt x="26" y="17"/>
                      </a:cubicBezTo>
                      <a:cubicBezTo>
                        <a:pt x="32" y="18"/>
                        <a:pt x="36" y="21"/>
                        <a:pt x="36" y="26"/>
                      </a:cubicBezTo>
                      <a:cubicBezTo>
                        <a:pt x="36" y="26"/>
                        <a:pt x="36" y="27"/>
                        <a:pt x="36" y="27"/>
                      </a:cubicBezTo>
                      <a:cubicBezTo>
                        <a:pt x="35" y="33"/>
                        <a:pt x="38" y="37"/>
                        <a:pt x="43" y="40"/>
                      </a:cubicBezTo>
                      <a:cubicBezTo>
                        <a:pt x="43" y="31"/>
                        <a:pt x="42" y="22"/>
                        <a:pt x="42" y="12"/>
                      </a:cubicBezTo>
                      <a:cubicBezTo>
                        <a:pt x="30" y="16"/>
                        <a:pt x="20" y="12"/>
                        <a:pt x="21" y="5"/>
                      </a:cubicBezTo>
                      <a:cubicBezTo>
                        <a:pt x="29" y="3"/>
                        <a:pt x="36" y="1"/>
                        <a:pt x="44" y="1"/>
                      </a:cubicBezTo>
                      <a:cubicBezTo>
                        <a:pt x="54" y="0"/>
                        <a:pt x="59" y="8"/>
                        <a:pt x="57" y="17"/>
                      </a:cubicBezTo>
                      <a:cubicBezTo>
                        <a:pt x="56" y="27"/>
                        <a:pt x="56" y="38"/>
                        <a:pt x="56" y="48"/>
                      </a:cubicBezTo>
                      <a:cubicBezTo>
                        <a:pt x="56" y="50"/>
                        <a:pt x="57" y="52"/>
                        <a:pt x="57" y="55"/>
                      </a:cubicBezTo>
                      <a:cubicBezTo>
                        <a:pt x="57" y="58"/>
                        <a:pt x="56" y="61"/>
                        <a:pt x="55" y="64"/>
                      </a:cubicBezTo>
                      <a:cubicBezTo>
                        <a:pt x="55" y="66"/>
                        <a:pt x="54" y="68"/>
                        <a:pt x="54" y="71"/>
                      </a:cubicBezTo>
                      <a:cubicBezTo>
                        <a:pt x="53" y="79"/>
                        <a:pt x="53" y="87"/>
                        <a:pt x="52" y="95"/>
                      </a:cubicBezTo>
                      <a:cubicBezTo>
                        <a:pt x="52" y="97"/>
                        <a:pt x="51" y="100"/>
                        <a:pt x="49" y="101"/>
                      </a:cubicBezTo>
                      <a:cubicBezTo>
                        <a:pt x="47" y="101"/>
                        <a:pt x="44" y="100"/>
                        <a:pt x="43" y="98"/>
                      </a:cubicBezTo>
                      <a:cubicBezTo>
                        <a:pt x="39" y="95"/>
                        <a:pt x="36" y="92"/>
                        <a:pt x="38" y="86"/>
                      </a:cubicBezTo>
                      <a:cubicBezTo>
                        <a:pt x="39" y="84"/>
                        <a:pt x="39" y="81"/>
                        <a:pt x="39" y="78"/>
                      </a:cubicBezTo>
                      <a:close/>
                      <a:moveTo>
                        <a:pt x="42" y="47"/>
                      </a:moveTo>
                      <a:cubicBezTo>
                        <a:pt x="39" y="46"/>
                        <a:pt x="36" y="45"/>
                        <a:pt x="32" y="44"/>
                      </a:cubicBezTo>
                      <a:cubicBezTo>
                        <a:pt x="31" y="51"/>
                        <a:pt x="30" y="57"/>
                        <a:pt x="29" y="64"/>
                      </a:cubicBezTo>
                      <a:cubicBezTo>
                        <a:pt x="39" y="61"/>
                        <a:pt x="42" y="57"/>
                        <a:pt x="42" y="4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8" name="Freeform 10">
                  <a:extLst>
                    <a:ext uri="{FF2B5EF4-FFF2-40B4-BE49-F238E27FC236}">
                      <a16:creationId xmlns:a16="http://schemas.microsoft.com/office/drawing/2014/main" id="{3C581795-C09D-460E-9472-8181F266F0EF}"/>
                    </a:ext>
                  </a:extLst>
                </p:cNvPr>
                <p:cNvSpPr>
                  <a:spLocks noEditPoints="1"/>
                </p:cNvSpPr>
                <p:nvPr/>
              </p:nvSpPr>
              <p:spPr bwMode="auto">
                <a:xfrm>
                  <a:off x="6361113" y="3541713"/>
                  <a:ext cx="236538" cy="509588"/>
                </a:xfrm>
                <a:custGeom>
                  <a:avLst/>
                  <a:gdLst>
                    <a:gd name="T0" fmla="*/ 11 w 55"/>
                    <a:gd name="T1" fmla="*/ 89 h 120"/>
                    <a:gd name="T2" fmla="*/ 10 w 55"/>
                    <a:gd name="T3" fmla="*/ 100 h 120"/>
                    <a:gd name="T4" fmla="*/ 6 w 55"/>
                    <a:gd name="T5" fmla="*/ 104 h 120"/>
                    <a:gd name="T6" fmla="*/ 1 w 55"/>
                    <a:gd name="T7" fmla="*/ 99 h 120"/>
                    <a:gd name="T8" fmla="*/ 3 w 55"/>
                    <a:gd name="T9" fmla="*/ 84 h 120"/>
                    <a:gd name="T10" fmla="*/ 14 w 55"/>
                    <a:gd name="T11" fmla="*/ 37 h 120"/>
                    <a:gd name="T12" fmla="*/ 22 w 55"/>
                    <a:gd name="T13" fmla="*/ 11 h 120"/>
                    <a:gd name="T14" fmla="*/ 26 w 55"/>
                    <a:gd name="T15" fmla="*/ 19 h 120"/>
                    <a:gd name="T16" fmla="*/ 20 w 55"/>
                    <a:gd name="T17" fmla="*/ 40 h 120"/>
                    <a:gd name="T18" fmla="*/ 27 w 55"/>
                    <a:gd name="T19" fmla="*/ 35 h 120"/>
                    <a:gd name="T20" fmla="*/ 35 w 55"/>
                    <a:gd name="T21" fmla="*/ 30 h 120"/>
                    <a:gd name="T22" fmla="*/ 33 w 55"/>
                    <a:gd name="T23" fmla="*/ 9 h 120"/>
                    <a:gd name="T24" fmla="*/ 28 w 55"/>
                    <a:gd name="T25" fmla="*/ 8 h 120"/>
                    <a:gd name="T26" fmla="*/ 19 w 55"/>
                    <a:gd name="T27" fmla="*/ 12 h 120"/>
                    <a:gd name="T28" fmla="*/ 12 w 55"/>
                    <a:gd name="T29" fmla="*/ 15 h 120"/>
                    <a:gd name="T30" fmla="*/ 9 w 55"/>
                    <a:gd name="T31" fmla="*/ 11 h 120"/>
                    <a:gd name="T32" fmla="*/ 11 w 55"/>
                    <a:gd name="T33" fmla="*/ 8 h 120"/>
                    <a:gd name="T34" fmla="*/ 31 w 55"/>
                    <a:gd name="T35" fmla="*/ 0 h 120"/>
                    <a:gd name="T36" fmla="*/ 45 w 55"/>
                    <a:gd name="T37" fmla="*/ 15 h 120"/>
                    <a:gd name="T38" fmla="*/ 44 w 55"/>
                    <a:gd name="T39" fmla="*/ 46 h 120"/>
                    <a:gd name="T40" fmla="*/ 48 w 55"/>
                    <a:gd name="T41" fmla="*/ 54 h 120"/>
                    <a:gd name="T42" fmla="*/ 48 w 55"/>
                    <a:gd name="T43" fmla="*/ 71 h 120"/>
                    <a:gd name="T44" fmla="*/ 44 w 55"/>
                    <a:gd name="T45" fmla="*/ 77 h 120"/>
                    <a:gd name="T46" fmla="*/ 44 w 55"/>
                    <a:gd name="T47" fmla="*/ 110 h 120"/>
                    <a:gd name="T48" fmla="*/ 44 w 55"/>
                    <a:gd name="T49" fmla="*/ 114 h 120"/>
                    <a:gd name="T50" fmla="*/ 41 w 55"/>
                    <a:gd name="T51" fmla="*/ 120 h 120"/>
                    <a:gd name="T52" fmla="*/ 32 w 55"/>
                    <a:gd name="T53" fmla="*/ 118 h 120"/>
                    <a:gd name="T54" fmla="*/ 13 w 55"/>
                    <a:gd name="T55" fmla="*/ 91 h 120"/>
                    <a:gd name="T56" fmla="*/ 12 w 55"/>
                    <a:gd name="T57" fmla="*/ 89 h 120"/>
                    <a:gd name="T58" fmla="*/ 11 w 55"/>
                    <a:gd name="T59" fmla="*/ 89 h 120"/>
                    <a:gd name="T60" fmla="*/ 24 w 55"/>
                    <a:gd name="T61" fmla="*/ 76 h 120"/>
                    <a:gd name="T62" fmla="*/ 23 w 55"/>
                    <a:gd name="T63" fmla="*/ 74 h 120"/>
                    <a:gd name="T64" fmla="*/ 27 w 55"/>
                    <a:gd name="T65" fmla="*/ 71 h 120"/>
                    <a:gd name="T66" fmla="*/ 33 w 55"/>
                    <a:gd name="T67" fmla="*/ 67 h 120"/>
                    <a:gd name="T68" fmla="*/ 32 w 55"/>
                    <a:gd name="T69" fmla="*/ 63 h 120"/>
                    <a:gd name="T70" fmla="*/ 22 w 55"/>
                    <a:gd name="T71" fmla="*/ 52 h 120"/>
                    <a:gd name="T72" fmla="*/ 18 w 55"/>
                    <a:gd name="T73" fmla="*/ 89 h 120"/>
                    <a:gd name="T74" fmla="*/ 33 w 55"/>
                    <a:gd name="T75" fmla="*/ 107 h 120"/>
                    <a:gd name="T76" fmla="*/ 35 w 55"/>
                    <a:gd name="T77" fmla="*/ 77 h 120"/>
                    <a:gd name="T78" fmla="*/ 31 w 55"/>
                    <a:gd name="T79" fmla="*/ 75 h 120"/>
                    <a:gd name="T80" fmla="*/ 24 w 55"/>
                    <a:gd name="T81" fmla="*/ 76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5" h="120">
                      <a:moveTo>
                        <a:pt x="11" y="89"/>
                      </a:moveTo>
                      <a:cubicBezTo>
                        <a:pt x="10" y="93"/>
                        <a:pt x="10" y="96"/>
                        <a:pt x="10" y="100"/>
                      </a:cubicBezTo>
                      <a:cubicBezTo>
                        <a:pt x="9" y="102"/>
                        <a:pt x="9" y="104"/>
                        <a:pt x="6" y="104"/>
                      </a:cubicBezTo>
                      <a:cubicBezTo>
                        <a:pt x="3" y="104"/>
                        <a:pt x="0" y="103"/>
                        <a:pt x="1" y="99"/>
                      </a:cubicBezTo>
                      <a:cubicBezTo>
                        <a:pt x="2" y="94"/>
                        <a:pt x="2" y="89"/>
                        <a:pt x="3" y="84"/>
                      </a:cubicBezTo>
                      <a:cubicBezTo>
                        <a:pt x="7" y="68"/>
                        <a:pt x="10" y="53"/>
                        <a:pt x="14" y="37"/>
                      </a:cubicBezTo>
                      <a:cubicBezTo>
                        <a:pt x="16" y="29"/>
                        <a:pt x="19" y="20"/>
                        <a:pt x="22" y="11"/>
                      </a:cubicBezTo>
                      <a:cubicBezTo>
                        <a:pt x="26" y="13"/>
                        <a:pt x="27" y="15"/>
                        <a:pt x="26" y="19"/>
                      </a:cubicBezTo>
                      <a:cubicBezTo>
                        <a:pt x="24" y="25"/>
                        <a:pt x="22" y="32"/>
                        <a:pt x="20" y="40"/>
                      </a:cubicBezTo>
                      <a:cubicBezTo>
                        <a:pt x="23" y="37"/>
                        <a:pt x="25" y="36"/>
                        <a:pt x="27" y="35"/>
                      </a:cubicBezTo>
                      <a:cubicBezTo>
                        <a:pt x="30" y="33"/>
                        <a:pt x="34" y="32"/>
                        <a:pt x="35" y="30"/>
                      </a:cubicBezTo>
                      <a:cubicBezTo>
                        <a:pt x="36" y="23"/>
                        <a:pt x="37" y="16"/>
                        <a:pt x="33" y="9"/>
                      </a:cubicBezTo>
                      <a:cubicBezTo>
                        <a:pt x="33" y="8"/>
                        <a:pt x="30" y="7"/>
                        <a:pt x="28" y="8"/>
                      </a:cubicBezTo>
                      <a:cubicBezTo>
                        <a:pt x="25" y="9"/>
                        <a:pt x="22" y="11"/>
                        <a:pt x="19" y="12"/>
                      </a:cubicBezTo>
                      <a:cubicBezTo>
                        <a:pt x="17" y="13"/>
                        <a:pt x="15" y="15"/>
                        <a:pt x="12" y="15"/>
                      </a:cubicBezTo>
                      <a:cubicBezTo>
                        <a:pt x="11" y="15"/>
                        <a:pt x="9" y="13"/>
                        <a:pt x="9" y="11"/>
                      </a:cubicBezTo>
                      <a:cubicBezTo>
                        <a:pt x="8" y="11"/>
                        <a:pt x="10" y="9"/>
                        <a:pt x="11" y="8"/>
                      </a:cubicBezTo>
                      <a:cubicBezTo>
                        <a:pt x="17" y="4"/>
                        <a:pt x="23" y="0"/>
                        <a:pt x="31" y="0"/>
                      </a:cubicBezTo>
                      <a:cubicBezTo>
                        <a:pt x="41" y="1"/>
                        <a:pt x="46" y="5"/>
                        <a:pt x="45" y="15"/>
                      </a:cubicBezTo>
                      <a:cubicBezTo>
                        <a:pt x="45" y="25"/>
                        <a:pt x="45" y="36"/>
                        <a:pt x="44" y="46"/>
                      </a:cubicBezTo>
                      <a:cubicBezTo>
                        <a:pt x="44" y="50"/>
                        <a:pt x="45" y="52"/>
                        <a:pt x="48" y="54"/>
                      </a:cubicBezTo>
                      <a:cubicBezTo>
                        <a:pt x="55" y="60"/>
                        <a:pt x="55" y="66"/>
                        <a:pt x="48" y="71"/>
                      </a:cubicBezTo>
                      <a:cubicBezTo>
                        <a:pt x="45" y="72"/>
                        <a:pt x="44" y="74"/>
                        <a:pt x="44" y="77"/>
                      </a:cubicBezTo>
                      <a:cubicBezTo>
                        <a:pt x="45" y="88"/>
                        <a:pt x="44" y="99"/>
                        <a:pt x="44" y="110"/>
                      </a:cubicBezTo>
                      <a:cubicBezTo>
                        <a:pt x="44" y="112"/>
                        <a:pt x="45" y="113"/>
                        <a:pt x="44" y="114"/>
                      </a:cubicBezTo>
                      <a:cubicBezTo>
                        <a:pt x="43" y="116"/>
                        <a:pt x="42" y="120"/>
                        <a:pt x="41" y="120"/>
                      </a:cubicBezTo>
                      <a:cubicBezTo>
                        <a:pt x="38" y="120"/>
                        <a:pt x="34" y="120"/>
                        <a:pt x="32" y="118"/>
                      </a:cubicBezTo>
                      <a:cubicBezTo>
                        <a:pt x="25" y="109"/>
                        <a:pt x="19" y="100"/>
                        <a:pt x="13" y="91"/>
                      </a:cubicBezTo>
                      <a:cubicBezTo>
                        <a:pt x="12" y="90"/>
                        <a:pt x="12" y="90"/>
                        <a:pt x="12" y="89"/>
                      </a:cubicBezTo>
                      <a:cubicBezTo>
                        <a:pt x="11" y="89"/>
                        <a:pt x="11" y="89"/>
                        <a:pt x="11" y="89"/>
                      </a:cubicBezTo>
                      <a:close/>
                      <a:moveTo>
                        <a:pt x="24" y="76"/>
                      </a:moveTo>
                      <a:cubicBezTo>
                        <a:pt x="23" y="75"/>
                        <a:pt x="23" y="75"/>
                        <a:pt x="23" y="74"/>
                      </a:cubicBezTo>
                      <a:cubicBezTo>
                        <a:pt x="24" y="73"/>
                        <a:pt x="26" y="72"/>
                        <a:pt x="27" y="71"/>
                      </a:cubicBezTo>
                      <a:cubicBezTo>
                        <a:pt x="29" y="70"/>
                        <a:pt x="31" y="69"/>
                        <a:pt x="33" y="67"/>
                      </a:cubicBezTo>
                      <a:cubicBezTo>
                        <a:pt x="35" y="66"/>
                        <a:pt x="35" y="63"/>
                        <a:pt x="32" y="63"/>
                      </a:cubicBezTo>
                      <a:cubicBezTo>
                        <a:pt x="27" y="61"/>
                        <a:pt x="24" y="58"/>
                        <a:pt x="22" y="52"/>
                      </a:cubicBezTo>
                      <a:cubicBezTo>
                        <a:pt x="17" y="65"/>
                        <a:pt x="13" y="77"/>
                        <a:pt x="18" y="89"/>
                      </a:cubicBezTo>
                      <a:cubicBezTo>
                        <a:pt x="21" y="97"/>
                        <a:pt x="27" y="101"/>
                        <a:pt x="33" y="107"/>
                      </a:cubicBezTo>
                      <a:cubicBezTo>
                        <a:pt x="34" y="97"/>
                        <a:pt x="34" y="87"/>
                        <a:pt x="35" y="77"/>
                      </a:cubicBezTo>
                      <a:cubicBezTo>
                        <a:pt x="35" y="77"/>
                        <a:pt x="32" y="75"/>
                        <a:pt x="31" y="75"/>
                      </a:cubicBezTo>
                      <a:cubicBezTo>
                        <a:pt x="29" y="75"/>
                        <a:pt x="26" y="76"/>
                        <a:pt x="24" y="7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48" name="组合 47">
                <a:extLst>
                  <a:ext uri="{FF2B5EF4-FFF2-40B4-BE49-F238E27FC236}">
                    <a16:creationId xmlns:a16="http://schemas.microsoft.com/office/drawing/2014/main" id="{C43281D5-D15F-4210-8FEF-5D0B83A54FD6}"/>
                  </a:ext>
                </a:extLst>
              </p:cNvPr>
              <p:cNvGrpSpPr/>
              <p:nvPr/>
            </p:nvGrpSpPr>
            <p:grpSpPr>
              <a:xfrm>
                <a:off x="6738929" y="2270918"/>
                <a:ext cx="549275" cy="693738"/>
                <a:chOff x="6108700" y="2066926"/>
                <a:chExt cx="549275" cy="693738"/>
              </a:xfrm>
              <a:grpFill/>
            </p:grpSpPr>
            <p:sp>
              <p:nvSpPr>
                <p:cNvPr id="55" name="Freeform 13">
                  <a:extLst>
                    <a:ext uri="{FF2B5EF4-FFF2-40B4-BE49-F238E27FC236}">
                      <a16:creationId xmlns:a16="http://schemas.microsoft.com/office/drawing/2014/main" id="{0965091B-D712-42AC-844D-24578409DB9A}"/>
                    </a:ext>
                  </a:extLst>
                </p:cNvPr>
                <p:cNvSpPr>
                  <a:spLocks noEditPoints="1"/>
                </p:cNvSpPr>
                <p:nvPr/>
              </p:nvSpPr>
              <p:spPr bwMode="auto">
                <a:xfrm>
                  <a:off x="6108700" y="2066926"/>
                  <a:ext cx="549275" cy="655638"/>
                </a:xfrm>
                <a:custGeom>
                  <a:avLst/>
                  <a:gdLst>
                    <a:gd name="T0" fmla="*/ 54 w 128"/>
                    <a:gd name="T1" fmla="*/ 76 h 154"/>
                    <a:gd name="T2" fmla="*/ 66 w 128"/>
                    <a:gd name="T3" fmla="*/ 53 h 154"/>
                    <a:gd name="T4" fmla="*/ 49 w 128"/>
                    <a:gd name="T5" fmla="*/ 47 h 154"/>
                    <a:gd name="T6" fmla="*/ 64 w 128"/>
                    <a:gd name="T7" fmla="*/ 44 h 154"/>
                    <a:gd name="T8" fmla="*/ 83 w 128"/>
                    <a:gd name="T9" fmla="*/ 6 h 154"/>
                    <a:gd name="T10" fmla="*/ 91 w 128"/>
                    <a:gd name="T11" fmla="*/ 11 h 154"/>
                    <a:gd name="T12" fmla="*/ 96 w 128"/>
                    <a:gd name="T13" fmla="*/ 36 h 154"/>
                    <a:gd name="T14" fmla="*/ 106 w 128"/>
                    <a:gd name="T15" fmla="*/ 41 h 154"/>
                    <a:gd name="T16" fmla="*/ 82 w 128"/>
                    <a:gd name="T17" fmla="*/ 50 h 154"/>
                    <a:gd name="T18" fmla="*/ 71 w 128"/>
                    <a:gd name="T19" fmla="*/ 65 h 154"/>
                    <a:gd name="T20" fmla="*/ 110 w 128"/>
                    <a:gd name="T21" fmla="*/ 74 h 154"/>
                    <a:gd name="T22" fmla="*/ 101 w 128"/>
                    <a:gd name="T23" fmla="*/ 87 h 154"/>
                    <a:gd name="T24" fmla="*/ 111 w 128"/>
                    <a:gd name="T25" fmla="*/ 98 h 154"/>
                    <a:gd name="T26" fmla="*/ 92 w 128"/>
                    <a:gd name="T27" fmla="*/ 104 h 154"/>
                    <a:gd name="T28" fmla="*/ 86 w 128"/>
                    <a:gd name="T29" fmla="*/ 116 h 154"/>
                    <a:gd name="T30" fmla="*/ 124 w 128"/>
                    <a:gd name="T31" fmla="*/ 112 h 154"/>
                    <a:gd name="T32" fmla="*/ 120 w 128"/>
                    <a:gd name="T33" fmla="*/ 122 h 154"/>
                    <a:gd name="T34" fmla="*/ 111 w 128"/>
                    <a:gd name="T35" fmla="*/ 144 h 154"/>
                    <a:gd name="T36" fmla="*/ 105 w 128"/>
                    <a:gd name="T37" fmla="*/ 153 h 154"/>
                    <a:gd name="T38" fmla="*/ 55 w 128"/>
                    <a:gd name="T39" fmla="*/ 129 h 154"/>
                    <a:gd name="T40" fmla="*/ 53 w 128"/>
                    <a:gd name="T41" fmla="*/ 121 h 154"/>
                    <a:gd name="T42" fmla="*/ 61 w 128"/>
                    <a:gd name="T43" fmla="*/ 125 h 154"/>
                    <a:gd name="T44" fmla="*/ 94 w 128"/>
                    <a:gd name="T45" fmla="*/ 140 h 154"/>
                    <a:gd name="T46" fmla="*/ 85 w 128"/>
                    <a:gd name="T47" fmla="*/ 127 h 154"/>
                    <a:gd name="T48" fmla="*/ 71 w 128"/>
                    <a:gd name="T49" fmla="*/ 108 h 154"/>
                    <a:gd name="T50" fmla="*/ 52 w 128"/>
                    <a:gd name="T51" fmla="*/ 113 h 154"/>
                    <a:gd name="T52" fmla="*/ 38 w 128"/>
                    <a:gd name="T53" fmla="*/ 97 h 154"/>
                    <a:gd name="T54" fmla="*/ 51 w 128"/>
                    <a:gd name="T55" fmla="*/ 97 h 154"/>
                    <a:gd name="T56" fmla="*/ 34 w 128"/>
                    <a:gd name="T57" fmla="*/ 93 h 154"/>
                    <a:gd name="T58" fmla="*/ 35 w 128"/>
                    <a:gd name="T59" fmla="*/ 105 h 154"/>
                    <a:gd name="T60" fmla="*/ 26 w 128"/>
                    <a:gd name="T61" fmla="*/ 154 h 154"/>
                    <a:gd name="T62" fmla="*/ 20 w 128"/>
                    <a:gd name="T63" fmla="*/ 118 h 154"/>
                    <a:gd name="T64" fmla="*/ 0 w 128"/>
                    <a:gd name="T65" fmla="*/ 103 h 154"/>
                    <a:gd name="T66" fmla="*/ 19 w 128"/>
                    <a:gd name="T67" fmla="*/ 72 h 154"/>
                    <a:gd name="T68" fmla="*/ 25 w 128"/>
                    <a:gd name="T69" fmla="*/ 51 h 154"/>
                    <a:gd name="T70" fmla="*/ 39 w 128"/>
                    <a:gd name="T71" fmla="*/ 14 h 154"/>
                    <a:gd name="T72" fmla="*/ 51 w 128"/>
                    <a:gd name="T73" fmla="*/ 24 h 154"/>
                    <a:gd name="T74" fmla="*/ 39 w 128"/>
                    <a:gd name="T75" fmla="*/ 44 h 154"/>
                    <a:gd name="T76" fmla="*/ 48 w 128"/>
                    <a:gd name="T77" fmla="*/ 73 h 154"/>
                    <a:gd name="T78" fmla="*/ 81 w 128"/>
                    <a:gd name="T79" fmla="*/ 90 h 154"/>
                    <a:gd name="T80" fmla="*/ 92 w 128"/>
                    <a:gd name="T81" fmla="*/ 71 h 154"/>
                    <a:gd name="T82" fmla="*/ 81 w 128"/>
                    <a:gd name="T83" fmla="*/ 80 h 154"/>
                    <a:gd name="T84" fmla="*/ 76 w 128"/>
                    <a:gd name="T85" fmla="*/ 73 h 154"/>
                    <a:gd name="T86" fmla="*/ 67 w 128"/>
                    <a:gd name="T87" fmla="*/ 79 h 154"/>
                    <a:gd name="T88" fmla="*/ 76 w 128"/>
                    <a:gd name="T89" fmla="*/ 73 h 154"/>
                    <a:gd name="T90" fmla="*/ 56 w 128"/>
                    <a:gd name="T91" fmla="*/ 88 h 154"/>
                    <a:gd name="T92" fmla="*/ 63 w 128"/>
                    <a:gd name="T93" fmla="*/ 81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28" h="154">
                      <a:moveTo>
                        <a:pt x="48" y="73"/>
                      </a:moveTo>
                      <a:cubicBezTo>
                        <a:pt x="50" y="74"/>
                        <a:pt x="52" y="75"/>
                        <a:pt x="54" y="76"/>
                      </a:cubicBezTo>
                      <a:cubicBezTo>
                        <a:pt x="57" y="74"/>
                        <a:pt x="60" y="72"/>
                        <a:pt x="63" y="70"/>
                      </a:cubicBezTo>
                      <a:cubicBezTo>
                        <a:pt x="58" y="63"/>
                        <a:pt x="65" y="59"/>
                        <a:pt x="66" y="53"/>
                      </a:cubicBezTo>
                      <a:cubicBezTo>
                        <a:pt x="63" y="53"/>
                        <a:pt x="59" y="53"/>
                        <a:pt x="56" y="52"/>
                      </a:cubicBezTo>
                      <a:cubicBezTo>
                        <a:pt x="54" y="51"/>
                        <a:pt x="51" y="49"/>
                        <a:pt x="49" y="47"/>
                      </a:cubicBezTo>
                      <a:cubicBezTo>
                        <a:pt x="49" y="46"/>
                        <a:pt x="50" y="46"/>
                        <a:pt x="50" y="46"/>
                      </a:cubicBezTo>
                      <a:cubicBezTo>
                        <a:pt x="55" y="45"/>
                        <a:pt x="59" y="45"/>
                        <a:pt x="64" y="44"/>
                      </a:cubicBezTo>
                      <a:cubicBezTo>
                        <a:pt x="68" y="44"/>
                        <a:pt x="70" y="42"/>
                        <a:pt x="71" y="38"/>
                      </a:cubicBezTo>
                      <a:cubicBezTo>
                        <a:pt x="75" y="27"/>
                        <a:pt x="79" y="16"/>
                        <a:pt x="83" y="6"/>
                      </a:cubicBezTo>
                      <a:cubicBezTo>
                        <a:pt x="84" y="3"/>
                        <a:pt x="84" y="0"/>
                        <a:pt x="88" y="2"/>
                      </a:cubicBezTo>
                      <a:cubicBezTo>
                        <a:pt x="92" y="4"/>
                        <a:pt x="94" y="9"/>
                        <a:pt x="91" y="11"/>
                      </a:cubicBezTo>
                      <a:cubicBezTo>
                        <a:pt x="83" y="19"/>
                        <a:pt x="83" y="30"/>
                        <a:pt x="80" y="41"/>
                      </a:cubicBezTo>
                      <a:cubicBezTo>
                        <a:pt x="85" y="39"/>
                        <a:pt x="91" y="37"/>
                        <a:pt x="96" y="36"/>
                      </a:cubicBezTo>
                      <a:cubicBezTo>
                        <a:pt x="98" y="35"/>
                        <a:pt x="101" y="35"/>
                        <a:pt x="102" y="36"/>
                      </a:cubicBezTo>
                      <a:cubicBezTo>
                        <a:pt x="104" y="37"/>
                        <a:pt x="106" y="39"/>
                        <a:pt x="106" y="41"/>
                      </a:cubicBezTo>
                      <a:cubicBezTo>
                        <a:pt x="106" y="42"/>
                        <a:pt x="105" y="44"/>
                        <a:pt x="103" y="44"/>
                      </a:cubicBezTo>
                      <a:cubicBezTo>
                        <a:pt x="96" y="46"/>
                        <a:pt x="89" y="48"/>
                        <a:pt x="82" y="50"/>
                      </a:cubicBezTo>
                      <a:cubicBezTo>
                        <a:pt x="78" y="50"/>
                        <a:pt x="77" y="51"/>
                        <a:pt x="76" y="54"/>
                      </a:cubicBezTo>
                      <a:cubicBezTo>
                        <a:pt x="74" y="58"/>
                        <a:pt x="73" y="61"/>
                        <a:pt x="71" y="65"/>
                      </a:cubicBezTo>
                      <a:cubicBezTo>
                        <a:pt x="82" y="63"/>
                        <a:pt x="92" y="62"/>
                        <a:pt x="102" y="66"/>
                      </a:cubicBezTo>
                      <a:cubicBezTo>
                        <a:pt x="106" y="67"/>
                        <a:pt x="110" y="69"/>
                        <a:pt x="110" y="74"/>
                      </a:cubicBezTo>
                      <a:cubicBezTo>
                        <a:pt x="111" y="79"/>
                        <a:pt x="109" y="83"/>
                        <a:pt x="104" y="85"/>
                      </a:cubicBezTo>
                      <a:cubicBezTo>
                        <a:pt x="103" y="85"/>
                        <a:pt x="102" y="86"/>
                        <a:pt x="101" y="87"/>
                      </a:cubicBezTo>
                      <a:cubicBezTo>
                        <a:pt x="103" y="88"/>
                        <a:pt x="105" y="88"/>
                        <a:pt x="106" y="89"/>
                      </a:cubicBezTo>
                      <a:cubicBezTo>
                        <a:pt x="110" y="91"/>
                        <a:pt x="112" y="94"/>
                        <a:pt x="111" y="98"/>
                      </a:cubicBezTo>
                      <a:cubicBezTo>
                        <a:pt x="110" y="102"/>
                        <a:pt x="107" y="103"/>
                        <a:pt x="104" y="103"/>
                      </a:cubicBezTo>
                      <a:cubicBezTo>
                        <a:pt x="100" y="103"/>
                        <a:pt x="96" y="104"/>
                        <a:pt x="92" y="104"/>
                      </a:cubicBezTo>
                      <a:cubicBezTo>
                        <a:pt x="86" y="105"/>
                        <a:pt x="81" y="111"/>
                        <a:pt x="82" y="117"/>
                      </a:cubicBezTo>
                      <a:cubicBezTo>
                        <a:pt x="83" y="117"/>
                        <a:pt x="85" y="117"/>
                        <a:pt x="86" y="116"/>
                      </a:cubicBezTo>
                      <a:cubicBezTo>
                        <a:pt x="95" y="111"/>
                        <a:pt x="104" y="109"/>
                        <a:pt x="114" y="109"/>
                      </a:cubicBezTo>
                      <a:cubicBezTo>
                        <a:pt x="118" y="110"/>
                        <a:pt x="121" y="111"/>
                        <a:pt x="124" y="112"/>
                      </a:cubicBezTo>
                      <a:cubicBezTo>
                        <a:pt x="128" y="114"/>
                        <a:pt x="128" y="117"/>
                        <a:pt x="126" y="120"/>
                      </a:cubicBezTo>
                      <a:cubicBezTo>
                        <a:pt x="125" y="123"/>
                        <a:pt x="122" y="123"/>
                        <a:pt x="120" y="122"/>
                      </a:cubicBezTo>
                      <a:cubicBezTo>
                        <a:pt x="111" y="118"/>
                        <a:pt x="104" y="120"/>
                        <a:pt x="97" y="123"/>
                      </a:cubicBezTo>
                      <a:cubicBezTo>
                        <a:pt x="101" y="130"/>
                        <a:pt x="106" y="137"/>
                        <a:pt x="111" y="144"/>
                      </a:cubicBezTo>
                      <a:cubicBezTo>
                        <a:pt x="112" y="146"/>
                        <a:pt x="112" y="150"/>
                        <a:pt x="111" y="152"/>
                      </a:cubicBezTo>
                      <a:cubicBezTo>
                        <a:pt x="111" y="153"/>
                        <a:pt x="107" y="153"/>
                        <a:pt x="105" y="153"/>
                      </a:cubicBezTo>
                      <a:cubicBezTo>
                        <a:pt x="91" y="150"/>
                        <a:pt x="77" y="146"/>
                        <a:pt x="66" y="138"/>
                      </a:cubicBezTo>
                      <a:cubicBezTo>
                        <a:pt x="62" y="135"/>
                        <a:pt x="59" y="132"/>
                        <a:pt x="55" y="129"/>
                      </a:cubicBezTo>
                      <a:cubicBezTo>
                        <a:pt x="54" y="128"/>
                        <a:pt x="53" y="127"/>
                        <a:pt x="53" y="126"/>
                      </a:cubicBezTo>
                      <a:cubicBezTo>
                        <a:pt x="53" y="124"/>
                        <a:pt x="53" y="122"/>
                        <a:pt x="53" y="121"/>
                      </a:cubicBezTo>
                      <a:cubicBezTo>
                        <a:pt x="55" y="121"/>
                        <a:pt x="57" y="121"/>
                        <a:pt x="58" y="121"/>
                      </a:cubicBezTo>
                      <a:cubicBezTo>
                        <a:pt x="59" y="122"/>
                        <a:pt x="60" y="123"/>
                        <a:pt x="61" y="125"/>
                      </a:cubicBezTo>
                      <a:cubicBezTo>
                        <a:pt x="70" y="134"/>
                        <a:pt x="80" y="139"/>
                        <a:pt x="92" y="140"/>
                      </a:cubicBezTo>
                      <a:cubicBezTo>
                        <a:pt x="93" y="140"/>
                        <a:pt x="93" y="140"/>
                        <a:pt x="94" y="140"/>
                      </a:cubicBezTo>
                      <a:cubicBezTo>
                        <a:pt x="92" y="136"/>
                        <a:pt x="90" y="132"/>
                        <a:pt x="88" y="128"/>
                      </a:cubicBezTo>
                      <a:cubicBezTo>
                        <a:pt x="88" y="128"/>
                        <a:pt x="86" y="127"/>
                        <a:pt x="85" y="127"/>
                      </a:cubicBezTo>
                      <a:cubicBezTo>
                        <a:pt x="71" y="126"/>
                        <a:pt x="70" y="124"/>
                        <a:pt x="71" y="111"/>
                      </a:cubicBezTo>
                      <a:cubicBezTo>
                        <a:pt x="71" y="110"/>
                        <a:pt x="71" y="109"/>
                        <a:pt x="71" y="108"/>
                      </a:cubicBezTo>
                      <a:cubicBezTo>
                        <a:pt x="68" y="109"/>
                        <a:pt x="65" y="109"/>
                        <a:pt x="62" y="110"/>
                      </a:cubicBezTo>
                      <a:cubicBezTo>
                        <a:pt x="59" y="111"/>
                        <a:pt x="55" y="112"/>
                        <a:pt x="52" y="113"/>
                      </a:cubicBezTo>
                      <a:cubicBezTo>
                        <a:pt x="48" y="114"/>
                        <a:pt x="44" y="115"/>
                        <a:pt x="41" y="111"/>
                      </a:cubicBezTo>
                      <a:cubicBezTo>
                        <a:pt x="37" y="107"/>
                        <a:pt x="37" y="102"/>
                        <a:pt x="38" y="97"/>
                      </a:cubicBezTo>
                      <a:cubicBezTo>
                        <a:pt x="38" y="96"/>
                        <a:pt x="40" y="96"/>
                        <a:pt x="42" y="96"/>
                      </a:cubicBezTo>
                      <a:cubicBezTo>
                        <a:pt x="45" y="96"/>
                        <a:pt x="48" y="96"/>
                        <a:pt x="51" y="97"/>
                      </a:cubicBezTo>
                      <a:cubicBezTo>
                        <a:pt x="48" y="90"/>
                        <a:pt x="46" y="84"/>
                        <a:pt x="43" y="78"/>
                      </a:cubicBezTo>
                      <a:cubicBezTo>
                        <a:pt x="40" y="83"/>
                        <a:pt x="37" y="88"/>
                        <a:pt x="34" y="93"/>
                      </a:cubicBezTo>
                      <a:cubicBezTo>
                        <a:pt x="33" y="94"/>
                        <a:pt x="33" y="96"/>
                        <a:pt x="34" y="98"/>
                      </a:cubicBezTo>
                      <a:cubicBezTo>
                        <a:pt x="34" y="100"/>
                        <a:pt x="35" y="103"/>
                        <a:pt x="35" y="105"/>
                      </a:cubicBezTo>
                      <a:cubicBezTo>
                        <a:pt x="32" y="121"/>
                        <a:pt x="29" y="136"/>
                        <a:pt x="27" y="151"/>
                      </a:cubicBezTo>
                      <a:cubicBezTo>
                        <a:pt x="26" y="152"/>
                        <a:pt x="26" y="153"/>
                        <a:pt x="26" y="154"/>
                      </a:cubicBezTo>
                      <a:cubicBezTo>
                        <a:pt x="17" y="153"/>
                        <a:pt x="14" y="149"/>
                        <a:pt x="15" y="141"/>
                      </a:cubicBezTo>
                      <a:cubicBezTo>
                        <a:pt x="17" y="134"/>
                        <a:pt x="18" y="126"/>
                        <a:pt x="20" y="118"/>
                      </a:cubicBezTo>
                      <a:cubicBezTo>
                        <a:pt x="15" y="123"/>
                        <a:pt x="12" y="122"/>
                        <a:pt x="7" y="118"/>
                      </a:cubicBezTo>
                      <a:cubicBezTo>
                        <a:pt x="3" y="114"/>
                        <a:pt x="0" y="109"/>
                        <a:pt x="0" y="103"/>
                      </a:cubicBezTo>
                      <a:cubicBezTo>
                        <a:pt x="0" y="102"/>
                        <a:pt x="1" y="101"/>
                        <a:pt x="1" y="100"/>
                      </a:cubicBezTo>
                      <a:cubicBezTo>
                        <a:pt x="7" y="91"/>
                        <a:pt x="14" y="82"/>
                        <a:pt x="19" y="72"/>
                      </a:cubicBezTo>
                      <a:cubicBezTo>
                        <a:pt x="22" y="67"/>
                        <a:pt x="24" y="61"/>
                        <a:pt x="26" y="55"/>
                      </a:cubicBezTo>
                      <a:cubicBezTo>
                        <a:pt x="27" y="54"/>
                        <a:pt x="25" y="53"/>
                        <a:pt x="25" y="51"/>
                      </a:cubicBezTo>
                      <a:cubicBezTo>
                        <a:pt x="18" y="43"/>
                        <a:pt x="18" y="39"/>
                        <a:pt x="23" y="30"/>
                      </a:cubicBezTo>
                      <a:cubicBezTo>
                        <a:pt x="27" y="23"/>
                        <a:pt x="32" y="17"/>
                        <a:pt x="39" y="14"/>
                      </a:cubicBezTo>
                      <a:cubicBezTo>
                        <a:pt x="45" y="11"/>
                        <a:pt x="50" y="12"/>
                        <a:pt x="53" y="16"/>
                      </a:cubicBezTo>
                      <a:cubicBezTo>
                        <a:pt x="56" y="20"/>
                        <a:pt x="56" y="22"/>
                        <a:pt x="51" y="24"/>
                      </a:cubicBezTo>
                      <a:cubicBezTo>
                        <a:pt x="44" y="26"/>
                        <a:pt x="41" y="31"/>
                        <a:pt x="37" y="36"/>
                      </a:cubicBezTo>
                      <a:cubicBezTo>
                        <a:pt x="36" y="39"/>
                        <a:pt x="36" y="42"/>
                        <a:pt x="39" y="44"/>
                      </a:cubicBezTo>
                      <a:cubicBezTo>
                        <a:pt x="41" y="45"/>
                        <a:pt x="42" y="47"/>
                        <a:pt x="43" y="48"/>
                      </a:cubicBezTo>
                      <a:cubicBezTo>
                        <a:pt x="52" y="58"/>
                        <a:pt x="54" y="62"/>
                        <a:pt x="48" y="73"/>
                      </a:cubicBezTo>
                      <a:close/>
                      <a:moveTo>
                        <a:pt x="79" y="89"/>
                      </a:moveTo>
                      <a:cubicBezTo>
                        <a:pt x="80" y="89"/>
                        <a:pt x="80" y="90"/>
                        <a:pt x="81" y="90"/>
                      </a:cubicBezTo>
                      <a:cubicBezTo>
                        <a:pt x="85" y="86"/>
                        <a:pt x="90" y="81"/>
                        <a:pt x="95" y="76"/>
                      </a:cubicBezTo>
                      <a:cubicBezTo>
                        <a:pt x="97" y="73"/>
                        <a:pt x="95" y="71"/>
                        <a:pt x="92" y="71"/>
                      </a:cubicBezTo>
                      <a:cubicBezTo>
                        <a:pt x="88" y="71"/>
                        <a:pt x="85" y="71"/>
                        <a:pt x="81" y="71"/>
                      </a:cubicBezTo>
                      <a:cubicBezTo>
                        <a:pt x="81" y="75"/>
                        <a:pt x="81" y="77"/>
                        <a:pt x="81" y="80"/>
                      </a:cubicBezTo>
                      <a:cubicBezTo>
                        <a:pt x="81" y="83"/>
                        <a:pt x="80" y="86"/>
                        <a:pt x="79" y="89"/>
                      </a:cubicBezTo>
                      <a:close/>
                      <a:moveTo>
                        <a:pt x="76" y="73"/>
                      </a:moveTo>
                      <a:cubicBezTo>
                        <a:pt x="73" y="74"/>
                        <a:pt x="71" y="75"/>
                        <a:pt x="69" y="77"/>
                      </a:cubicBezTo>
                      <a:cubicBezTo>
                        <a:pt x="68" y="77"/>
                        <a:pt x="67" y="78"/>
                        <a:pt x="67" y="79"/>
                      </a:cubicBezTo>
                      <a:cubicBezTo>
                        <a:pt x="67" y="84"/>
                        <a:pt x="68" y="88"/>
                        <a:pt x="68" y="92"/>
                      </a:cubicBezTo>
                      <a:cubicBezTo>
                        <a:pt x="74" y="91"/>
                        <a:pt x="77" y="83"/>
                        <a:pt x="76" y="73"/>
                      </a:cubicBezTo>
                      <a:close/>
                      <a:moveTo>
                        <a:pt x="63" y="81"/>
                      </a:moveTo>
                      <a:cubicBezTo>
                        <a:pt x="55" y="84"/>
                        <a:pt x="54" y="85"/>
                        <a:pt x="56" y="88"/>
                      </a:cubicBezTo>
                      <a:cubicBezTo>
                        <a:pt x="58" y="94"/>
                        <a:pt x="60" y="95"/>
                        <a:pt x="65" y="93"/>
                      </a:cubicBezTo>
                      <a:cubicBezTo>
                        <a:pt x="64" y="89"/>
                        <a:pt x="63" y="85"/>
                        <a:pt x="63" y="8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6" name="Freeform 14">
                  <a:extLst>
                    <a:ext uri="{FF2B5EF4-FFF2-40B4-BE49-F238E27FC236}">
                      <a16:creationId xmlns:a16="http://schemas.microsoft.com/office/drawing/2014/main" id="{EDF1A89C-87D3-4066-B020-1AF4B9A41344}"/>
                    </a:ext>
                  </a:extLst>
                </p:cNvPr>
                <p:cNvSpPr>
                  <a:spLocks/>
                </p:cNvSpPr>
                <p:nvPr/>
              </p:nvSpPr>
              <p:spPr bwMode="auto">
                <a:xfrm>
                  <a:off x="6259513" y="2578101"/>
                  <a:ext cx="68263" cy="182563"/>
                </a:xfrm>
                <a:custGeom>
                  <a:avLst/>
                  <a:gdLst>
                    <a:gd name="T0" fmla="*/ 9 w 16"/>
                    <a:gd name="T1" fmla="*/ 0 h 43"/>
                    <a:gd name="T2" fmla="*/ 15 w 16"/>
                    <a:gd name="T3" fmla="*/ 11 h 43"/>
                    <a:gd name="T4" fmla="*/ 9 w 16"/>
                    <a:gd name="T5" fmla="*/ 43 h 43"/>
                    <a:gd name="T6" fmla="*/ 2 w 16"/>
                    <a:gd name="T7" fmla="*/ 39 h 43"/>
                    <a:gd name="T8" fmla="*/ 0 w 16"/>
                    <a:gd name="T9" fmla="*/ 35 h 43"/>
                    <a:gd name="T10" fmla="*/ 9 w 16"/>
                    <a:gd name="T11" fmla="*/ 0 h 43"/>
                  </a:gdLst>
                  <a:ahLst/>
                  <a:cxnLst>
                    <a:cxn ang="0">
                      <a:pos x="T0" y="T1"/>
                    </a:cxn>
                    <a:cxn ang="0">
                      <a:pos x="T2" y="T3"/>
                    </a:cxn>
                    <a:cxn ang="0">
                      <a:pos x="T4" y="T5"/>
                    </a:cxn>
                    <a:cxn ang="0">
                      <a:pos x="T6" y="T7"/>
                    </a:cxn>
                    <a:cxn ang="0">
                      <a:pos x="T8" y="T9"/>
                    </a:cxn>
                    <a:cxn ang="0">
                      <a:pos x="T10" y="T11"/>
                    </a:cxn>
                  </a:cxnLst>
                  <a:rect l="0" t="0" r="r" b="b"/>
                  <a:pathLst>
                    <a:path w="16" h="43">
                      <a:moveTo>
                        <a:pt x="9" y="0"/>
                      </a:moveTo>
                      <a:cubicBezTo>
                        <a:pt x="15" y="3"/>
                        <a:pt x="16" y="6"/>
                        <a:pt x="15" y="11"/>
                      </a:cubicBezTo>
                      <a:cubicBezTo>
                        <a:pt x="12" y="21"/>
                        <a:pt x="11" y="32"/>
                        <a:pt x="9" y="43"/>
                      </a:cubicBezTo>
                      <a:cubicBezTo>
                        <a:pt x="6" y="41"/>
                        <a:pt x="4" y="40"/>
                        <a:pt x="2" y="39"/>
                      </a:cubicBezTo>
                      <a:cubicBezTo>
                        <a:pt x="1" y="38"/>
                        <a:pt x="0" y="37"/>
                        <a:pt x="0" y="35"/>
                      </a:cubicBezTo>
                      <a:cubicBezTo>
                        <a:pt x="3" y="24"/>
                        <a:pt x="6" y="12"/>
                        <a:pt x="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49" name="组合 48">
                <a:extLst>
                  <a:ext uri="{FF2B5EF4-FFF2-40B4-BE49-F238E27FC236}">
                    <a16:creationId xmlns:a16="http://schemas.microsoft.com/office/drawing/2014/main" id="{CD1C2EA2-DECB-4C4E-997D-8417E76BE944}"/>
                  </a:ext>
                </a:extLst>
              </p:cNvPr>
              <p:cNvGrpSpPr/>
              <p:nvPr/>
            </p:nvGrpSpPr>
            <p:grpSpPr>
              <a:xfrm>
                <a:off x="7532962" y="2451100"/>
                <a:ext cx="368300" cy="317500"/>
                <a:chOff x="6186488" y="2930526"/>
                <a:chExt cx="368300" cy="317500"/>
              </a:xfrm>
              <a:grpFill/>
            </p:grpSpPr>
            <p:sp>
              <p:nvSpPr>
                <p:cNvPr id="52" name="Freeform 18">
                  <a:extLst>
                    <a:ext uri="{FF2B5EF4-FFF2-40B4-BE49-F238E27FC236}">
                      <a16:creationId xmlns:a16="http://schemas.microsoft.com/office/drawing/2014/main" id="{58E0037C-7932-4788-ADA9-47256329EEB7}"/>
                    </a:ext>
                  </a:extLst>
                </p:cNvPr>
                <p:cNvSpPr>
                  <a:spLocks/>
                </p:cNvSpPr>
                <p:nvPr/>
              </p:nvSpPr>
              <p:spPr bwMode="auto">
                <a:xfrm>
                  <a:off x="6310313" y="2930526"/>
                  <a:ext cx="244475" cy="317500"/>
                </a:xfrm>
                <a:custGeom>
                  <a:avLst/>
                  <a:gdLst>
                    <a:gd name="T0" fmla="*/ 49 w 57"/>
                    <a:gd name="T1" fmla="*/ 74 h 75"/>
                    <a:gd name="T2" fmla="*/ 40 w 57"/>
                    <a:gd name="T3" fmla="*/ 67 h 75"/>
                    <a:gd name="T4" fmla="*/ 33 w 57"/>
                    <a:gd name="T5" fmla="*/ 48 h 75"/>
                    <a:gd name="T6" fmla="*/ 27 w 57"/>
                    <a:gd name="T7" fmla="*/ 46 h 75"/>
                    <a:gd name="T8" fmla="*/ 11 w 57"/>
                    <a:gd name="T9" fmla="*/ 60 h 75"/>
                    <a:gd name="T10" fmla="*/ 5 w 57"/>
                    <a:gd name="T11" fmla="*/ 60 h 75"/>
                    <a:gd name="T12" fmla="*/ 6 w 57"/>
                    <a:gd name="T13" fmla="*/ 46 h 75"/>
                    <a:gd name="T14" fmla="*/ 27 w 57"/>
                    <a:gd name="T15" fmla="*/ 26 h 75"/>
                    <a:gd name="T16" fmla="*/ 40 w 57"/>
                    <a:gd name="T17" fmla="*/ 10 h 75"/>
                    <a:gd name="T18" fmla="*/ 41 w 57"/>
                    <a:gd name="T19" fmla="*/ 6 h 75"/>
                    <a:gd name="T20" fmla="*/ 45 w 57"/>
                    <a:gd name="T21" fmla="*/ 0 h 75"/>
                    <a:gd name="T22" fmla="*/ 53 w 57"/>
                    <a:gd name="T23" fmla="*/ 3 h 75"/>
                    <a:gd name="T24" fmla="*/ 53 w 57"/>
                    <a:gd name="T25" fmla="*/ 20 h 75"/>
                    <a:gd name="T26" fmla="*/ 37 w 57"/>
                    <a:gd name="T27" fmla="*/ 38 h 75"/>
                    <a:gd name="T28" fmla="*/ 49 w 57"/>
                    <a:gd name="T29" fmla="*/ 74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7" h="75">
                      <a:moveTo>
                        <a:pt x="49" y="74"/>
                      </a:moveTo>
                      <a:cubicBezTo>
                        <a:pt x="43" y="75"/>
                        <a:pt x="41" y="72"/>
                        <a:pt x="40" y="67"/>
                      </a:cubicBezTo>
                      <a:cubicBezTo>
                        <a:pt x="38" y="61"/>
                        <a:pt x="35" y="54"/>
                        <a:pt x="33" y="48"/>
                      </a:cubicBezTo>
                      <a:cubicBezTo>
                        <a:pt x="32" y="45"/>
                        <a:pt x="30" y="44"/>
                        <a:pt x="27" y="46"/>
                      </a:cubicBezTo>
                      <a:cubicBezTo>
                        <a:pt x="22" y="51"/>
                        <a:pt x="16" y="55"/>
                        <a:pt x="11" y="60"/>
                      </a:cubicBezTo>
                      <a:cubicBezTo>
                        <a:pt x="8" y="63"/>
                        <a:pt x="7" y="62"/>
                        <a:pt x="5" y="60"/>
                      </a:cubicBezTo>
                      <a:cubicBezTo>
                        <a:pt x="0" y="54"/>
                        <a:pt x="0" y="51"/>
                        <a:pt x="6" y="46"/>
                      </a:cubicBezTo>
                      <a:cubicBezTo>
                        <a:pt x="13" y="39"/>
                        <a:pt x="20" y="33"/>
                        <a:pt x="27" y="26"/>
                      </a:cubicBezTo>
                      <a:cubicBezTo>
                        <a:pt x="32" y="21"/>
                        <a:pt x="36" y="15"/>
                        <a:pt x="40" y="10"/>
                      </a:cubicBezTo>
                      <a:cubicBezTo>
                        <a:pt x="40" y="9"/>
                        <a:pt x="41" y="7"/>
                        <a:pt x="41" y="6"/>
                      </a:cubicBezTo>
                      <a:cubicBezTo>
                        <a:pt x="40" y="3"/>
                        <a:pt x="42" y="0"/>
                        <a:pt x="45" y="0"/>
                      </a:cubicBezTo>
                      <a:cubicBezTo>
                        <a:pt x="48" y="0"/>
                        <a:pt x="51" y="1"/>
                        <a:pt x="53" y="3"/>
                      </a:cubicBezTo>
                      <a:cubicBezTo>
                        <a:pt x="57" y="6"/>
                        <a:pt x="57" y="16"/>
                        <a:pt x="53" y="20"/>
                      </a:cubicBezTo>
                      <a:cubicBezTo>
                        <a:pt x="48" y="26"/>
                        <a:pt x="42" y="32"/>
                        <a:pt x="37" y="38"/>
                      </a:cubicBezTo>
                      <a:cubicBezTo>
                        <a:pt x="44" y="49"/>
                        <a:pt x="49" y="61"/>
                        <a:pt x="49" y="7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3" name="Freeform 19">
                  <a:extLst>
                    <a:ext uri="{FF2B5EF4-FFF2-40B4-BE49-F238E27FC236}">
                      <a16:creationId xmlns:a16="http://schemas.microsoft.com/office/drawing/2014/main" id="{B78F413E-1D51-491F-A6EC-02810949F837}"/>
                    </a:ext>
                  </a:extLst>
                </p:cNvPr>
                <p:cNvSpPr>
                  <a:spLocks/>
                </p:cNvSpPr>
                <p:nvPr/>
              </p:nvSpPr>
              <p:spPr bwMode="auto">
                <a:xfrm>
                  <a:off x="6186488" y="3009901"/>
                  <a:ext cx="123825" cy="234950"/>
                </a:xfrm>
                <a:custGeom>
                  <a:avLst/>
                  <a:gdLst>
                    <a:gd name="T0" fmla="*/ 12 w 29"/>
                    <a:gd name="T1" fmla="*/ 30 h 55"/>
                    <a:gd name="T2" fmla="*/ 20 w 29"/>
                    <a:gd name="T3" fmla="*/ 7 h 55"/>
                    <a:gd name="T4" fmla="*/ 25 w 29"/>
                    <a:gd name="T5" fmla="*/ 1 h 55"/>
                    <a:gd name="T6" fmla="*/ 26 w 29"/>
                    <a:gd name="T7" fmla="*/ 9 h 55"/>
                    <a:gd name="T8" fmla="*/ 16 w 29"/>
                    <a:gd name="T9" fmla="*/ 39 h 55"/>
                    <a:gd name="T10" fmla="*/ 13 w 29"/>
                    <a:gd name="T11" fmla="*/ 52 h 55"/>
                    <a:gd name="T12" fmla="*/ 7 w 29"/>
                    <a:gd name="T13" fmla="*/ 54 h 55"/>
                    <a:gd name="T14" fmla="*/ 2 w 29"/>
                    <a:gd name="T15" fmla="*/ 41 h 55"/>
                    <a:gd name="T16" fmla="*/ 3 w 29"/>
                    <a:gd name="T17" fmla="*/ 32 h 55"/>
                    <a:gd name="T18" fmla="*/ 2 w 29"/>
                    <a:gd name="T19" fmla="*/ 6 h 55"/>
                    <a:gd name="T20" fmla="*/ 6 w 29"/>
                    <a:gd name="T21" fmla="*/ 5 h 55"/>
                    <a:gd name="T22" fmla="*/ 10 w 29"/>
                    <a:gd name="T23" fmla="*/ 14 h 55"/>
                    <a:gd name="T24" fmla="*/ 11 w 29"/>
                    <a:gd name="T25" fmla="*/ 30 h 55"/>
                    <a:gd name="T26" fmla="*/ 12 w 29"/>
                    <a:gd name="T27" fmla="*/ 3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55">
                      <a:moveTo>
                        <a:pt x="12" y="30"/>
                      </a:moveTo>
                      <a:cubicBezTo>
                        <a:pt x="15" y="23"/>
                        <a:pt x="17" y="15"/>
                        <a:pt x="20" y="7"/>
                      </a:cubicBezTo>
                      <a:cubicBezTo>
                        <a:pt x="21" y="5"/>
                        <a:pt x="21" y="0"/>
                        <a:pt x="25" y="1"/>
                      </a:cubicBezTo>
                      <a:cubicBezTo>
                        <a:pt x="29" y="2"/>
                        <a:pt x="27" y="6"/>
                        <a:pt x="26" y="9"/>
                      </a:cubicBezTo>
                      <a:cubicBezTo>
                        <a:pt x="23" y="19"/>
                        <a:pt x="19" y="29"/>
                        <a:pt x="16" y="39"/>
                      </a:cubicBezTo>
                      <a:cubicBezTo>
                        <a:pt x="15" y="43"/>
                        <a:pt x="14" y="48"/>
                        <a:pt x="13" y="52"/>
                      </a:cubicBezTo>
                      <a:cubicBezTo>
                        <a:pt x="12" y="55"/>
                        <a:pt x="10" y="55"/>
                        <a:pt x="7" y="54"/>
                      </a:cubicBezTo>
                      <a:cubicBezTo>
                        <a:pt x="1" y="50"/>
                        <a:pt x="0" y="49"/>
                        <a:pt x="2" y="41"/>
                      </a:cubicBezTo>
                      <a:cubicBezTo>
                        <a:pt x="3" y="38"/>
                        <a:pt x="3" y="35"/>
                        <a:pt x="3" y="32"/>
                      </a:cubicBezTo>
                      <a:cubicBezTo>
                        <a:pt x="3" y="23"/>
                        <a:pt x="2" y="15"/>
                        <a:pt x="2" y="6"/>
                      </a:cubicBezTo>
                      <a:cubicBezTo>
                        <a:pt x="2" y="3"/>
                        <a:pt x="5" y="3"/>
                        <a:pt x="6" y="5"/>
                      </a:cubicBezTo>
                      <a:cubicBezTo>
                        <a:pt x="8" y="7"/>
                        <a:pt x="10" y="11"/>
                        <a:pt x="10" y="14"/>
                      </a:cubicBezTo>
                      <a:cubicBezTo>
                        <a:pt x="11" y="19"/>
                        <a:pt x="11" y="25"/>
                        <a:pt x="11" y="30"/>
                      </a:cubicBezTo>
                      <a:cubicBezTo>
                        <a:pt x="11" y="30"/>
                        <a:pt x="12" y="30"/>
                        <a:pt x="12"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4" name="Freeform 20">
                  <a:extLst>
                    <a:ext uri="{FF2B5EF4-FFF2-40B4-BE49-F238E27FC236}">
                      <a16:creationId xmlns:a16="http://schemas.microsoft.com/office/drawing/2014/main" id="{28D425C4-CE02-4413-BBE1-2E9FA0CC0E90}"/>
                    </a:ext>
                  </a:extLst>
                </p:cNvPr>
                <p:cNvSpPr>
                  <a:spLocks/>
                </p:cNvSpPr>
                <p:nvPr/>
              </p:nvSpPr>
              <p:spPr bwMode="auto">
                <a:xfrm>
                  <a:off x="6259513" y="2933701"/>
                  <a:ext cx="114300" cy="73025"/>
                </a:xfrm>
                <a:custGeom>
                  <a:avLst/>
                  <a:gdLst>
                    <a:gd name="T0" fmla="*/ 27 w 27"/>
                    <a:gd name="T1" fmla="*/ 1 h 17"/>
                    <a:gd name="T2" fmla="*/ 16 w 27"/>
                    <a:gd name="T3" fmla="*/ 14 h 17"/>
                    <a:gd name="T4" fmla="*/ 5 w 27"/>
                    <a:gd name="T5" fmla="*/ 13 h 17"/>
                    <a:gd name="T6" fmla="*/ 0 w 27"/>
                    <a:gd name="T7" fmla="*/ 4 h 17"/>
                    <a:gd name="T8" fmla="*/ 9 w 27"/>
                    <a:gd name="T9" fmla="*/ 2 h 17"/>
                    <a:gd name="T10" fmla="*/ 27 w 27"/>
                    <a:gd name="T11" fmla="*/ 0 h 17"/>
                    <a:gd name="T12" fmla="*/ 27 w 27"/>
                    <a:gd name="T13" fmla="*/ 1 h 17"/>
                  </a:gdLst>
                  <a:ahLst/>
                  <a:cxnLst>
                    <a:cxn ang="0">
                      <a:pos x="T0" y="T1"/>
                    </a:cxn>
                    <a:cxn ang="0">
                      <a:pos x="T2" y="T3"/>
                    </a:cxn>
                    <a:cxn ang="0">
                      <a:pos x="T4" y="T5"/>
                    </a:cxn>
                    <a:cxn ang="0">
                      <a:pos x="T6" y="T7"/>
                    </a:cxn>
                    <a:cxn ang="0">
                      <a:pos x="T8" y="T9"/>
                    </a:cxn>
                    <a:cxn ang="0">
                      <a:pos x="T10" y="T11"/>
                    </a:cxn>
                    <a:cxn ang="0">
                      <a:pos x="T12" y="T13"/>
                    </a:cxn>
                  </a:cxnLst>
                  <a:rect l="0" t="0" r="r" b="b"/>
                  <a:pathLst>
                    <a:path w="27" h="17">
                      <a:moveTo>
                        <a:pt x="27" y="1"/>
                      </a:moveTo>
                      <a:cubicBezTo>
                        <a:pt x="24" y="6"/>
                        <a:pt x="20" y="10"/>
                        <a:pt x="16" y="14"/>
                      </a:cubicBezTo>
                      <a:cubicBezTo>
                        <a:pt x="14" y="17"/>
                        <a:pt x="8" y="16"/>
                        <a:pt x="5" y="13"/>
                      </a:cubicBezTo>
                      <a:cubicBezTo>
                        <a:pt x="3" y="10"/>
                        <a:pt x="1" y="7"/>
                        <a:pt x="0" y="4"/>
                      </a:cubicBezTo>
                      <a:cubicBezTo>
                        <a:pt x="3" y="3"/>
                        <a:pt x="6" y="2"/>
                        <a:pt x="9" y="2"/>
                      </a:cubicBezTo>
                      <a:cubicBezTo>
                        <a:pt x="15" y="1"/>
                        <a:pt x="21" y="1"/>
                        <a:pt x="27" y="0"/>
                      </a:cubicBezTo>
                      <a:cubicBezTo>
                        <a:pt x="27" y="1"/>
                        <a:pt x="27" y="1"/>
                        <a:pt x="2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sp>
            <p:nvSpPr>
              <p:cNvPr id="50" name="Freeform 11">
                <a:extLst>
                  <a:ext uri="{FF2B5EF4-FFF2-40B4-BE49-F238E27FC236}">
                    <a16:creationId xmlns:a16="http://schemas.microsoft.com/office/drawing/2014/main" id="{9E7CBDC3-9BA0-4307-8967-3267E5966ED9}"/>
                  </a:ext>
                </a:extLst>
              </p:cNvPr>
              <p:cNvSpPr>
                <a:spLocks noEditPoints="1"/>
              </p:cNvSpPr>
              <p:nvPr/>
            </p:nvSpPr>
            <p:spPr bwMode="auto">
              <a:xfrm>
                <a:off x="9065451" y="2270918"/>
                <a:ext cx="439964" cy="615950"/>
              </a:xfrm>
              <a:custGeom>
                <a:avLst/>
                <a:gdLst>
                  <a:gd name="T0" fmla="*/ 29 w 72"/>
                  <a:gd name="T1" fmla="*/ 49 h 102"/>
                  <a:gd name="T2" fmla="*/ 15 w 72"/>
                  <a:gd name="T3" fmla="*/ 43 h 102"/>
                  <a:gd name="T4" fmla="*/ 10 w 72"/>
                  <a:gd name="T5" fmla="*/ 21 h 102"/>
                  <a:gd name="T6" fmla="*/ 13 w 72"/>
                  <a:gd name="T7" fmla="*/ 15 h 102"/>
                  <a:gd name="T8" fmla="*/ 19 w 72"/>
                  <a:gd name="T9" fmla="*/ 18 h 102"/>
                  <a:gd name="T10" fmla="*/ 20 w 72"/>
                  <a:gd name="T11" fmla="*/ 26 h 102"/>
                  <a:gd name="T12" fmla="*/ 35 w 72"/>
                  <a:gd name="T13" fmla="*/ 22 h 102"/>
                  <a:gd name="T14" fmla="*/ 40 w 72"/>
                  <a:gd name="T15" fmla="*/ 16 h 102"/>
                  <a:gd name="T16" fmla="*/ 43 w 72"/>
                  <a:gd name="T17" fmla="*/ 14 h 102"/>
                  <a:gd name="T18" fmla="*/ 44 w 72"/>
                  <a:gd name="T19" fmla="*/ 19 h 102"/>
                  <a:gd name="T20" fmla="*/ 43 w 72"/>
                  <a:gd name="T21" fmla="*/ 28 h 102"/>
                  <a:gd name="T22" fmla="*/ 36 w 72"/>
                  <a:gd name="T23" fmla="*/ 40 h 102"/>
                  <a:gd name="T24" fmla="*/ 37 w 72"/>
                  <a:gd name="T25" fmla="*/ 42 h 102"/>
                  <a:gd name="T26" fmla="*/ 44 w 72"/>
                  <a:gd name="T27" fmla="*/ 38 h 102"/>
                  <a:gd name="T28" fmla="*/ 56 w 72"/>
                  <a:gd name="T29" fmla="*/ 20 h 102"/>
                  <a:gd name="T30" fmla="*/ 49 w 72"/>
                  <a:gd name="T31" fmla="*/ 9 h 102"/>
                  <a:gd name="T32" fmla="*/ 28 w 72"/>
                  <a:gd name="T33" fmla="*/ 14 h 102"/>
                  <a:gd name="T34" fmla="*/ 20 w 72"/>
                  <a:gd name="T35" fmla="*/ 13 h 102"/>
                  <a:gd name="T36" fmla="*/ 22 w 72"/>
                  <a:gd name="T37" fmla="*/ 6 h 102"/>
                  <a:gd name="T38" fmla="*/ 50 w 72"/>
                  <a:gd name="T39" fmla="*/ 1 h 102"/>
                  <a:gd name="T40" fmla="*/ 68 w 72"/>
                  <a:gd name="T41" fmla="*/ 12 h 102"/>
                  <a:gd name="T42" fmla="*/ 67 w 72"/>
                  <a:gd name="T43" fmla="*/ 24 h 102"/>
                  <a:gd name="T44" fmla="*/ 49 w 72"/>
                  <a:gd name="T45" fmla="*/ 48 h 102"/>
                  <a:gd name="T46" fmla="*/ 42 w 72"/>
                  <a:gd name="T47" fmla="*/ 49 h 102"/>
                  <a:gd name="T48" fmla="*/ 37 w 72"/>
                  <a:gd name="T49" fmla="*/ 47 h 102"/>
                  <a:gd name="T50" fmla="*/ 35 w 72"/>
                  <a:gd name="T51" fmla="*/ 52 h 102"/>
                  <a:gd name="T52" fmla="*/ 41 w 72"/>
                  <a:gd name="T53" fmla="*/ 58 h 102"/>
                  <a:gd name="T54" fmla="*/ 48 w 72"/>
                  <a:gd name="T55" fmla="*/ 57 h 102"/>
                  <a:gd name="T56" fmla="*/ 53 w 72"/>
                  <a:gd name="T57" fmla="*/ 59 h 102"/>
                  <a:gd name="T58" fmla="*/ 53 w 72"/>
                  <a:gd name="T59" fmla="*/ 66 h 102"/>
                  <a:gd name="T60" fmla="*/ 48 w 72"/>
                  <a:gd name="T61" fmla="*/ 70 h 102"/>
                  <a:gd name="T62" fmla="*/ 37 w 72"/>
                  <a:gd name="T63" fmla="*/ 81 h 102"/>
                  <a:gd name="T64" fmla="*/ 45 w 72"/>
                  <a:gd name="T65" fmla="*/ 81 h 102"/>
                  <a:gd name="T66" fmla="*/ 57 w 72"/>
                  <a:gd name="T67" fmla="*/ 89 h 102"/>
                  <a:gd name="T68" fmla="*/ 51 w 72"/>
                  <a:gd name="T69" fmla="*/ 98 h 102"/>
                  <a:gd name="T70" fmla="*/ 26 w 72"/>
                  <a:gd name="T71" fmla="*/ 101 h 102"/>
                  <a:gd name="T72" fmla="*/ 17 w 72"/>
                  <a:gd name="T73" fmla="*/ 96 h 102"/>
                  <a:gd name="T74" fmla="*/ 15 w 72"/>
                  <a:gd name="T75" fmla="*/ 94 h 102"/>
                  <a:gd name="T76" fmla="*/ 19 w 72"/>
                  <a:gd name="T77" fmla="*/ 77 h 102"/>
                  <a:gd name="T78" fmla="*/ 27 w 72"/>
                  <a:gd name="T79" fmla="*/ 70 h 102"/>
                  <a:gd name="T80" fmla="*/ 27 w 72"/>
                  <a:gd name="T81" fmla="*/ 69 h 102"/>
                  <a:gd name="T82" fmla="*/ 21 w 72"/>
                  <a:gd name="T83" fmla="*/ 71 h 102"/>
                  <a:gd name="T84" fmla="*/ 9 w 72"/>
                  <a:gd name="T85" fmla="*/ 76 h 102"/>
                  <a:gd name="T86" fmla="*/ 3 w 72"/>
                  <a:gd name="T87" fmla="*/ 75 h 102"/>
                  <a:gd name="T88" fmla="*/ 4 w 72"/>
                  <a:gd name="T89" fmla="*/ 69 h 102"/>
                  <a:gd name="T90" fmla="*/ 26 w 72"/>
                  <a:gd name="T91" fmla="*/ 60 h 102"/>
                  <a:gd name="T92" fmla="*/ 28 w 72"/>
                  <a:gd name="T93" fmla="*/ 57 h 102"/>
                  <a:gd name="T94" fmla="*/ 29 w 72"/>
                  <a:gd name="T95" fmla="*/ 49 h 102"/>
                  <a:gd name="T96" fmla="*/ 34 w 72"/>
                  <a:gd name="T97" fmla="*/ 29 h 102"/>
                  <a:gd name="T98" fmla="*/ 33 w 72"/>
                  <a:gd name="T99" fmla="*/ 28 h 102"/>
                  <a:gd name="T100" fmla="*/ 26 w 72"/>
                  <a:gd name="T101" fmla="*/ 32 h 102"/>
                  <a:gd name="T102" fmla="*/ 23 w 72"/>
                  <a:gd name="T103" fmla="*/ 36 h 102"/>
                  <a:gd name="T104" fmla="*/ 26 w 72"/>
                  <a:gd name="T105" fmla="*/ 42 h 102"/>
                  <a:gd name="T106" fmla="*/ 31 w 72"/>
                  <a:gd name="T107" fmla="*/ 40 h 102"/>
                  <a:gd name="T108" fmla="*/ 34 w 72"/>
                  <a:gd name="T109" fmla="*/ 29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2" h="102">
                    <a:moveTo>
                      <a:pt x="29" y="49"/>
                    </a:moveTo>
                    <a:cubicBezTo>
                      <a:pt x="19" y="52"/>
                      <a:pt x="18" y="52"/>
                      <a:pt x="15" y="43"/>
                    </a:cubicBezTo>
                    <a:cubicBezTo>
                      <a:pt x="13" y="36"/>
                      <a:pt x="11" y="28"/>
                      <a:pt x="10" y="21"/>
                    </a:cubicBezTo>
                    <a:cubicBezTo>
                      <a:pt x="9" y="19"/>
                      <a:pt x="11" y="16"/>
                      <a:pt x="13" y="15"/>
                    </a:cubicBezTo>
                    <a:cubicBezTo>
                      <a:pt x="16" y="13"/>
                      <a:pt x="18" y="16"/>
                      <a:pt x="19" y="18"/>
                    </a:cubicBezTo>
                    <a:cubicBezTo>
                      <a:pt x="19" y="21"/>
                      <a:pt x="20" y="23"/>
                      <a:pt x="20" y="26"/>
                    </a:cubicBezTo>
                    <a:cubicBezTo>
                      <a:pt x="26" y="25"/>
                      <a:pt x="31" y="24"/>
                      <a:pt x="35" y="22"/>
                    </a:cubicBezTo>
                    <a:cubicBezTo>
                      <a:pt x="37" y="21"/>
                      <a:pt x="38" y="18"/>
                      <a:pt x="40" y="16"/>
                    </a:cubicBezTo>
                    <a:cubicBezTo>
                      <a:pt x="41" y="15"/>
                      <a:pt x="42" y="14"/>
                      <a:pt x="43" y="14"/>
                    </a:cubicBezTo>
                    <a:cubicBezTo>
                      <a:pt x="44" y="15"/>
                      <a:pt x="44" y="17"/>
                      <a:pt x="44" y="19"/>
                    </a:cubicBezTo>
                    <a:cubicBezTo>
                      <a:pt x="44" y="22"/>
                      <a:pt x="43" y="25"/>
                      <a:pt x="43" y="28"/>
                    </a:cubicBezTo>
                    <a:cubicBezTo>
                      <a:pt x="37" y="29"/>
                      <a:pt x="39" y="36"/>
                      <a:pt x="36" y="40"/>
                    </a:cubicBezTo>
                    <a:cubicBezTo>
                      <a:pt x="36" y="41"/>
                      <a:pt x="37" y="41"/>
                      <a:pt x="37" y="42"/>
                    </a:cubicBezTo>
                    <a:cubicBezTo>
                      <a:pt x="39" y="41"/>
                      <a:pt x="42" y="40"/>
                      <a:pt x="44" y="38"/>
                    </a:cubicBezTo>
                    <a:cubicBezTo>
                      <a:pt x="48" y="32"/>
                      <a:pt x="52" y="26"/>
                      <a:pt x="56" y="20"/>
                    </a:cubicBezTo>
                    <a:cubicBezTo>
                      <a:pt x="59" y="15"/>
                      <a:pt x="56" y="9"/>
                      <a:pt x="49" y="9"/>
                    </a:cubicBezTo>
                    <a:cubicBezTo>
                      <a:pt x="42" y="8"/>
                      <a:pt x="34" y="10"/>
                      <a:pt x="28" y="14"/>
                    </a:cubicBezTo>
                    <a:cubicBezTo>
                      <a:pt x="25" y="16"/>
                      <a:pt x="22" y="15"/>
                      <a:pt x="20" y="13"/>
                    </a:cubicBezTo>
                    <a:cubicBezTo>
                      <a:pt x="17" y="9"/>
                      <a:pt x="17" y="7"/>
                      <a:pt x="22" y="6"/>
                    </a:cubicBezTo>
                    <a:cubicBezTo>
                      <a:pt x="31" y="3"/>
                      <a:pt x="40" y="0"/>
                      <a:pt x="50" y="1"/>
                    </a:cubicBezTo>
                    <a:cubicBezTo>
                      <a:pt x="58" y="1"/>
                      <a:pt x="63" y="7"/>
                      <a:pt x="68" y="12"/>
                    </a:cubicBezTo>
                    <a:cubicBezTo>
                      <a:pt x="72" y="15"/>
                      <a:pt x="70" y="20"/>
                      <a:pt x="67" y="24"/>
                    </a:cubicBezTo>
                    <a:cubicBezTo>
                      <a:pt x="61" y="32"/>
                      <a:pt x="55" y="40"/>
                      <a:pt x="49" y="48"/>
                    </a:cubicBezTo>
                    <a:cubicBezTo>
                      <a:pt x="47" y="51"/>
                      <a:pt x="45" y="52"/>
                      <a:pt x="42" y="49"/>
                    </a:cubicBezTo>
                    <a:cubicBezTo>
                      <a:pt x="41" y="48"/>
                      <a:pt x="38" y="47"/>
                      <a:pt x="37" y="47"/>
                    </a:cubicBezTo>
                    <a:cubicBezTo>
                      <a:pt x="36" y="48"/>
                      <a:pt x="35" y="50"/>
                      <a:pt x="35" y="52"/>
                    </a:cubicBezTo>
                    <a:cubicBezTo>
                      <a:pt x="34" y="59"/>
                      <a:pt x="34" y="59"/>
                      <a:pt x="41" y="58"/>
                    </a:cubicBezTo>
                    <a:cubicBezTo>
                      <a:pt x="43" y="57"/>
                      <a:pt x="46" y="56"/>
                      <a:pt x="48" y="57"/>
                    </a:cubicBezTo>
                    <a:cubicBezTo>
                      <a:pt x="50" y="57"/>
                      <a:pt x="53" y="58"/>
                      <a:pt x="53" y="59"/>
                    </a:cubicBezTo>
                    <a:cubicBezTo>
                      <a:pt x="54" y="61"/>
                      <a:pt x="54" y="64"/>
                      <a:pt x="53" y="66"/>
                    </a:cubicBezTo>
                    <a:cubicBezTo>
                      <a:pt x="52" y="68"/>
                      <a:pt x="50" y="69"/>
                      <a:pt x="48" y="70"/>
                    </a:cubicBezTo>
                    <a:cubicBezTo>
                      <a:pt x="44" y="73"/>
                      <a:pt x="39" y="75"/>
                      <a:pt x="37" y="81"/>
                    </a:cubicBezTo>
                    <a:cubicBezTo>
                      <a:pt x="40" y="81"/>
                      <a:pt x="43" y="81"/>
                      <a:pt x="45" y="81"/>
                    </a:cubicBezTo>
                    <a:cubicBezTo>
                      <a:pt x="51" y="81"/>
                      <a:pt x="56" y="84"/>
                      <a:pt x="57" y="89"/>
                    </a:cubicBezTo>
                    <a:cubicBezTo>
                      <a:pt x="58" y="93"/>
                      <a:pt x="55" y="97"/>
                      <a:pt x="51" y="98"/>
                    </a:cubicBezTo>
                    <a:cubicBezTo>
                      <a:pt x="43" y="99"/>
                      <a:pt x="35" y="100"/>
                      <a:pt x="26" y="101"/>
                    </a:cubicBezTo>
                    <a:cubicBezTo>
                      <a:pt x="22" y="102"/>
                      <a:pt x="19" y="100"/>
                      <a:pt x="17" y="96"/>
                    </a:cubicBezTo>
                    <a:cubicBezTo>
                      <a:pt x="16" y="96"/>
                      <a:pt x="16" y="95"/>
                      <a:pt x="15" y="94"/>
                    </a:cubicBezTo>
                    <a:cubicBezTo>
                      <a:pt x="11" y="84"/>
                      <a:pt x="11" y="84"/>
                      <a:pt x="19" y="77"/>
                    </a:cubicBezTo>
                    <a:cubicBezTo>
                      <a:pt x="22" y="75"/>
                      <a:pt x="24" y="72"/>
                      <a:pt x="27" y="70"/>
                    </a:cubicBezTo>
                    <a:cubicBezTo>
                      <a:pt x="27" y="70"/>
                      <a:pt x="27" y="69"/>
                      <a:pt x="27" y="69"/>
                    </a:cubicBezTo>
                    <a:cubicBezTo>
                      <a:pt x="25" y="69"/>
                      <a:pt x="23" y="70"/>
                      <a:pt x="21" y="71"/>
                    </a:cubicBezTo>
                    <a:cubicBezTo>
                      <a:pt x="17" y="72"/>
                      <a:pt x="13" y="74"/>
                      <a:pt x="9" y="76"/>
                    </a:cubicBezTo>
                    <a:cubicBezTo>
                      <a:pt x="7" y="76"/>
                      <a:pt x="5" y="76"/>
                      <a:pt x="3" y="75"/>
                    </a:cubicBezTo>
                    <a:cubicBezTo>
                      <a:pt x="0" y="72"/>
                      <a:pt x="0" y="71"/>
                      <a:pt x="4" y="69"/>
                    </a:cubicBezTo>
                    <a:cubicBezTo>
                      <a:pt x="12" y="66"/>
                      <a:pt x="19" y="63"/>
                      <a:pt x="26" y="60"/>
                    </a:cubicBezTo>
                    <a:cubicBezTo>
                      <a:pt x="27" y="60"/>
                      <a:pt x="28" y="58"/>
                      <a:pt x="28" y="57"/>
                    </a:cubicBezTo>
                    <a:cubicBezTo>
                      <a:pt x="29" y="55"/>
                      <a:pt x="29" y="52"/>
                      <a:pt x="29" y="49"/>
                    </a:cubicBezTo>
                    <a:close/>
                    <a:moveTo>
                      <a:pt x="34" y="29"/>
                    </a:moveTo>
                    <a:cubicBezTo>
                      <a:pt x="34" y="29"/>
                      <a:pt x="34" y="29"/>
                      <a:pt x="33" y="28"/>
                    </a:cubicBezTo>
                    <a:cubicBezTo>
                      <a:pt x="31" y="29"/>
                      <a:pt x="28" y="30"/>
                      <a:pt x="26" y="32"/>
                    </a:cubicBezTo>
                    <a:cubicBezTo>
                      <a:pt x="24" y="32"/>
                      <a:pt x="22" y="34"/>
                      <a:pt x="23" y="36"/>
                    </a:cubicBezTo>
                    <a:cubicBezTo>
                      <a:pt x="23" y="38"/>
                      <a:pt x="25" y="40"/>
                      <a:pt x="26" y="42"/>
                    </a:cubicBezTo>
                    <a:cubicBezTo>
                      <a:pt x="27" y="42"/>
                      <a:pt x="30" y="41"/>
                      <a:pt x="31" y="40"/>
                    </a:cubicBezTo>
                    <a:cubicBezTo>
                      <a:pt x="32" y="37"/>
                      <a:pt x="33" y="33"/>
                      <a:pt x="34" y="29"/>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51" name="Freeform 12">
                <a:extLst>
                  <a:ext uri="{FF2B5EF4-FFF2-40B4-BE49-F238E27FC236}">
                    <a16:creationId xmlns:a16="http://schemas.microsoft.com/office/drawing/2014/main" id="{D88D9717-3185-4A77-8E18-2A8659D441F7}"/>
                  </a:ext>
                </a:extLst>
              </p:cNvPr>
              <p:cNvSpPr>
                <a:spLocks/>
              </p:cNvSpPr>
              <p:nvPr/>
            </p:nvSpPr>
            <p:spPr bwMode="auto">
              <a:xfrm>
                <a:off x="8878184" y="2293480"/>
                <a:ext cx="236904" cy="593388"/>
              </a:xfrm>
              <a:custGeom>
                <a:avLst/>
                <a:gdLst>
                  <a:gd name="T0" fmla="*/ 30 w 39"/>
                  <a:gd name="T1" fmla="*/ 44 h 98"/>
                  <a:gd name="T2" fmla="*/ 36 w 39"/>
                  <a:gd name="T3" fmla="*/ 34 h 98"/>
                  <a:gd name="T4" fmla="*/ 37 w 39"/>
                  <a:gd name="T5" fmla="*/ 51 h 98"/>
                  <a:gd name="T6" fmla="*/ 25 w 39"/>
                  <a:gd name="T7" fmla="*/ 82 h 98"/>
                  <a:gd name="T8" fmla="*/ 21 w 39"/>
                  <a:gd name="T9" fmla="*/ 98 h 98"/>
                  <a:gd name="T10" fmla="*/ 13 w 39"/>
                  <a:gd name="T11" fmla="*/ 96 h 98"/>
                  <a:gd name="T12" fmla="*/ 5 w 39"/>
                  <a:gd name="T13" fmla="*/ 83 h 98"/>
                  <a:gd name="T14" fmla="*/ 11 w 39"/>
                  <a:gd name="T15" fmla="*/ 62 h 98"/>
                  <a:gd name="T16" fmla="*/ 9 w 39"/>
                  <a:gd name="T17" fmla="*/ 43 h 98"/>
                  <a:gd name="T18" fmla="*/ 12 w 39"/>
                  <a:gd name="T19" fmla="*/ 38 h 98"/>
                  <a:gd name="T20" fmla="*/ 18 w 39"/>
                  <a:gd name="T21" fmla="*/ 33 h 98"/>
                  <a:gd name="T22" fmla="*/ 23 w 39"/>
                  <a:gd name="T23" fmla="*/ 12 h 98"/>
                  <a:gd name="T24" fmla="*/ 11 w 39"/>
                  <a:gd name="T25" fmla="*/ 16 h 98"/>
                  <a:gd name="T26" fmla="*/ 2 w 39"/>
                  <a:gd name="T27" fmla="*/ 16 h 98"/>
                  <a:gd name="T28" fmla="*/ 0 w 39"/>
                  <a:gd name="T29" fmla="*/ 12 h 98"/>
                  <a:gd name="T30" fmla="*/ 3 w 39"/>
                  <a:gd name="T31" fmla="*/ 10 h 98"/>
                  <a:gd name="T32" fmla="*/ 16 w 39"/>
                  <a:gd name="T33" fmla="*/ 7 h 98"/>
                  <a:gd name="T34" fmla="*/ 26 w 39"/>
                  <a:gd name="T35" fmla="*/ 2 h 98"/>
                  <a:gd name="T36" fmla="*/ 32 w 39"/>
                  <a:gd name="T37" fmla="*/ 1 h 98"/>
                  <a:gd name="T38" fmla="*/ 35 w 39"/>
                  <a:gd name="T39" fmla="*/ 9 h 98"/>
                  <a:gd name="T40" fmla="*/ 34 w 39"/>
                  <a:gd name="T41" fmla="*/ 11 h 98"/>
                  <a:gd name="T42" fmla="*/ 27 w 39"/>
                  <a:gd name="T43" fmla="*/ 38 h 98"/>
                  <a:gd name="T44" fmla="*/ 28 w 39"/>
                  <a:gd name="T45" fmla="*/ 44 h 98"/>
                  <a:gd name="T46" fmla="*/ 30 w 39"/>
                  <a:gd name="T47" fmla="*/ 44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9" h="98">
                    <a:moveTo>
                      <a:pt x="30" y="44"/>
                    </a:moveTo>
                    <a:cubicBezTo>
                      <a:pt x="32" y="41"/>
                      <a:pt x="34" y="38"/>
                      <a:pt x="36" y="34"/>
                    </a:cubicBezTo>
                    <a:cubicBezTo>
                      <a:pt x="37" y="40"/>
                      <a:pt x="39" y="45"/>
                      <a:pt x="37" y="51"/>
                    </a:cubicBezTo>
                    <a:cubicBezTo>
                      <a:pt x="33" y="61"/>
                      <a:pt x="29" y="72"/>
                      <a:pt x="25" y="82"/>
                    </a:cubicBezTo>
                    <a:cubicBezTo>
                      <a:pt x="23" y="87"/>
                      <a:pt x="23" y="92"/>
                      <a:pt x="21" y="98"/>
                    </a:cubicBezTo>
                    <a:cubicBezTo>
                      <a:pt x="18" y="97"/>
                      <a:pt x="15" y="97"/>
                      <a:pt x="13" y="96"/>
                    </a:cubicBezTo>
                    <a:cubicBezTo>
                      <a:pt x="7" y="94"/>
                      <a:pt x="3" y="89"/>
                      <a:pt x="5" y="83"/>
                    </a:cubicBezTo>
                    <a:cubicBezTo>
                      <a:pt x="7" y="76"/>
                      <a:pt x="9" y="69"/>
                      <a:pt x="11" y="62"/>
                    </a:cubicBezTo>
                    <a:cubicBezTo>
                      <a:pt x="13" y="56"/>
                      <a:pt x="14" y="49"/>
                      <a:pt x="9" y="43"/>
                    </a:cubicBezTo>
                    <a:cubicBezTo>
                      <a:pt x="7" y="39"/>
                      <a:pt x="9" y="38"/>
                      <a:pt x="12" y="38"/>
                    </a:cubicBezTo>
                    <a:cubicBezTo>
                      <a:pt x="17" y="39"/>
                      <a:pt x="17" y="37"/>
                      <a:pt x="18" y="33"/>
                    </a:cubicBezTo>
                    <a:cubicBezTo>
                      <a:pt x="19" y="26"/>
                      <a:pt x="21" y="20"/>
                      <a:pt x="23" y="12"/>
                    </a:cubicBezTo>
                    <a:cubicBezTo>
                      <a:pt x="19" y="13"/>
                      <a:pt x="15" y="15"/>
                      <a:pt x="11" y="16"/>
                    </a:cubicBezTo>
                    <a:cubicBezTo>
                      <a:pt x="8" y="17"/>
                      <a:pt x="5" y="16"/>
                      <a:pt x="2" y="16"/>
                    </a:cubicBezTo>
                    <a:cubicBezTo>
                      <a:pt x="1" y="15"/>
                      <a:pt x="0" y="13"/>
                      <a:pt x="0" y="12"/>
                    </a:cubicBezTo>
                    <a:cubicBezTo>
                      <a:pt x="1" y="11"/>
                      <a:pt x="2" y="10"/>
                      <a:pt x="3" y="10"/>
                    </a:cubicBezTo>
                    <a:cubicBezTo>
                      <a:pt x="7" y="8"/>
                      <a:pt x="12" y="8"/>
                      <a:pt x="16" y="7"/>
                    </a:cubicBezTo>
                    <a:cubicBezTo>
                      <a:pt x="19" y="5"/>
                      <a:pt x="22" y="3"/>
                      <a:pt x="26" y="2"/>
                    </a:cubicBezTo>
                    <a:cubicBezTo>
                      <a:pt x="28" y="1"/>
                      <a:pt x="32" y="0"/>
                      <a:pt x="32" y="1"/>
                    </a:cubicBezTo>
                    <a:cubicBezTo>
                      <a:pt x="34" y="3"/>
                      <a:pt x="35" y="6"/>
                      <a:pt x="35" y="9"/>
                    </a:cubicBezTo>
                    <a:cubicBezTo>
                      <a:pt x="36" y="9"/>
                      <a:pt x="35" y="10"/>
                      <a:pt x="34" y="11"/>
                    </a:cubicBezTo>
                    <a:cubicBezTo>
                      <a:pt x="27" y="19"/>
                      <a:pt x="28" y="29"/>
                      <a:pt x="27" y="38"/>
                    </a:cubicBezTo>
                    <a:cubicBezTo>
                      <a:pt x="27" y="40"/>
                      <a:pt x="28" y="42"/>
                      <a:pt x="28" y="44"/>
                    </a:cubicBezTo>
                    <a:cubicBezTo>
                      <a:pt x="29" y="44"/>
                      <a:pt x="29" y="44"/>
                      <a:pt x="30" y="44"/>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grpSp>
      </p:grpSp>
    </p:spTree>
    <p:extLst>
      <p:ext uri="{BB962C8B-B14F-4D97-AF65-F5344CB8AC3E}">
        <p14:creationId xmlns:p14="http://schemas.microsoft.com/office/powerpoint/2010/main" val="417032339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封面样式7-首页">
    <p:spTree>
      <p:nvGrpSpPr>
        <p:cNvPr id="1" name=""/>
        <p:cNvGrpSpPr/>
        <p:nvPr/>
      </p:nvGrpSpPr>
      <p:grpSpPr>
        <a:xfrm>
          <a:off x="0" y="0"/>
          <a:ext cx="0" cy="0"/>
          <a:chOff x="0" y="0"/>
          <a:chExt cx="0" cy="0"/>
        </a:xfrm>
      </p:grpSpPr>
      <p:pic>
        <p:nvPicPr>
          <p:cNvPr id="5" name="图片 4"/>
          <p:cNvPicPr>
            <a:picLocks noChangeAspect="1"/>
          </p:cNvPicPr>
          <p:nvPr userDrawn="1"/>
        </p:nvPicPr>
        <p:blipFill>
          <a:blip r:embed="rId2"/>
          <a:stretch>
            <a:fillRect/>
          </a:stretch>
        </p:blipFill>
        <p:spPr>
          <a:xfrm>
            <a:off x="0" y="0"/>
            <a:ext cx="12193057" cy="4066384"/>
          </a:xfrm>
          <a:prstGeom prst="rect">
            <a:avLst/>
          </a:prstGeom>
        </p:spPr>
      </p:pic>
      <p:sp>
        <p:nvSpPr>
          <p:cNvPr id="19" name="任意多边形: 形状 20">
            <a:extLst>
              <a:ext uri="{FF2B5EF4-FFF2-40B4-BE49-F238E27FC236}">
                <a16:creationId xmlns:a16="http://schemas.microsoft.com/office/drawing/2014/main" id="{EB508EBB-D4A6-41A3-BA79-D5276F572933}"/>
              </a:ext>
            </a:extLst>
          </p:cNvPr>
          <p:cNvSpPr/>
          <p:nvPr userDrawn="1"/>
        </p:nvSpPr>
        <p:spPr>
          <a:xfrm rot="10800000">
            <a:off x="-18" y="0"/>
            <a:ext cx="12192001" cy="4066750"/>
          </a:xfrm>
          <a:custGeom>
            <a:avLst/>
            <a:gdLst>
              <a:gd name="connsiteX0" fmla="*/ 12192000 w 12192001"/>
              <a:gd name="connsiteY0" fmla="*/ 4062881 h 4062881"/>
              <a:gd name="connsiteX1" fmla="*/ 0 w 12192001"/>
              <a:gd name="connsiteY1" fmla="*/ 4062881 h 4062881"/>
              <a:gd name="connsiteX2" fmla="*/ 0 w 12192001"/>
              <a:gd name="connsiteY2" fmla="*/ 1441627 h 4062881"/>
              <a:gd name="connsiteX3" fmla="*/ 7949 w 12192001"/>
              <a:gd name="connsiteY3" fmla="*/ 1441627 h 4062881"/>
              <a:gd name="connsiteX4" fmla="*/ 6105511 w 12192001"/>
              <a:gd name="connsiteY4" fmla="*/ 0 h 4062881"/>
              <a:gd name="connsiteX5" fmla="*/ 12184078 w 12192001"/>
              <a:gd name="connsiteY5" fmla="*/ 1441627 h 4062881"/>
              <a:gd name="connsiteX6" fmla="*/ 12192000 w 12192001"/>
              <a:gd name="connsiteY6" fmla="*/ 1441627 h 4062881"/>
              <a:gd name="connsiteX7" fmla="*/ 12192000 w 12192001"/>
              <a:gd name="connsiteY7" fmla="*/ 1443506 h 4062881"/>
              <a:gd name="connsiteX8" fmla="*/ 12192001 w 12192001"/>
              <a:gd name="connsiteY8" fmla="*/ 1443506 h 4062881"/>
              <a:gd name="connsiteX9" fmla="*/ 12192000 w 12192001"/>
              <a:gd name="connsiteY9" fmla="*/ 1443506 h 40628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192001" h="4062881">
                <a:moveTo>
                  <a:pt x="12192000" y="4062881"/>
                </a:moveTo>
                <a:lnTo>
                  <a:pt x="0" y="4062881"/>
                </a:lnTo>
                <a:lnTo>
                  <a:pt x="0" y="1441627"/>
                </a:lnTo>
                <a:lnTo>
                  <a:pt x="7949" y="1441627"/>
                </a:lnTo>
                <a:lnTo>
                  <a:pt x="6105511" y="0"/>
                </a:lnTo>
                <a:lnTo>
                  <a:pt x="12184078" y="1441627"/>
                </a:lnTo>
                <a:lnTo>
                  <a:pt x="12192000" y="1441627"/>
                </a:lnTo>
                <a:lnTo>
                  <a:pt x="12192000" y="1443506"/>
                </a:lnTo>
                <a:lnTo>
                  <a:pt x="12192001" y="1443506"/>
                </a:lnTo>
                <a:lnTo>
                  <a:pt x="12192000" y="1443506"/>
                </a:lnTo>
                <a:close/>
              </a:path>
            </a:pathLst>
          </a:custGeom>
          <a:solidFill>
            <a:srgbClr val="006434">
              <a:alpha val="8588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0" name="任意多边形: 形状 44">
            <a:extLst>
              <a:ext uri="{FF2B5EF4-FFF2-40B4-BE49-F238E27FC236}">
                <a16:creationId xmlns:a16="http://schemas.microsoft.com/office/drawing/2014/main" id="{DE2D1209-7AA5-4F95-A441-DACDCD612E99}"/>
              </a:ext>
            </a:extLst>
          </p:cNvPr>
          <p:cNvSpPr/>
          <p:nvPr userDrawn="1"/>
        </p:nvSpPr>
        <p:spPr>
          <a:xfrm>
            <a:off x="0" y="2329236"/>
            <a:ext cx="12191985" cy="1809343"/>
          </a:xfrm>
          <a:custGeom>
            <a:avLst/>
            <a:gdLst>
              <a:gd name="connsiteX0" fmla="*/ 11511615 w 12185612"/>
              <a:gd name="connsiteY0" fmla="*/ 0 h 1809343"/>
              <a:gd name="connsiteX1" fmla="*/ 12185612 w 12185612"/>
              <a:gd name="connsiteY1" fmla="*/ 134799 h 1809343"/>
              <a:gd name="connsiteX2" fmla="*/ 12185612 w 12185612"/>
              <a:gd name="connsiteY2" fmla="*/ 319795 h 1809343"/>
              <a:gd name="connsiteX3" fmla="*/ 11769269 w 12185612"/>
              <a:gd name="connsiteY3" fmla="*/ 431005 h 1809343"/>
              <a:gd name="connsiteX4" fmla="*/ 6098388 w 12185612"/>
              <a:gd name="connsiteY4" fmla="*/ 1809343 h 1809343"/>
              <a:gd name="connsiteX5" fmla="*/ 1030855 w 12185612"/>
              <a:gd name="connsiteY5" fmla="*/ 612528 h 1809343"/>
              <a:gd name="connsiteX6" fmla="*/ 0 w 12185612"/>
              <a:gd name="connsiteY6" fmla="*/ 339538 h 1809343"/>
              <a:gd name="connsiteX7" fmla="*/ 0 w 12185612"/>
              <a:gd name="connsiteY7" fmla="*/ 81678 h 1809343"/>
              <a:gd name="connsiteX8" fmla="*/ 637104 w 12185612"/>
              <a:gd name="connsiteY8" fmla="*/ 607 h 1809343"/>
              <a:gd name="connsiteX9" fmla="*/ 6098821 w 12185612"/>
              <a:gd name="connsiteY9" fmla="*/ 1643974 h 1809343"/>
              <a:gd name="connsiteX10" fmla="*/ 11511615 w 12185612"/>
              <a:gd name="connsiteY10" fmla="*/ 0 h 1809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185612" h="1809343">
                <a:moveTo>
                  <a:pt x="11511615" y="0"/>
                </a:moveTo>
                <a:lnTo>
                  <a:pt x="12185612" y="134799"/>
                </a:lnTo>
                <a:lnTo>
                  <a:pt x="12185612" y="319795"/>
                </a:lnTo>
                <a:lnTo>
                  <a:pt x="11769269" y="431005"/>
                </a:lnTo>
                <a:cubicBezTo>
                  <a:pt x="9878327" y="928737"/>
                  <a:pt x="8015827" y="1369040"/>
                  <a:pt x="6098388" y="1809343"/>
                </a:cubicBezTo>
                <a:cubicBezTo>
                  <a:pt x="4410640" y="1441212"/>
                  <a:pt x="2720033" y="1046292"/>
                  <a:pt x="1030855" y="612528"/>
                </a:cubicBezTo>
                <a:lnTo>
                  <a:pt x="0" y="339538"/>
                </a:lnTo>
                <a:lnTo>
                  <a:pt x="0" y="81678"/>
                </a:lnTo>
                <a:lnTo>
                  <a:pt x="637104" y="607"/>
                </a:lnTo>
                <a:cubicBezTo>
                  <a:pt x="2471646" y="662696"/>
                  <a:pt x="4302378" y="1200960"/>
                  <a:pt x="6098821" y="1643974"/>
                </a:cubicBezTo>
                <a:cubicBezTo>
                  <a:pt x="7974840" y="1162658"/>
                  <a:pt x="9749895" y="681341"/>
                  <a:pt x="11511615"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1" name="任意多边形: 形状 49">
            <a:extLst>
              <a:ext uri="{FF2B5EF4-FFF2-40B4-BE49-F238E27FC236}">
                <a16:creationId xmlns:a16="http://schemas.microsoft.com/office/drawing/2014/main" id="{4BD5183D-F6D1-4DEC-8FB6-46F3C5C8E2AB}"/>
              </a:ext>
            </a:extLst>
          </p:cNvPr>
          <p:cNvSpPr/>
          <p:nvPr userDrawn="1"/>
        </p:nvSpPr>
        <p:spPr>
          <a:xfrm>
            <a:off x="450423" y="2315566"/>
            <a:ext cx="11342509" cy="1691715"/>
          </a:xfrm>
          <a:custGeom>
            <a:avLst/>
            <a:gdLst>
              <a:gd name="connsiteX0" fmla="*/ 9728 w 12217941"/>
              <a:gd name="connsiteY0" fmla="*/ 0 h 1605064"/>
              <a:gd name="connsiteX1" fmla="*/ 6108971 w 12217941"/>
              <a:gd name="connsiteY1" fmla="*/ 1498060 h 1605064"/>
              <a:gd name="connsiteX2" fmla="*/ 12208213 w 12217941"/>
              <a:gd name="connsiteY2" fmla="*/ 19456 h 1605064"/>
              <a:gd name="connsiteX3" fmla="*/ 12217941 w 12217941"/>
              <a:gd name="connsiteY3" fmla="*/ 282103 h 1605064"/>
              <a:gd name="connsiteX4" fmla="*/ 6118698 w 12217941"/>
              <a:gd name="connsiteY4" fmla="*/ 1605064 h 1605064"/>
              <a:gd name="connsiteX5" fmla="*/ 0 w 12217941"/>
              <a:gd name="connsiteY5" fmla="*/ 233464 h 1605064"/>
              <a:gd name="connsiteX6" fmla="*/ 9728 w 12217941"/>
              <a:gd name="connsiteY6" fmla="*/ 0 h 1605064"/>
              <a:gd name="connsiteX0" fmla="*/ 0 w 12208213"/>
              <a:gd name="connsiteY0" fmla="*/ 0 h 1605064"/>
              <a:gd name="connsiteX1" fmla="*/ 6099243 w 12208213"/>
              <a:gd name="connsiteY1" fmla="*/ 1498060 h 1605064"/>
              <a:gd name="connsiteX2" fmla="*/ 12198485 w 12208213"/>
              <a:gd name="connsiteY2" fmla="*/ 19456 h 1605064"/>
              <a:gd name="connsiteX3" fmla="*/ 12208213 w 12208213"/>
              <a:gd name="connsiteY3" fmla="*/ 282103 h 1605064"/>
              <a:gd name="connsiteX4" fmla="*/ 6108970 w 12208213"/>
              <a:gd name="connsiteY4" fmla="*/ 1605064 h 1605064"/>
              <a:gd name="connsiteX5" fmla="*/ 0 w 12208213"/>
              <a:gd name="connsiteY5" fmla="*/ 544749 h 1605064"/>
              <a:gd name="connsiteX6" fmla="*/ 0 w 12208213"/>
              <a:gd name="connsiteY6" fmla="*/ 0 h 1605064"/>
              <a:gd name="connsiteX0" fmla="*/ 0 w 12198485"/>
              <a:gd name="connsiteY0" fmla="*/ 0 h 1605064"/>
              <a:gd name="connsiteX1" fmla="*/ 6099243 w 12198485"/>
              <a:gd name="connsiteY1" fmla="*/ 1498060 h 1605064"/>
              <a:gd name="connsiteX2" fmla="*/ 12198485 w 12198485"/>
              <a:gd name="connsiteY2" fmla="*/ 19456 h 1605064"/>
              <a:gd name="connsiteX3" fmla="*/ 12198485 w 12198485"/>
              <a:gd name="connsiteY3" fmla="*/ 603115 h 1605064"/>
              <a:gd name="connsiteX4" fmla="*/ 6108970 w 12198485"/>
              <a:gd name="connsiteY4" fmla="*/ 1605064 h 1605064"/>
              <a:gd name="connsiteX5" fmla="*/ 0 w 12198485"/>
              <a:gd name="connsiteY5" fmla="*/ 544749 h 1605064"/>
              <a:gd name="connsiteX6" fmla="*/ 0 w 12198485"/>
              <a:gd name="connsiteY6" fmla="*/ 0 h 1605064"/>
              <a:gd name="connsiteX0" fmla="*/ 0 w 12198485"/>
              <a:gd name="connsiteY0" fmla="*/ 0 h 1605064"/>
              <a:gd name="connsiteX1" fmla="*/ 6108970 w 12198485"/>
              <a:gd name="connsiteY1" fmla="*/ 1507788 h 1605064"/>
              <a:gd name="connsiteX2" fmla="*/ 12198485 w 12198485"/>
              <a:gd name="connsiteY2" fmla="*/ 19456 h 1605064"/>
              <a:gd name="connsiteX3" fmla="*/ 12198485 w 12198485"/>
              <a:gd name="connsiteY3" fmla="*/ 603115 h 1605064"/>
              <a:gd name="connsiteX4" fmla="*/ 6108970 w 12198485"/>
              <a:gd name="connsiteY4" fmla="*/ 1605064 h 1605064"/>
              <a:gd name="connsiteX5" fmla="*/ 0 w 12198485"/>
              <a:gd name="connsiteY5" fmla="*/ 544749 h 1605064"/>
              <a:gd name="connsiteX6" fmla="*/ 0 w 12198485"/>
              <a:gd name="connsiteY6" fmla="*/ 0 h 1605064"/>
              <a:gd name="connsiteX0" fmla="*/ 632298 w 12830783"/>
              <a:gd name="connsiteY0" fmla="*/ 0 h 1605064"/>
              <a:gd name="connsiteX1" fmla="*/ 6741268 w 12830783"/>
              <a:gd name="connsiteY1" fmla="*/ 1507788 h 1605064"/>
              <a:gd name="connsiteX2" fmla="*/ 12830783 w 12830783"/>
              <a:gd name="connsiteY2" fmla="*/ 19456 h 1605064"/>
              <a:gd name="connsiteX3" fmla="*/ 12830783 w 12830783"/>
              <a:gd name="connsiteY3" fmla="*/ 603115 h 1605064"/>
              <a:gd name="connsiteX4" fmla="*/ 6741268 w 12830783"/>
              <a:gd name="connsiteY4" fmla="*/ 1605064 h 1605064"/>
              <a:gd name="connsiteX5" fmla="*/ 0 w 12830783"/>
              <a:gd name="connsiteY5" fmla="*/ 29183 h 1605064"/>
              <a:gd name="connsiteX6" fmla="*/ 632298 w 12830783"/>
              <a:gd name="connsiteY6" fmla="*/ 0 h 1605064"/>
              <a:gd name="connsiteX0" fmla="*/ 836579 w 12830783"/>
              <a:gd name="connsiteY0" fmla="*/ 0 h 1634247"/>
              <a:gd name="connsiteX1" fmla="*/ 6741268 w 12830783"/>
              <a:gd name="connsiteY1" fmla="*/ 1536971 h 1634247"/>
              <a:gd name="connsiteX2" fmla="*/ 12830783 w 12830783"/>
              <a:gd name="connsiteY2" fmla="*/ 48639 h 1634247"/>
              <a:gd name="connsiteX3" fmla="*/ 12830783 w 12830783"/>
              <a:gd name="connsiteY3" fmla="*/ 632298 h 1634247"/>
              <a:gd name="connsiteX4" fmla="*/ 6741268 w 12830783"/>
              <a:gd name="connsiteY4" fmla="*/ 1634247 h 1634247"/>
              <a:gd name="connsiteX5" fmla="*/ 0 w 12830783"/>
              <a:gd name="connsiteY5" fmla="*/ 58366 h 1634247"/>
              <a:gd name="connsiteX6" fmla="*/ 836579 w 12830783"/>
              <a:gd name="connsiteY6" fmla="*/ 0 h 1634247"/>
              <a:gd name="connsiteX0" fmla="*/ 836579 w 12830783"/>
              <a:gd name="connsiteY0" fmla="*/ 0 h 1702340"/>
              <a:gd name="connsiteX1" fmla="*/ 6741268 w 12830783"/>
              <a:gd name="connsiteY1" fmla="*/ 1536971 h 1702340"/>
              <a:gd name="connsiteX2" fmla="*/ 12830783 w 12830783"/>
              <a:gd name="connsiteY2" fmla="*/ 48639 h 1702340"/>
              <a:gd name="connsiteX3" fmla="*/ 12830783 w 12830783"/>
              <a:gd name="connsiteY3" fmla="*/ 632298 h 1702340"/>
              <a:gd name="connsiteX4" fmla="*/ 6750996 w 12830783"/>
              <a:gd name="connsiteY4" fmla="*/ 1702340 h 1702340"/>
              <a:gd name="connsiteX5" fmla="*/ 0 w 12830783"/>
              <a:gd name="connsiteY5" fmla="*/ 58366 h 1702340"/>
              <a:gd name="connsiteX6" fmla="*/ 836579 w 12830783"/>
              <a:gd name="connsiteY6" fmla="*/ 0 h 1702340"/>
              <a:gd name="connsiteX0" fmla="*/ 836579 w 12830783"/>
              <a:gd name="connsiteY0" fmla="*/ 0 h 1702340"/>
              <a:gd name="connsiteX1" fmla="*/ 6741268 w 12830783"/>
              <a:gd name="connsiteY1" fmla="*/ 1536971 h 1702340"/>
              <a:gd name="connsiteX2" fmla="*/ 12470860 w 12830783"/>
              <a:gd name="connsiteY2" fmla="*/ 19456 h 1702340"/>
              <a:gd name="connsiteX3" fmla="*/ 12830783 w 12830783"/>
              <a:gd name="connsiteY3" fmla="*/ 632298 h 1702340"/>
              <a:gd name="connsiteX4" fmla="*/ 6750996 w 12830783"/>
              <a:gd name="connsiteY4" fmla="*/ 1702340 h 1702340"/>
              <a:gd name="connsiteX5" fmla="*/ 0 w 12830783"/>
              <a:gd name="connsiteY5" fmla="*/ 58366 h 1702340"/>
              <a:gd name="connsiteX6" fmla="*/ 836579 w 12830783"/>
              <a:gd name="connsiteY6" fmla="*/ 0 h 1702340"/>
              <a:gd name="connsiteX0" fmla="*/ 836579 w 13239345"/>
              <a:gd name="connsiteY0" fmla="*/ 0 h 1702340"/>
              <a:gd name="connsiteX1" fmla="*/ 6741268 w 13239345"/>
              <a:gd name="connsiteY1" fmla="*/ 1536971 h 1702340"/>
              <a:gd name="connsiteX2" fmla="*/ 12470860 w 13239345"/>
              <a:gd name="connsiteY2" fmla="*/ 19456 h 1702340"/>
              <a:gd name="connsiteX3" fmla="*/ 13239345 w 13239345"/>
              <a:gd name="connsiteY3" fmla="*/ 107004 h 1702340"/>
              <a:gd name="connsiteX4" fmla="*/ 6750996 w 13239345"/>
              <a:gd name="connsiteY4" fmla="*/ 1702340 h 1702340"/>
              <a:gd name="connsiteX5" fmla="*/ 0 w 13239345"/>
              <a:gd name="connsiteY5" fmla="*/ 58366 h 1702340"/>
              <a:gd name="connsiteX6" fmla="*/ 836579 w 13239345"/>
              <a:gd name="connsiteY6" fmla="*/ 0 h 1702340"/>
              <a:gd name="connsiteX0" fmla="*/ 836579 w 13239345"/>
              <a:gd name="connsiteY0" fmla="*/ 107003 h 1809343"/>
              <a:gd name="connsiteX1" fmla="*/ 6741268 w 13239345"/>
              <a:gd name="connsiteY1" fmla="*/ 1643974 h 1809343"/>
              <a:gd name="connsiteX2" fmla="*/ 12169303 w 13239345"/>
              <a:gd name="connsiteY2" fmla="*/ 0 h 1809343"/>
              <a:gd name="connsiteX3" fmla="*/ 13239345 w 13239345"/>
              <a:gd name="connsiteY3" fmla="*/ 214007 h 1809343"/>
              <a:gd name="connsiteX4" fmla="*/ 6750996 w 13239345"/>
              <a:gd name="connsiteY4" fmla="*/ 1809343 h 1809343"/>
              <a:gd name="connsiteX5" fmla="*/ 0 w 13239345"/>
              <a:gd name="connsiteY5" fmla="*/ 165369 h 1809343"/>
              <a:gd name="connsiteX6" fmla="*/ 836579 w 13239345"/>
              <a:gd name="connsiteY6" fmla="*/ 107003 h 1809343"/>
              <a:gd name="connsiteX0" fmla="*/ 1342417 w 13239345"/>
              <a:gd name="connsiteY0" fmla="*/ 29182 h 1809343"/>
              <a:gd name="connsiteX1" fmla="*/ 6741268 w 13239345"/>
              <a:gd name="connsiteY1" fmla="*/ 1643974 h 1809343"/>
              <a:gd name="connsiteX2" fmla="*/ 12169303 w 13239345"/>
              <a:gd name="connsiteY2" fmla="*/ 0 h 1809343"/>
              <a:gd name="connsiteX3" fmla="*/ 13239345 w 13239345"/>
              <a:gd name="connsiteY3" fmla="*/ 214007 h 1809343"/>
              <a:gd name="connsiteX4" fmla="*/ 6750996 w 13239345"/>
              <a:gd name="connsiteY4" fmla="*/ 1809343 h 1809343"/>
              <a:gd name="connsiteX5" fmla="*/ 0 w 13239345"/>
              <a:gd name="connsiteY5" fmla="*/ 165369 h 1809343"/>
              <a:gd name="connsiteX6" fmla="*/ 1342417 w 13239345"/>
              <a:gd name="connsiteY6" fmla="*/ 29182 h 1809343"/>
              <a:gd name="connsiteX0" fmla="*/ 1294792 w 13239345"/>
              <a:gd name="connsiteY0" fmla="*/ 607 h 1809343"/>
              <a:gd name="connsiteX1" fmla="*/ 6741268 w 13239345"/>
              <a:gd name="connsiteY1" fmla="*/ 1643974 h 1809343"/>
              <a:gd name="connsiteX2" fmla="*/ 12169303 w 13239345"/>
              <a:gd name="connsiteY2" fmla="*/ 0 h 1809343"/>
              <a:gd name="connsiteX3" fmla="*/ 13239345 w 13239345"/>
              <a:gd name="connsiteY3" fmla="*/ 214007 h 1809343"/>
              <a:gd name="connsiteX4" fmla="*/ 6750996 w 13239345"/>
              <a:gd name="connsiteY4" fmla="*/ 1809343 h 1809343"/>
              <a:gd name="connsiteX5" fmla="*/ 0 w 13239345"/>
              <a:gd name="connsiteY5" fmla="*/ 165369 h 1809343"/>
              <a:gd name="connsiteX6" fmla="*/ 1294792 w 13239345"/>
              <a:gd name="connsiteY6" fmla="*/ 607 h 1809343"/>
              <a:gd name="connsiteX0" fmla="*/ 1294792 w 13239345"/>
              <a:gd name="connsiteY0" fmla="*/ 607 h 1809343"/>
              <a:gd name="connsiteX1" fmla="*/ 6741268 w 13239345"/>
              <a:gd name="connsiteY1" fmla="*/ 1643974 h 1809343"/>
              <a:gd name="connsiteX2" fmla="*/ 12169303 w 13239345"/>
              <a:gd name="connsiteY2" fmla="*/ 0 h 1809343"/>
              <a:gd name="connsiteX3" fmla="*/ 13239345 w 13239345"/>
              <a:gd name="connsiteY3" fmla="*/ 214007 h 1809343"/>
              <a:gd name="connsiteX4" fmla="*/ 6750996 w 13239345"/>
              <a:gd name="connsiteY4" fmla="*/ 1809343 h 1809343"/>
              <a:gd name="connsiteX5" fmla="*/ 0 w 13239345"/>
              <a:gd name="connsiteY5" fmla="*/ 165369 h 1809343"/>
              <a:gd name="connsiteX6" fmla="*/ 1294792 w 13239345"/>
              <a:gd name="connsiteY6" fmla="*/ 607 h 1809343"/>
              <a:gd name="connsiteX0" fmla="*/ 1294792 w 13239345"/>
              <a:gd name="connsiteY0" fmla="*/ 607 h 1809343"/>
              <a:gd name="connsiteX1" fmla="*/ 6741268 w 13239345"/>
              <a:gd name="connsiteY1" fmla="*/ 1643974 h 1809343"/>
              <a:gd name="connsiteX2" fmla="*/ 12169303 w 13239345"/>
              <a:gd name="connsiteY2" fmla="*/ 0 h 1809343"/>
              <a:gd name="connsiteX3" fmla="*/ 13239345 w 13239345"/>
              <a:gd name="connsiteY3" fmla="*/ 214007 h 1809343"/>
              <a:gd name="connsiteX4" fmla="*/ 6750996 w 13239345"/>
              <a:gd name="connsiteY4" fmla="*/ 1809343 h 1809343"/>
              <a:gd name="connsiteX5" fmla="*/ 0 w 13239345"/>
              <a:gd name="connsiteY5" fmla="*/ 165369 h 1809343"/>
              <a:gd name="connsiteX6" fmla="*/ 1294792 w 13239345"/>
              <a:gd name="connsiteY6" fmla="*/ 607 h 1809343"/>
              <a:gd name="connsiteX0" fmla="*/ 1294792 w 13239345"/>
              <a:gd name="connsiteY0" fmla="*/ 607 h 1809343"/>
              <a:gd name="connsiteX1" fmla="*/ 6741268 w 13239345"/>
              <a:gd name="connsiteY1" fmla="*/ 1643974 h 1809343"/>
              <a:gd name="connsiteX2" fmla="*/ 12169303 w 13239345"/>
              <a:gd name="connsiteY2" fmla="*/ 0 h 1809343"/>
              <a:gd name="connsiteX3" fmla="*/ 13239345 w 13239345"/>
              <a:gd name="connsiteY3" fmla="*/ 214007 h 1809343"/>
              <a:gd name="connsiteX4" fmla="*/ 6750996 w 13239345"/>
              <a:gd name="connsiteY4" fmla="*/ 1809343 h 1809343"/>
              <a:gd name="connsiteX5" fmla="*/ 0 w 13239345"/>
              <a:gd name="connsiteY5" fmla="*/ 165369 h 1809343"/>
              <a:gd name="connsiteX6" fmla="*/ 1294792 w 13239345"/>
              <a:gd name="connsiteY6" fmla="*/ 607 h 1809343"/>
              <a:gd name="connsiteX0" fmla="*/ 1294792 w 13239345"/>
              <a:gd name="connsiteY0" fmla="*/ 607 h 1809343"/>
              <a:gd name="connsiteX1" fmla="*/ 6741268 w 13239345"/>
              <a:gd name="connsiteY1" fmla="*/ 1643974 h 1809343"/>
              <a:gd name="connsiteX2" fmla="*/ 12169303 w 13239345"/>
              <a:gd name="connsiteY2" fmla="*/ 0 h 1809343"/>
              <a:gd name="connsiteX3" fmla="*/ 13239345 w 13239345"/>
              <a:gd name="connsiteY3" fmla="*/ 214007 h 1809343"/>
              <a:gd name="connsiteX4" fmla="*/ 6750996 w 13239345"/>
              <a:gd name="connsiteY4" fmla="*/ 1809343 h 1809343"/>
              <a:gd name="connsiteX5" fmla="*/ 0 w 13239345"/>
              <a:gd name="connsiteY5" fmla="*/ 165369 h 1809343"/>
              <a:gd name="connsiteX6" fmla="*/ 1294792 w 13239345"/>
              <a:gd name="connsiteY6" fmla="*/ 607 h 1809343"/>
              <a:gd name="connsiteX0" fmla="*/ 1294792 w 13239345"/>
              <a:gd name="connsiteY0" fmla="*/ 607 h 1809343"/>
              <a:gd name="connsiteX1" fmla="*/ 6741268 w 13239345"/>
              <a:gd name="connsiteY1" fmla="*/ 1643974 h 1809343"/>
              <a:gd name="connsiteX2" fmla="*/ 12169303 w 13239345"/>
              <a:gd name="connsiteY2" fmla="*/ 0 h 1809343"/>
              <a:gd name="connsiteX3" fmla="*/ 13239345 w 13239345"/>
              <a:gd name="connsiteY3" fmla="*/ 214007 h 1809343"/>
              <a:gd name="connsiteX4" fmla="*/ 6750996 w 13239345"/>
              <a:gd name="connsiteY4" fmla="*/ 1809343 h 1809343"/>
              <a:gd name="connsiteX5" fmla="*/ 0 w 13239345"/>
              <a:gd name="connsiteY5" fmla="*/ 165369 h 1809343"/>
              <a:gd name="connsiteX6" fmla="*/ 1294792 w 13239345"/>
              <a:gd name="connsiteY6" fmla="*/ 607 h 1809343"/>
              <a:gd name="connsiteX0" fmla="*/ 1294792 w 13239345"/>
              <a:gd name="connsiteY0" fmla="*/ 607 h 1809343"/>
              <a:gd name="connsiteX1" fmla="*/ 6741268 w 13239345"/>
              <a:gd name="connsiteY1" fmla="*/ 1643974 h 1809343"/>
              <a:gd name="connsiteX2" fmla="*/ 12169303 w 13239345"/>
              <a:gd name="connsiteY2" fmla="*/ 0 h 1809343"/>
              <a:gd name="connsiteX3" fmla="*/ 13239345 w 13239345"/>
              <a:gd name="connsiteY3" fmla="*/ 214007 h 1809343"/>
              <a:gd name="connsiteX4" fmla="*/ 6750996 w 13239345"/>
              <a:gd name="connsiteY4" fmla="*/ 1809343 h 1809343"/>
              <a:gd name="connsiteX5" fmla="*/ 0 w 13239345"/>
              <a:gd name="connsiteY5" fmla="*/ 165369 h 1809343"/>
              <a:gd name="connsiteX6" fmla="*/ 1294792 w 13239345"/>
              <a:gd name="connsiteY6" fmla="*/ 607 h 1809343"/>
              <a:gd name="connsiteX0" fmla="*/ 1294792 w 13239345"/>
              <a:gd name="connsiteY0" fmla="*/ 607 h 1809343"/>
              <a:gd name="connsiteX1" fmla="*/ 6741268 w 13239345"/>
              <a:gd name="connsiteY1" fmla="*/ 1643974 h 1809343"/>
              <a:gd name="connsiteX2" fmla="*/ 12169303 w 13239345"/>
              <a:gd name="connsiteY2" fmla="*/ 0 h 1809343"/>
              <a:gd name="connsiteX3" fmla="*/ 13239345 w 13239345"/>
              <a:gd name="connsiteY3" fmla="*/ 214007 h 1809343"/>
              <a:gd name="connsiteX4" fmla="*/ 6750996 w 13239345"/>
              <a:gd name="connsiteY4" fmla="*/ 1809343 h 1809343"/>
              <a:gd name="connsiteX5" fmla="*/ 0 w 13239345"/>
              <a:gd name="connsiteY5" fmla="*/ 165369 h 1809343"/>
              <a:gd name="connsiteX6" fmla="*/ 1294792 w 13239345"/>
              <a:gd name="connsiteY6" fmla="*/ 607 h 1809343"/>
              <a:gd name="connsiteX0" fmla="*/ 1294792 w 13239345"/>
              <a:gd name="connsiteY0" fmla="*/ 607 h 1809343"/>
              <a:gd name="connsiteX1" fmla="*/ 6741268 w 13239345"/>
              <a:gd name="connsiteY1" fmla="*/ 1643974 h 1809343"/>
              <a:gd name="connsiteX2" fmla="*/ 12169303 w 13239345"/>
              <a:gd name="connsiteY2" fmla="*/ 0 h 1809343"/>
              <a:gd name="connsiteX3" fmla="*/ 13239345 w 13239345"/>
              <a:gd name="connsiteY3" fmla="*/ 214007 h 1809343"/>
              <a:gd name="connsiteX4" fmla="*/ 6750996 w 13239345"/>
              <a:gd name="connsiteY4" fmla="*/ 1809343 h 1809343"/>
              <a:gd name="connsiteX5" fmla="*/ 0 w 13239345"/>
              <a:gd name="connsiteY5" fmla="*/ 165369 h 1809343"/>
              <a:gd name="connsiteX6" fmla="*/ 1294792 w 13239345"/>
              <a:gd name="connsiteY6" fmla="*/ 607 h 1809343"/>
              <a:gd name="connsiteX0" fmla="*/ 1294792 w 13239345"/>
              <a:gd name="connsiteY0" fmla="*/ 607 h 1809343"/>
              <a:gd name="connsiteX1" fmla="*/ 6741268 w 13239345"/>
              <a:gd name="connsiteY1" fmla="*/ 1643974 h 1809343"/>
              <a:gd name="connsiteX2" fmla="*/ 12169303 w 13239345"/>
              <a:gd name="connsiteY2" fmla="*/ 0 h 1809343"/>
              <a:gd name="connsiteX3" fmla="*/ 13239345 w 13239345"/>
              <a:gd name="connsiteY3" fmla="*/ 214007 h 1809343"/>
              <a:gd name="connsiteX4" fmla="*/ 6750996 w 13239345"/>
              <a:gd name="connsiteY4" fmla="*/ 1809343 h 1809343"/>
              <a:gd name="connsiteX5" fmla="*/ 0 w 13239345"/>
              <a:gd name="connsiteY5" fmla="*/ 165369 h 1809343"/>
              <a:gd name="connsiteX6" fmla="*/ 1294792 w 13239345"/>
              <a:gd name="connsiteY6" fmla="*/ 607 h 1809343"/>
              <a:gd name="connsiteX0" fmla="*/ 1294792 w 13239345"/>
              <a:gd name="connsiteY0" fmla="*/ 607 h 1809343"/>
              <a:gd name="connsiteX1" fmla="*/ 6741268 w 13239345"/>
              <a:gd name="connsiteY1" fmla="*/ 1643974 h 1809343"/>
              <a:gd name="connsiteX2" fmla="*/ 12169303 w 13239345"/>
              <a:gd name="connsiteY2" fmla="*/ 0 h 1809343"/>
              <a:gd name="connsiteX3" fmla="*/ 13239345 w 13239345"/>
              <a:gd name="connsiteY3" fmla="*/ 214007 h 1809343"/>
              <a:gd name="connsiteX4" fmla="*/ 6750996 w 13239345"/>
              <a:gd name="connsiteY4" fmla="*/ 1809343 h 1809343"/>
              <a:gd name="connsiteX5" fmla="*/ 0 w 13239345"/>
              <a:gd name="connsiteY5" fmla="*/ 165369 h 1809343"/>
              <a:gd name="connsiteX6" fmla="*/ 1294792 w 13239345"/>
              <a:gd name="connsiteY6" fmla="*/ 607 h 1809343"/>
              <a:gd name="connsiteX0" fmla="*/ 1294792 w 12651516"/>
              <a:gd name="connsiteY0" fmla="*/ 607 h 1809343"/>
              <a:gd name="connsiteX1" fmla="*/ 6741268 w 12651516"/>
              <a:gd name="connsiteY1" fmla="*/ 1643974 h 1809343"/>
              <a:gd name="connsiteX2" fmla="*/ 12169303 w 12651516"/>
              <a:gd name="connsiteY2" fmla="*/ 0 h 1809343"/>
              <a:gd name="connsiteX3" fmla="*/ 12651516 w 12651516"/>
              <a:gd name="connsiteY3" fmla="*/ 83379 h 1809343"/>
              <a:gd name="connsiteX4" fmla="*/ 6750996 w 12651516"/>
              <a:gd name="connsiteY4" fmla="*/ 1809343 h 1809343"/>
              <a:gd name="connsiteX5" fmla="*/ 0 w 12651516"/>
              <a:gd name="connsiteY5" fmla="*/ 165369 h 1809343"/>
              <a:gd name="connsiteX6" fmla="*/ 1294792 w 12651516"/>
              <a:gd name="connsiteY6" fmla="*/ 607 h 1809343"/>
              <a:gd name="connsiteX0" fmla="*/ 1294792 w 12564431"/>
              <a:gd name="connsiteY0" fmla="*/ 607 h 1809343"/>
              <a:gd name="connsiteX1" fmla="*/ 6741268 w 12564431"/>
              <a:gd name="connsiteY1" fmla="*/ 1643974 h 1809343"/>
              <a:gd name="connsiteX2" fmla="*/ 12169303 w 12564431"/>
              <a:gd name="connsiteY2" fmla="*/ 0 h 1809343"/>
              <a:gd name="connsiteX3" fmla="*/ 12564431 w 12564431"/>
              <a:gd name="connsiteY3" fmla="*/ 83379 h 1809343"/>
              <a:gd name="connsiteX4" fmla="*/ 6750996 w 12564431"/>
              <a:gd name="connsiteY4" fmla="*/ 1809343 h 1809343"/>
              <a:gd name="connsiteX5" fmla="*/ 0 w 12564431"/>
              <a:gd name="connsiteY5" fmla="*/ 165369 h 1809343"/>
              <a:gd name="connsiteX6" fmla="*/ 1294792 w 12564431"/>
              <a:gd name="connsiteY6" fmla="*/ 607 h 1809343"/>
              <a:gd name="connsiteX0" fmla="*/ 423935 w 11693574"/>
              <a:gd name="connsiteY0" fmla="*/ 607 h 1809343"/>
              <a:gd name="connsiteX1" fmla="*/ 5870411 w 11693574"/>
              <a:gd name="connsiteY1" fmla="*/ 1643974 h 1809343"/>
              <a:gd name="connsiteX2" fmla="*/ 11298446 w 11693574"/>
              <a:gd name="connsiteY2" fmla="*/ 0 h 1809343"/>
              <a:gd name="connsiteX3" fmla="*/ 11693574 w 11693574"/>
              <a:gd name="connsiteY3" fmla="*/ 83379 h 1809343"/>
              <a:gd name="connsiteX4" fmla="*/ 5880139 w 11693574"/>
              <a:gd name="connsiteY4" fmla="*/ 1809343 h 1809343"/>
              <a:gd name="connsiteX5" fmla="*/ 0 w 11693574"/>
              <a:gd name="connsiteY5" fmla="*/ 45626 h 1809343"/>
              <a:gd name="connsiteX6" fmla="*/ 423935 w 11693574"/>
              <a:gd name="connsiteY6" fmla="*/ 607 h 1809343"/>
              <a:gd name="connsiteX0" fmla="*/ 423935 w 11693574"/>
              <a:gd name="connsiteY0" fmla="*/ 607 h 1733143"/>
              <a:gd name="connsiteX1" fmla="*/ 5870411 w 11693574"/>
              <a:gd name="connsiteY1" fmla="*/ 1643974 h 1733143"/>
              <a:gd name="connsiteX2" fmla="*/ 11298446 w 11693574"/>
              <a:gd name="connsiteY2" fmla="*/ 0 h 1733143"/>
              <a:gd name="connsiteX3" fmla="*/ 11693574 w 11693574"/>
              <a:gd name="connsiteY3" fmla="*/ 83379 h 1733143"/>
              <a:gd name="connsiteX4" fmla="*/ 5880139 w 11693574"/>
              <a:gd name="connsiteY4" fmla="*/ 1733143 h 1733143"/>
              <a:gd name="connsiteX5" fmla="*/ 0 w 11693574"/>
              <a:gd name="connsiteY5" fmla="*/ 45626 h 1733143"/>
              <a:gd name="connsiteX6" fmla="*/ 423935 w 11693574"/>
              <a:gd name="connsiteY6" fmla="*/ 607 h 1733143"/>
              <a:gd name="connsiteX0" fmla="*/ 423935 w 11709902"/>
              <a:gd name="connsiteY0" fmla="*/ 607 h 1733143"/>
              <a:gd name="connsiteX1" fmla="*/ 5870411 w 11709902"/>
              <a:gd name="connsiteY1" fmla="*/ 1643974 h 1733143"/>
              <a:gd name="connsiteX2" fmla="*/ 11298446 w 11709902"/>
              <a:gd name="connsiteY2" fmla="*/ 0 h 1733143"/>
              <a:gd name="connsiteX3" fmla="*/ 11709902 w 11709902"/>
              <a:gd name="connsiteY3" fmla="*/ 83379 h 1733143"/>
              <a:gd name="connsiteX4" fmla="*/ 5880139 w 11709902"/>
              <a:gd name="connsiteY4" fmla="*/ 1733143 h 1733143"/>
              <a:gd name="connsiteX5" fmla="*/ 0 w 11709902"/>
              <a:gd name="connsiteY5" fmla="*/ 45626 h 1733143"/>
              <a:gd name="connsiteX6" fmla="*/ 423935 w 11709902"/>
              <a:gd name="connsiteY6" fmla="*/ 607 h 1733143"/>
              <a:gd name="connsiteX0" fmla="*/ 423935 w 11571109"/>
              <a:gd name="connsiteY0" fmla="*/ 607 h 1733143"/>
              <a:gd name="connsiteX1" fmla="*/ 5870411 w 11571109"/>
              <a:gd name="connsiteY1" fmla="*/ 1643974 h 1733143"/>
              <a:gd name="connsiteX2" fmla="*/ 11298446 w 11571109"/>
              <a:gd name="connsiteY2" fmla="*/ 0 h 1733143"/>
              <a:gd name="connsiteX3" fmla="*/ 11571109 w 11571109"/>
              <a:gd name="connsiteY3" fmla="*/ 116036 h 1733143"/>
              <a:gd name="connsiteX4" fmla="*/ 5880139 w 11571109"/>
              <a:gd name="connsiteY4" fmla="*/ 1733143 h 1733143"/>
              <a:gd name="connsiteX5" fmla="*/ 0 w 11571109"/>
              <a:gd name="connsiteY5" fmla="*/ 45626 h 1733143"/>
              <a:gd name="connsiteX6" fmla="*/ 423935 w 11571109"/>
              <a:gd name="connsiteY6" fmla="*/ 607 h 1733143"/>
              <a:gd name="connsiteX0" fmla="*/ 423935 w 11579274"/>
              <a:gd name="connsiteY0" fmla="*/ 607 h 1733143"/>
              <a:gd name="connsiteX1" fmla="*/ 5870411 w 11579274"/>
              <a:gd name="connsiteY1" fmla="*/ 1643974 h 1733143"/>
              <a:gd name="connsiteX2" fmla="*/ 11298446 w 11579274"/>
              <a:gd name="connsiteY2" fmla="*/ 0 h 1733143"/>
              <a:gd name="connsiteX3" fmla="*/ 11579274 w 11579274"/>
              <a:gd name="connsiteY3" fmla="*/ 116036 h 1733143"/>
              <a:gd name="connsiteX4" fmla="*/ 5880139 w 11579274"/>
              <a:gd name="connsiteY4" fmla="*/ 1733143 h 1733143"/>
              <a:gd name="connsiteX5" fmla="*/ 0 w 11579274"/>
              <a:gd name="connsiteY5" fmla="*/ 45626 h 1733143"/>
              <a:gd name="connsiteX6" fmla="*/ 423935 w 11579274"/>
              <a:gd name="connsiteY6" fmla="*/ 607 h 1733143"/>
              <a:gd name="connsiteX0" fmla="*/ 423935 w 11579274"/>
              <a:gd name="connsiteY0" fmla="*/ 0 h 1732536"/>
              <a:gd name="connsiteX1" fmla="*/ 5870411 w 11579274"/>
              <a:gd name="connsiteY1" fmla="*/ 1643367 h 1732536"/>
              <a:gd name="connsiteX2" fmla="*/ 11233132 w 11579274"/>
              <a:gd name="connsiteY2" fmla="*/ 48379 h 1732536"/>
              <a:gd name="connsiteX3" fmla="*/ 11579274 w 11579274"/>
              <a:gd name="connsiteY3" fmla="*/ 115429 h 1732536"/>
              <a:gd name="connsiteX4" fmla="*/ 5880139 w 11579274"/>
              <a:gd name="connsiteY4" fmla="*/ 1732536 h 1732536"/>
              <a:gd name="connsiteX5" fmla="*/ 0 w 11579274"/>
              <a:gd name="connsiteY5" fmla="*/ 45019 h 1732536"/>
              <a:gd name="connsiteX6" fmla="*/ 423935 w 11579274"/>
              <a:gd name="connsiteY6" fmla="*/ 0 h 1732536"/>
              <a:gd name="connsiteX0" fmla="*/ 423935 w 11579274"/>
              <a:gd name="connsiteY0" fmla="*/ 0 h 1732536"/>
              <a:gd name="connsiteX1" fmla="*/ 5870411 w 11579274"/>
              <a:gd name="connsiteY1" fmla="*/ 1643367 h 1732536"/>
              <a:gd name="connsiteX2" fmla="*/ 11241297 w 11579274"/>
              <a:gd name="connsiteY2" fmla="*/ 32050 h 1732536"/>
              <a:gd name="connsiteX3" fmla="*/ 11579274 w 11579274"/>
              <a:gd name="connsiteY3" fmla="*/ 115429 h 1732536"/>
              <a:gd name="connsiteX4" fmla="*/ 5880139 w 11579274"/>
              <a:gd name="connsiteY4" fmla="*/ 1732536 h 1732536"/>
              <a:gd name="connsiteX5" fmla="*/ 0 w 11579274"/>
              <a:gd name="connsiteY5" fmla="*/ 45019 h 1732536"/>
              <a:gd name="connsiteX6" fmla="*/ 423935 w 11579274"/>
              <a:gd name="connsiteY6" fmla="*/ 0 h 1732536"/>
              <a:gd name="connsiteX0" fmla="*/ 423935 w 11579274"/>
              <a:gd name="connsiteY0" fmla="*/ 0 h 1732536"/>
              <a:gd name="connsiteX1" fmla="*/ 5870411 w 11579274"/>
              <a:gd name="connsiteY1" fmla="*/ 1643367 h 1732536"/>
              <a:gd name="connsiteX2" fmla="*/ 11241297 w 11579274"/>
              <a:gd name="connsiteY2" fmla="*/ 32050 h 1732536"/>
              <a:gd name="connsiteX3" fmla="*/ 11579274 w 11579274"/>
              <a:gd name="connsiteY3" fmla="*/ 115429 h 1732536"/>
              <a:gd name="connsiteX4" fmla="*/ 5880139 w 11579274"/>
              <a:gd name="connsiteY4" fmla="*/ 1732536 h 1732536"/>
              <a:gd name="connsiteX5" fmla="*/ 0 w 11579274"/>
              <a:gd name="connsiteY5" fmla="*/ 45019 h 1732536"/>
              <a:gd name="connsiteX6" fmla="*/ 423935 w 11579274"/>
              <a:gd name="connsiteY6" fmla="*/ 0 h 1732536"/>
              <a:gd name="connsiteX0" fmla="*/ 423935 w 11579274"/>
              <a:gd name="connsiteY0" fmla="*/ 0 h 1732536"/>
              <a:gd name="connsiteX1" fmla="*/ 5870411 w 11579274"/>
              <a:gd name="connsiteY1" fmla="*/ 1643367 h 1732536"/>
              <a:gd name="connsiteX2" fmla="*/ 11224968 w 11579274"/>
              <a:gd name="connsiteY2" fmla="*/ 48379 h 1732536"/>
              <a:gd name="connsiteX3" fmla="*/ 11579274 w 11579274"/>
              <a:gd name="connsiteY3" fmla="*/ 115429 h 1732536"/>
              <a:gd name="connsiteX4" fmla="*/ 5880139 w 11579274"/>
              <a:gd name="connsiteY4" fmla="*/ 1732536 h 1732536"/>
              <a:gd name="connsiteX5" fmla="*/ 0 w 11579274"/>
              <a:gd name="connsiteY5" fmla="*/ 45019 h 1732536"/>
              <a:gd name="connsiteX6" fmla="*/ 423935 w 11579274"/>
              <a:gd name="connsiteY6" fmla="*/ 0 h 1732536"/>
              <a:gd name="connsiteX0" fmla="*/ 219828 w 11375167"/>
              <a:gd name="connsiteY0" fmla="*/ 0 h 1732536"/>
              <a:gd name="connsiteX1" fmla="*/ 5666304 w 11375167"/>
              <a:gd name="connsiteY1" fmla="*/ 1643367 h 1732536"/>
              <a:gd name="connsiteX2" fmla="*/ 11020861 w 11375167"/>
              <a:gd name="connsiteY2" fmla="*/ 48379 h 1732536"/>
              <a:gd name="connsiteX3" fmla="*/ 11375167 w 11375167"/>
              <a:gd name="connsiteY3" fmla="*/ 115429 h 1732536"/>
              <a:gd name="connsiteX4" fmla="*/ 5676032 w 11375167"/>
              <a:gd name="connsiteY4" fmla="*/ 1732536 h 1732536"/>
              <a:gd name="connsiteX5" fmla="*/ 0 w 11375167"/>
              <a:gd name="connsiteY5" fmla="*/ 77676 h 1732536"/>
              <a:gd name="connsiteX6" fmla="*/ 219828 w 11375167"/>
              <a:gd name="connsiteY6" fmla="*/ 0 h 1732536"/>
              <a:gd name="connsiteX0" fmla="*/ 293307 w 11375167"/>
              <a:gd name="connsiteY0" fmla="*/ 0 h 1708044"/>
              <a:gd name="connsiteX1" fmla="*/ 5666304 w 11375167"/>
              <a:gd name="connsiteY1" fmla="*/ 1618875 h 1708044"/>
              <a:gd name="connsiteX2" fmla="*/ 11020861 w 11375167"/>
              <a:gd name="connsiteY2" fmla="*/ 23887 h 1708044"/>
              <a:gd name="connsiteX3" fmla="*/ 11375167 w 11375167"/>
              <a:gd name="connsiteY3" fmla="*/ 90937 h 1708044"/>
              <a:gd name="connsiteX4" fmla="*/ 5676032 w 11375167"/>
              <a:gd name="connsiteY4" fmla="*/ 1708044 h 1708044"/>
              <a:gd name="connsiteX5" fmla="*/ 0 w 11375167"/>
              <a:gd name="connsiteY5" fmla="*/ 53184 h 1708044"/>
              <a:gd name="connsiteX6" fmla="*/ 293307 w 11375167"/>
              <a:gd name="connsiteY6" fmla="*/ 0 h 1708044"/>
              <a:gd name="connsiteX0" fmla="*/ 317800 w 11375167"/>
              <a:gd name="connsiteY0" fmla="*/ 606 h 1684157"/>
              <a:gd name="connsiteX1" fmla="*/ 5666304 w 11375167"/>
              <a:gd name="connsiteY1" fmla="*/ 1594988 h 1684157"/>
              <a:gd name="connsiteX2" fmla="*/ 11020861 w 11375167"/>
              <a:gd name="connsiteY2" fmla="*/ 0 h 1684157"/>
              <a:gd name="connsiteX3" fmla="*/ 11375167 w 11375167"/>
              <a:gd name="connsiteY3" fmla="*/ 67050 h 1684157"/>
              <a:gd name="connsiteX4" fmla="*/ 5676032 w 11375167"/>
              <a:gd name="connsiteY4" fmla="*/ 1684157 h 1684157"/>
              <a:gd name="connsiteX5" fmla="*/ 0 w 11375167"/>
              <a:gd name="connsiteY5" fmla="*/ 29297 h 1684157"/>
              <a:gd name="connsiteX6" fmla="*/ 317800 w 11375167"/>
              <a:gd name="connsiteY6" fmla="*/ 606 h 1684157"/>
              <a:gd name="connsiteX0" fmla="*/ 285142 w 11342509"/>
              <a:gd name="connsiteY0" fmla="*/ 606 h 1684157"/>
              <a:gd name="connsiteX1" fmla="*/ 5633646 w 11342509"/>
              <a:gd name="connsiteY1" fmla="*/ 1594988 h 1684157"/>
              <a:gd name="connsiteX2" fmla="*/ 10988203 w 11342509"/>
              <a:gd name="connsiteY2" fmla="*/ 0 h 1684157"/>
              <a:gd name="connsiteX3" fmla="*/ 11342509 w 11342509"/>
              <a:gd name="connsiteY3" fmla="*/ 67050 h 1684157"/>
              <a:gd name="connsiteX4" fmla="*/ 5643374 w 11342509"/>
              <a:gd name="connsiteY4" fmla="*/ 1684157 h 1684157"/>
              <a:gd name="connsiteX5" fmla="*/ 0 w 11342509"/>
              <a:gd name="connsiteY5" fmla="*/ 29297 h 1684157"/>
              <a:gd name="connsiteX6" fmla="*/ 285142 w 11342509"/>
              <a:gd name="connsiteY6" fmla="*/ 606 h 1684157"/>
              <a:gd name="connsiteX0" fmla="*/ 276977 w 11342509"/>
              <a:gd name="connsiteY0" fmla="*/ 0 h 1691715"/>
              <a:gd name="connsiteX1" fmla="*/ 5633646 w 11342509"/>
              <a:gd name="connsiteY1" fmla="*/ 1602546 h 1691715"/>
              <a:gd name="connsiteX2" fmla="*/ 10988203 w 11342509"/>
              <a:gd name="connsiteY2" fmla="*/ 7558 h 1691715"/>
              <a:gd name="connsiteX3" fmla="*/ 11342509 w 11342509"/>
              <a:gd name="connsiteY3" fmla="*/ 74608 h 1691715"/>
              <a:gd name="connsiteX4" fmla="*/ 5643374 w 11342509"/>
              <a:gd name="connsiteY4" fmla="*/ 1691715 h 1691715"/>
              <a:gd name="connsiteX5" fmla="*/ 0 w 11342509"/>
              <a:gd name="connsiteY5" fmla="*/ 36855 h 1691715"/>
              <a:gd name="connsiteX6" fmla="*/ 276977 w 11342509"/>
              <a:gd name="connsiteY6" fmla="*/ 0 h 1691715"/>
              <a:gd name="connsiteX0" fmla="*/ 276977 w 11342509"/>
              <a:gd name="connsiteY0" fmla="*/ 0 h 1691715"/>
              <a:gd name="connsiteX1" fmla="*/ 5633646 w 11342509"/>
              <a:gd name="connsiteY1" fmla="*/ 1602546 h 1691715"/>
              <a:gd name="connsiteX2" fmla="*/ 11018020 w 11342509"/>
              <a:gd name="connsiteY2" fmla="*/ 17498 h 1691715"/>
              <a:gd name="connsiteX3" fmla="*/ 11342509 w 11342509"/>
              <a:gd name="connsiteY3" fmla="*/ 74608 h 1691715"/>
              <a:gd name="connsiteX4" fmla="*/ 5643374 w 11342509"/>
              <a:gd name="connsiteY4" fmla="*/ 1691715 h 1691715"/>
              <a:gd name="connsiteX5" fmla="*/ 0 w 11342509"/>
              <a:gd name="connsiteY5" fmla="*/ 36855 h 1691715"/>
              <a:gd name="connsiteX6" fmla="*/ 276977 w 11342509"/>
              <a:gd name="connsiteY6" fmla="*/ 0 h 1691715"/>
              <a:gd name="connsiteX0" fmla="*/ 276977 w 11342509"/>
              <a:gd name="connsiteY0" fmla="*/ 0 h 1691715"/>
              <a:gd name="connsiteX1" fmla="*/ 5633646 w 11342509"/>
              <a:gd name="connsiteY1" fmla="*/ 1602546 h 1691715"/>
              <a:gd name="connsiteX2" fmla="*/ 11018020 w 11342509"/>
              <a:gd name="connsiteY2" fmla="*/ 17498 h 1691715"/>
              <a:gd name="connsiteX3" fmla="*/ 11342509 w 11342509"/>
              <a:gd name="connsiteY3" fmla="*/ 74608 h 1691715"/>
              <a:gd name="connsiteX4" fmla="*/ 5643374 w 11342509"/>
              <a:gd name="connsiteY4" fmla="*/ 1691715 h 1691715"/>
              <a:gd name="connsiteX5" fmla="*/ 0 w 11342509"/>
              <a:gd name="connsiteY5" fmla="*/ 36855 h 1691715"/>
              <a:gd name="connsiteX6" fmla="*/ 276977 w 11342509"/>
              <a:gd name="connsiteY6" fmla="*/ 0 h 1691715"/>
              <a:gd name="connsiteX0" fmla="*/ 276977 w 11342509"/>
              <a:gd name="connsiteY0" fmla="*/ 0 h 1691715"/>
              <a:gd name="connsiteX1" fmla="*/ 5633646 w 11342509"/>
              <a:gd name="connsiteY1" fmla="*/ 1602546 h 1691715"/>
              <a:gd name="connsiteX2" fmla="*/ 11047837 w 11342509"/>
              <a:gd name="connsiteY2" fmla="*/ 17498 h 1691715"/>
              <a:gd name="connsiteX3" fmla="*/ 11342509 w 11342509"/>
              <a:gd name="connsiteY3" fmla="*/ 74608 h 1691715"/>
              <a:gd name="connsiteX4" fmla="*/ 5643374 w 11342509"/>
              <a:gd name="connsiteY4" fmla="*/ 1691715 h 1691715"/>
              <a:gd name="connsiteX5" fmla="*/ 0 w 11342509"/>
              <a:gd name="connsiteY5" fmla="*/ 36855 h 1691715"/>
              <a:gd name="connsiteX6" fmla="*/ 276977 w 11342509"/>
              <a:gd name="connsiteY6" fmla="*/ 0 h 1691715"/>
              <a:gd name="connsiteX0" fmla="*/ 276977 w 11342509"/>
              <a:gd name="connsiteY0" fmla="*/ 0 h 1691715"/>
              <a:gd name="connsiteX1" fmla="*/ 5633646 w 11342509"/>
              <a:gd name="connsiteY1" fmla="*/ 1602546 h 1691715"/>
              <a:gd name="connsiteX2" fmla="*/ 11080494 w 11342509"/>
              <a:gd name="connsiteY2" fmla="*/ 17498 h 1691715"/>
              <a:gd name="connsiteX3" fmla="*/ 11342509 w 11342509"/>
              <a:gd name="connsiteY3" fmla="*/ 74608 h 1691715"/>
              <a:gd name="connsiteX4" fmla="*/ 5643374 w 11342509"/>
              <a:gd name="connsiteY4" fmla="*/ 1691715 h 1691715"/>
              <a:gd name="connsiteX5" fmla="*/ 0 w 11342509"/>
              <a:gd name="connsiteY5" fmla="*/ 36855 h 1691715"/>
              <a:gd name="connsiteX6" fmla="*/ 276977 w 11342509"/>
              <a:gd name="connsiteY6" fmla="*/ 0 h 1691715"/>
              <a:gd name="connsiteX0" fmla="*/ 276977 w 11342509"/>
              <a:gd name="connsiteY0" fmla="*/ 0 h 1691715"/>
              <a:gd name="connsiteX1" fmla="*/ 5633646 w 11342509"/>
              <a:gd name="connsiteY1" fmla="*/ 1602546 h 1691715"/>
              <a:gd name="connsiteX2" fmla="*/ 11080494 w 11342509"/>
              <a:gd name="connsiteY2" fmla="*/ 17498 h 1691715"/>
              <a:gd name="connsiteX3" fmla="*/ 11342509 w 11342509"/>
              <a:gd name="connsiteY3" fmla="*/ 74608 h 1691715"/>
              <a:gd name="connsiteX4" fmla="*/ 5643374 w 11342509"/>
              <a:gd name="connsiteY4" fmla="*/ 1691715 h 1691715"/>
              <a:gd name="connsiteX5" fmla="*/ 0 w 11342509"/>
              <a:gd name="connsiteY5" fmla="*/ 36855 h 1691715"/>
              <a:gd name="connsiteX6" fmla="*/ 276977 w 11342509"/>
              <a:gd name="connsiteY6" fmla="*/ 0 h 1691715"/>
              <a:gd name="connsiteX0" fmla="*/ 276977 w 11342509"/>
              <a:gd name="connsiteY0" fmla="*/ 0 h 1691715"/>
              <a:gd name="connsiteX1" fmla="*/ 5633646 w 11342509"/>
              <a:gd name="connsiteY1" fmla="*/ 1602546 h 1691715"/>
              <a:gd name="connsiteX2" fmla="*/ 11080494 w 11342509"/>
              <a:gd name="connsiteY2" fmla="*/ 17498 h 1691715"/>
              <a:gd name="connsiteX3" fmla="*/ 11342509 w 11342509"/>
              <a:gd name="connsiteY3" fmla="*/ 74608 h 1691715"/>
              <a:gd name="connsiteX4" fmla="*/ 5643374 w 11342509"/>
              <a:gd name="connsiteY4" fmla="*/ 1691715 h 1691715"/>
              <a:gd name="connsiteX5" fmla="*/ 0 w 11342509"/>
              <a:gd name="connsiteY5" fmla="*/ 36855 h 1691715"/>
              <a:gd name="connsiteX6" fmla="*/ 276977 w 11342509"/>
              <a:gd name="connsiteY6" fmla="*/ 0 h 1691715"/>
              <a:gd name="connsiteX0" fmla="*/ 276977 w 11342509"/>
              <a:gd name="connsiteY0" fmla="*/ 0 h 1691715"/>
              <a:gd name="connsiteX1" fmla="*/ 5643806 w 11342509"/>
              <a:gd name="connsiteY1" fmla="*/ 1602546 h 1691715"/>
              <a:gd name="connsiteX2" fmla="*/ 11080494 w 11342509"/>
              <a:gd name="connsiteY2" fmla="*/ 17498 h 1691715"/>
              <a:gd name="connsiteX3" fmla="*/ 11342509 w 11342509"/>
              <a:gd name="connsiteY3" fmla="*/ 74608 h 1691715"/>
              <a:gd name="connsiteX4" fmla="*/ 5643374 w 11342509"/>
              <a:gd name="connsiteY4" fmla="*/ 1691715 h 1691715"/>
              <a:gd name="connsiteX5" fmla="*/ 0 w 11342509"/>
              <a:gd name="connsiteY5" fmla="*/ 36855 h 1691715"/>
              <a:gd name="connsiteX6" fmla="*/ 276977 w 11342509"/>
              <a:gd name="connsiteY6" fmla="*/ 0 h 16917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342509" h="1691715">
                <a:moveTo>
                  <a:pt x="276977" y="0"/>
                </a:moveTo>
                <a:cubicBezTo>
                  <a:pt x="2111519" y="662089"/>
                  <a:pt x="3847364" y="1159532"/>
                  <a:pt x="5643806" y="1602546"/>
                </a:cubicBezTo>
                <a:cubicBezTo>
                  <a:pt x="7519826" y="1121230"/>
                  <a:pt x="9471175" y="643464"/>
                  <a:pt x="11080494" y="17498"/>
                </a:cubicBezTo>
                <a:lnTo>
                  <a:pt x="11342509" y="74608"/>
                </a:lnTo>
                <a:cubicBezTo>
                  <a:pt x="9170201" y="663537"/>
                  <a:pt x="7834732" y="1188511"/>
                  <a:pt x="5643374" y="1691715"/>
                </a:cubicBezTo>
                <a:cubicBezTo>
                  <a:pt x="3393042" y="1200874"/>
                  <a:pt x="2250332" y="651521"/>
                  <a:pt x="0" y="36855"/>
                </a:cubicBezTo>
                <a:lnTo>
                  <a:pt x="276977"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图片 21"/>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4222990" y="1401505"/>
            <a:ext cx="3746000" cy="1048514"/>
          </a:xfrm>
          <a:prstGeom prst="rect">
            <a:avLst/>
          </a:prstGeom>
        </p:spPr>
      </p:pic>
    </p:spTree>
    <p:extLst>
      <p:ext uri="{BB962C8B-B14F-4D97-AF65-F5344CB8AC3E}">
        <p14:creationId xmlns:p14="http://schemas.microsoft.com/office/powerpoint/2010/main" val="317244243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封面样式7-尾页">
    <p:spTree>
      <p:nvGrpSpPr>
        <p:cNvPr id="1" name=""/>
        <p:cNvGrpSpPr/>
        <p:nvPr/>
      </p:nvGrpSpPr>
      <p:grpSpPr>
        <a:xfrm>
          <a:off x="0" y="0"/>
          <a:ext cx="0" cy="0"/>
          <a:chOff x="0" y="0"/>
          <a:chExt cx="0" cy="0"/>
        </a:xfrm>
      </p:grpSpPr>
      <p:pic>
        <p:nvPicPr>
          <p:cNvPr id="5" name="图片 4"/>
          <p:cNvPicPr>
            <a:picLocks noChangeAspect="1"/>
          </p:cNvPicPr>
          <p:nvPr userDrawn="1"/>
        </p:nvPicPr>
        <p:blipFill>
          <a:blip r:embed="rId2"/>
          <a:stretch>
            <a:fillRect/>
          </a:stretch>
        </p:blipFill>
        <p:spPr>
          <a:xfrm>
            <a:off x="0" y="0"/>
            <a:ext cx="12193057" cy="4066384"/>
          </a:xfrm>
          <a:prstGeom prst="rect">
            <a:avLst/>
          </a:prstGeom>
        </p:spPr>
      </p:pic>
      <p:sp>
        <p:nvSpPr>
          <p:cNvPr id="19" name="任意多边形: 形状 20">
            <a:extLst>
              <a:ext uri="{FF2B5EF4-FFF2-40B4-BE49-F238E27FC236}">
                <a16:creationId xmlns:a16="http://schemas.microsoft.com/office/drawing/2014/main" id="{EB508EBB-D4A6-41A3-BA79-D5276F572933}"/>
              </a:ext>
            </a:extLst>
          </p:cNvPr>
          <p:cNvSpPr/>
          <p:nvPr userDrawn="1"/>
        </p:nvSpPr>
        <p:spPr>
          <a:xfrm rot="10800000">
            <a:off x="-18" y="0"/>
            <a:ext cx="12192001" cy="4066750"/>
          </a:xfrm>
          <a:custGeom>
            <a:avLst/>
            <a:gdLst>
              <a:gd name="connsiteX0" fmla="*/ 12192000 w 12192001"/>
              <a:gd name="connsiteY0" fmla="*/ 4062881 h 4062881"/>
              <a:gd name="connsiteX1" fmla="*/ 0 w 12192001"/>
              <a:gd name="connsiteY1" fmla="*/ 4062881 h 4062881"/>
              <a:gd name="connsiteX2" fmla="*/ 0 w 12192001"/>
              <a:gd name="connsiteY2" fmla="*/ 1441627 h 4062881"/>
              <a:gd name="connsiteX3" fmla="*/ 7949 w 12192001"/>
              <a:gd name="connsiteY3" fmla="*/ 1441627 h 4062881"/>
              <a:gd name="connsiteX4" fmla="*/ 6105511 w 12192001"/>
              <a:gd name="connsiteY4" fmla="*/ 0 h 4062881"/>
              <a:gd name="connsiteX5" fmla="*/ 12184078 w 12192001"/>
              <a:gd name="connsiteY5" fmla="*/ 1441627 h 4062881"/>
              <a:gd name="connsiteX6" fmla="*/ 12192000 w 12192001"/>
              <a:gd name="connsiteY6" fmla="*/ 1441627 h 4062881"/>
              <a:gd name="connsiteX7" fmla="*/ 12192000 w 12192001"/>
              <a:gd name="connsiteY7" fmla="*/ 1443506 h 4062881"/>
              <a:gd name="connsiteX8" fmla="*/ 12192001 w 12192001"/>
              <a:gd name="connsiteY8" fmla="*/ 1443506 h 4062881"/>
              <a:gd name="connsiteX9" fmla="*/ 12192000 w 12192001"/>
              <a:gd name="connsiteY9" fmla="*/ 1443506 h 40628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192001" h="4062881">
                <a:moveTo>
                  <a:pt x="12192000" y="4062881"/>
                </a:moveTo>
                <a:lnTo>
                  <a:pt x="0" y="4062881"/>
                </a:lnTo>
                <a:lnTo>
                  <a:pt x="0" y="1441627"/>
                </a:lnTo>
                <a:lnTo>
                  <a:pt x="7949" y="1441627"/>
                </a:lnTo>
                <a:lnTo>
                  <a:pt x="6105511" y="0"/>
                </a:lnTo>
                <a:lnTo>
                  <a:pt x="12184078" y="1441627"/>
                </a:lnTo>
                <a:lnTo>
                  <a:pt x="12192000" y="1441627"/>
                </a:lnTo>
                <a:lnTo>
                  <a:pt x="12192000" y="1443506"/>
                </a:lnTo>
                <a:lnTo>
                  <a:pt x="12192001" y="1443506"/>
                </a:lnTo>
                <a:lnTo>
                  <a:pt x="12192000" y="1443506"/>
                </a:lnTo>
                <a:close/>
              </a:path>
            </a:pathLst>
          </a:custGeom>
          <a:solidFill>
            <a:srgbClr val="006434">
              <a:alpha val="8588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0" name="任意多边形: 形状 44">
            <a:extLst>
              <a:ext uri="{FF2B5EF4-FFF2-40B4-BE49-F238E27FC236}">
                <a16:creationId xmlns:a16="http://schemas.microsoft.com/office/drawing/2014/main" id="{DE2D1209-7AA5-4F95-A441-DACDCD612E99}"/>
              </a:ext>
            </a:extLst>
          </p:cNvPr>
          <p:cNvSpPr/>
          <p:nvPr userDrawn="1"/>
        </p:nvSpPr>
        <p:spPr>
          <a:xfrm>
            <a:off x="0" y="2329236"/>
            <a:ext cx="12191985" cy="1809343"/>
          </a:xfrm>
          <a:custGeom>
            <a:avLst/>
            <a:gdLst>
              <a:gd name="connsiteX0" fmla="*/ 11511615 w 12185612"/>
              <a:gd name="connsiteY0" fmla="*/ 0 h 1809343"/>
              <a:gd name="connsiteX1" fmla="*/ 12185612 w 12185612"/>
              <a:gd name="connsiteY1" fmla="*/ 134799 h 1809343"/>
              <a:gd name="connsiteX2" fmla="*/ 12185612 w 12185612"/>
              <a:gd name="connsiteY2" fmla="*/ 319795 h 1809343"/>
              <a:gd name="connsiteX3" fmla="*/ 11769269 w 12185612"/>
              <a:gd name="connsiteY3" fmla="*/ 431005 h 1809343"/>
              <a:gd name="connsiteX4" fmla="*/ 6098388 w 12185612"/>
              <a:gd name="connsiteY4" fmla="*/ 1809343 h 1809343"/>
              <a:gd name="connsiteX5" fmla="*/ 1030855 w 12185612"/>
              <a:gd name="connsiteY5" fmla="*/ 612528 h 1809343"/>
              <a:gd name="connsiteX6" fmla="*/ 0 w 12185612"/>
              <a:gd name="connsiteY6" fmla="*/ 339538 h 1809343"/>
              <a:gd name="connsiteX7" fmla="*/ 0 w 12185612"/>
              <a:gd name="connsiteY7" fmla="*/ 81678 h 1809343"/>
              <a:gd name="connsiteX8" fmla="*/ 637104 w 12185612"/>
              <a:gd name="connsiteY8" fmla="*/ 607 h 1809343"/>
              <a:gd name="connsiteX9" fmla="*/ 6098821 w 12185612"/>
              <a:gd name="connsiteY9" fmla="*/ 1643974 h 1809343"/>
              <a:gd name="connsiteX10" fmla="*/ 11511615 w 12185612"/>
              <a:gd name="connsiteY10" fmla="*/ 0 h 1809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185612" h="1809343">
                <a:moveTo>
                  <a:pt x="11511615" y="0"/>
                </a:moveTo>
                <a:lnTo>
                  <a:pt x="12185612" y="134799"/>
                </a:lnTo>
                <a:lnTo>
                  <a:pt x="12185612" y="319795"/>
                </a:lnTo>
                <a:lnTo>
                  <a:pt x="11769269" y="431005"/>
                </a:lnTo>
                <a:cubicBezTo>
                  <a:pt x="9878327" y="928737"/>
                  <a:pt x="8015827" y="1369040"/>
                  <a:pt x="6098388" y="1809343"/>
                </a:cubicBezTo>
                <a:cubicBezTo>
                  <a:pt x="4410640" y="1441212"/>
                  <a:pt x="2720033" y="1046292"/>
                  <a:pt x="1030855" y="612528"/>
                </a:cubicBezTo>
                <a:lnTo>
                  <a:pt x="0" y="339538"/>
                </a:lnTo>
                <a:lnTo>
                  <a:pt x="0" y="81678"/>
                </a:lnTo>
                <a:lnTo>
                  <a:pt x="637104" y="607"/>
                </a:lnTo>
                <a:cubicBezTo>
                  <a:pt x="2471646" y="662696"/>
                  <a:pt x="4302378" y="1200960"/>
                  <a:pt x="6098821" y="1643974"/>
                </a:cubicBezTo>
                <a:cubicBezTo>
                  <a:pt x="7974840" y="1162658"/>
                  <a:pt x="9749895" y="681341"/>
                  <a:pt x="11511615"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1" name="任意多边形: 形状 49">
            <a:extLst>
              <a:ext uri="{FF2B5EF4-FFF2-40B4-BE49-F238E27FC236}">
                <a16:creationId xmlns:a16="http://schemas.microsoft.com/office/drawing/2014/main" id="{4BD5183D-F6D1-4DEC-8FB6-46F3C5C8E2AB}"/>
              </a:ext>
            </a:extLst>
          </p:cNvPr>
          <p:cNvSpPr/>
          <p:nvPr userDrawn="1"/>
        </p:nvSpPr>
        <p:spPr>
          <a:xfrm>
            <a:off x="450423" y="2315566"/>
            <a:ext cx="11342509" cy="1691715"/>
          </a:xfrm>
          <a:custGeom>
            <a:avLst/>
            <a:gdLst>
              <a:gd name="connsiteX0" fmla="*/ 9728 w 12217941"/>
              <a:gd name="connsiteY0" fmla="*/ 0 h 1605064"/>
              <a:gd name="connsiteX1" fmla="*/ 6108971 w 12217941"/>
              <a:gd name="connsiteY1" fmla="*/ 1498060 h 1605064"/>
              <a:gd name="connsiteX2" fmla="*/ 12208213 w 12217941"/>
              <a:gd name="connsiteY2" fmla="*/ 19456 h 1605064"/>
              <a:gd name="connsiteX3" fmla="*/ 12217941 w 12217941"/>
              <a:gd name="connsiteY3" fmla="*/ 282103 h 1605064"/>
              <a:gd name="connsiteX4" fmla="*/ 6118698 w 12217941"/>
              <a:gd name="connsiteY4" fmla="*/ 1605064 h 1605064"/>
              <a:gd name="connsiteX5" fmla="*/ 0 w 12217941"/>
              <a:gd name="connsiteY5" fmla="*/ 233464 h 1605064"/>
              <a:gd name="connsiteX6" fmla="*/ 9728 w 12217941"/>
              <a:gd name="connsiteY6" fmla="*/ 0 h 1605064"/>
              <a:gd name="connsiteX0" fmla="*/ 0 w 12208213"/>
              <a:gd name="connsiteY0" fmla="*/ 0 h 1605064"/>
              <a:gd name="connsiteX1" fmla="*/ 6099243 w 12208213"/>
              <a:gd name="connsiteY1" fmla="*/ 1498060 h 1605064"/>
              <a:gd name="connsiteX2" fmla="*/ 12198485 w 12208213"/>
              <a:gd name="connsiteY2" fmla="*/ 19456 h 1605064"/>
              <a:gd name="connsiteX3" fmla="*/ 12208213 w 12208213"/>
              <a:gd name="connsiteY3" fmla="*/ 282103 h 1605064"/>
              <a:gd name="connsiteX4" fmla="*/ 6108970 w 12208213"/>
              <a:gd name="connsiteY4" fmla="*/ 1605064 h 1605064"/>
              <a:gd name="connsiteX5" fmla="*/ 0 w 12208213"/>
              <a:gd name="connsiteY5" fmla="*/ 544749 h 1605064"/>
              <a:gd name="connsiteX6" fmla="*/ 0 w 12208213"/>
              <a:gd name="connsiteY6" fmla="*/ 0 h 1605064"/>
              <a:gd name="connsiteX0" fmla="*/ 0 w 12198485"/>
              <a:gd name="connsiteY0" fmla="*/ 0 h 1605064"/>
              <a:gd name="connsiteX1" fmla="*/ 6099243 w 12198485"/>
              <a:gd name="connsiteY1" fmla="*/ 1498060 h 1605064"/>
              <a:gd name="connsiteX2" fmla="*/ 12198485 w 12198485"/>
              <a:gd name="connsiteY2" fmla="*/ 19456 h 1605064"/>
              <a:gd name="connsiteX3" fmla="*/ 12198485 w 12198485"/>
              <a:gd name="connsiteY3" fmla="*/ 603115 h 1605064"/>
              <a:gd name="connsiteX4" fmla="*/ 6108970 w 12198485"/>
              <a:gd name="connsiteY4" fmla="*/ 1605064 h 1605064"/>
              <a:gd name="connsiteX5" fmla="*/ 0 w 12198485"/>
              <a:gd name="connsiteY5" fmla="*/ 544749 h 1605064"/>
              <a:gd name="connsiteX6" fmla="*/ 0 w 12198485"/>
              <a:gd name="connsiteY6" fmla="*/ 0 h 1605064"/>
              <a:gd name="connsiteX0" fmla="*/ 0 w 12198485"/>
              <a:gd name="connsiteY0" fmla="*/ 0 h 1605064"/>
              <a:gd name="connsiteX1" fmla="*/ 6108970 w 12198485"/>
              <a:gd name="connsiteY1" fmla="*/ 1507788 h 1605064"/>
              <a:gd name="connsiteX2" fmla="*/ 12198485 w 12198485"/>
              <a:gd name="connsiteY2" fmla="*/ 19456 h 1605064"/>
              <a:gd name="connsiteX3" fmla="*/ 12198485 w 12198485"/>
              <a:gd name="connsiteY3" fmla="*/ 603115 h 1605064"/>
              <a:gd name="connsiteX4" fmla="*/ 6108970 w 12198485"/>
              <a:gd name="connsiteY4" fmla="*/ 1605064 h 1605064"/>
              <a:gd name="connsiteX5" fmla="*/ 0 w 12198485"/>
              <a:gd name="connsiteY5" fmla="*/ 544749 h 1605064"/>
              <a:gd name="connsiteX6" fmla="*/ 0 w 12198485"/>
              <a:gd name="connsiteY6" fmla="*/ 0 h 1605064"/>
              <a:gd name="connsiteX0" fmla="*/ 632298 w 12830783"/>
              <a:gd name="connsiteY0" fmla="*/ 0 h 1605064"/>
              <a:gd name="connsiteX1" fmla="*/ 6741268 w 12830783"/>
              <a:gd name="connsiteY1" fmla="*/ 1507788 h 1605064"/>
              <a:gd name="connsiteX2" fmla="*/ 12830783 w 12830783"/>
              <a:gd name="connsiteY2" fmla="*/ 19456 h 1605064"/>
              <a:gd name="connsiteX3" fmla="*/ 12830783 w 12830783"/>
              <a:gd name="connsiteY3" fmla="*/ 603115 h 1605064"/>
              <a:gd name="connsiteX4" fmla="*/ 6741268 w 12830783"/>
              <a:gd name="connsiteY4" fmla="*/ 1605064 h 1605064"/>
              <a:gd name="connsiteX5" fmla="*/ 0 w 12830783"/>
              <a:gd name="connsiteY5" fmla="*/ 29183 h 1605064"/>
              <a:gd name="connsiteX6" fmla="*/ 632298 w 12830783"/>
              <a:gd name="connsiteY6" fmla="*/ 0 h 1605064"/>
              <a:gd name="connsiteX0" fmla="*/ 836579 w 12830783"/>
              <a:gd name="connsiteY0" fmla="*/ 0 h 1634247"/>
              <a:gd name="connsiteX1" fmla="*/ 6741268 w 12830783"/>
              <a:gd name="connsiteY1" fmla="*/ 1536971 h 1634247"/>
              <a:gd name="connsiteX2" fmla="*/ 12830783 w 12830783"/>
              <a:gd name="connsiteY2" fmla="*/ 48639 h 1634247"/>
              <a:gd name="connsiteX3" fmla="*/ 12830783 w 12830783"/>
              <a:gd name="connsiteY3" fmla="*/ 632298 h 1634247"/>
              <a:gd name="connsiteX4" fmla="*/ 6741268 w 12830783"/>
              <a:gd name="connsiteY4" fmla="*/ 1634247 h 1634247"/>
              <a:gd name="connsiteX5" fmla="*/ 0 w 12830783"/>
              <a:gd name="connsiteY5" fmla="*/ 58366 h 1634247"/>
              <a:gd name="connsiteX6" fmla="*/ 836579 w 12830783"/>
              <a:gd name="connsiteY6" fmla="*/ 0 h 1634247"/>
              <a:gd name="connsiteX0" fmla="*/ 836579 w 12830783"/>
              <a:gd name="connsiteY0" fmla="*/ 0 h 1702340"/>
              <a:gd name="connsiteX1" fmla="*/ 6741268 w 12830783"/>
              <a:gd name="connsiteY1" fmla="*/ 1536971 h 1702340"/>
              <a:gd name="connsiteX2" fmla="*/ 12830783 w 12830783"/>
              <a:gd name="connsiteY2" fmla="*/ 48639 h 1702340"/>
              <a:gd name="connsiteX3" fmla="*/ 12830783 w 12830783"/>
              <a:gd name="connsiteY3" fmla="*/ 632298 h 1702340"/>
              <a:gd name="connsiteX4" fmla="*/ 6750996 w 12830783"/>
              <a:gd name="connsiteY4" fmla="*/ 1702340 h 1702340"/>
              <a:gd name="connsiteX5" fmla="*/ 0 w 12830783"/>
              <a:gd name="connsiteY5" fmla="*/ 58366 h 1702340"/>
              <a:gd name="connsiteX6" fmla="*/ 836579 w 12830783"/>
              <a:gd name="connsiteY6" fmla="*/ 0 h 1702340"/>
              <a:gd name="connsiteX0" fmla="*/ 836579 w 12830783"/>
              <a:gd name="connsiteY0" fmla="*/ 0 h 1702340"/>
              <a:gd name="connsiteX1" fmla="*/ 6741268 w 12830783"/>
              <a:gd name="connsiteY1" fmla="*/ 1536971 h 1702340"/>
              <a:gd name="connsiteX2" fmla="*/ 12470860 w 12830783"/>
              <a:gd name="connsiteY2" fmla="*/ 19456 h 1702340"/>
              <a:gd name="connsiteX3" fmla="*/ 12830783 w 12830783"/>
              <a:gd name="connsiteY3" fmla="*/ 632298 h 1702340"/>
              <a:gd name="connsiteX4" fmla="*/ 6750996 w 12830783"/>
              <a:gd name="connsiteY4" fmla="*/ 1702340 h 1702340"/>
              <a:gd name="connsiteX5" fmla="*/ 0 w 12830783"/>
              <a:gd name="connsiteY5" fmla="*/ 58366 h 1702340"/>
              <a:gd name="connsiteX6" fmla="*/ 836579 w 12830783"/>
              <a:gd name="connsiteY6" fmla="*/ 0 h 1702340"/>
              <a:gd name="connsiteX0" fmla="*/ 836579 w 13239345"/>
              <a:gd name="connsiteY0" fmla="*/ 0 h 1702340"/>
              <a:gd name="connsiteX1" fmla="*/ 6741268 w 13239345"/>
              <a:gd name="connsiteY1" fmla="*/ 1536971 h 1702340"/>
              <a:gd name="connsiteX2" fmla="*/ 12470860 w 13239345"/>
              <a:gd name="connsiteY2" fmla="*/ 19456 h 1702340"/>
              <a:gd name="connsiteX3" fmla="*/ 13239345 w 13239345"/>
              <a:gd name="connsiteY3" fmla="*/ 107004 h 1702340"/>
              <a:gd name="connsiteX4" fmla="*/ 6750996 w 13239345"/>
              <a:gd name="connsiteY4" fmla="*/ 1702340 h 1702340"/>
              <a:gd name="connsiteX5" fmla="*/ 0 w 13239345"/>
              <a:gd name="connsiteY5" fmla="*/ 58366 h 1702340"/>
              <a:gd name="connsiteX6" fmla="*/ 836579 w 13239345"/>
              <a:gd name="connsiteY6" fmla="*/ 0 h 1702340"/>
              <a:gd name="connsiteX0" fmla="*/ 836579 w 13239345"/>
              <a:gd name="connsiteY0" fmla="*/ 107003 h 1809343"/>
              <a:gd name="connsiteX1" fmla="*/ 6741268 w 13239345"/>
              <a:gd name="connsiteY1" fmla="*/ 1643974 h 1809343"/>
              <a:gd name="connsiteX2" fmla="*/ 12169303 w 13239345"/>
              <a:gd name="connsiteY2" fmla="*/ 0 h 1809343"/>
              <a:gd name="connsiteX3" fmla="*/ 13239345 w 13239345"/>
              <a:gd name="connsiteY3" fmla="*/ 214007 h 1809343"/>
              <a:gd name="connsiteX4" fmla="*/ 6750996 w 13239345"/>
              <a:gd name="connsiteY4" fmla="*/ 1809343 h 1809343"/>
              <a:gd name="connsiteX5" fmla="*/ 0 w 13239345"/>
              <a:gd name="connsiteY5" fmla="*/ 165369 h 1809343"/>
              <a:gd name="connsiteX6" fmla="*/ 836579 w 13239345"/>
              <a:gd name="connsiteY6" fmla="*/ 107003 h 1809343"/>
              <a:gd name="connsiteX0" fmla="*/ 1342417 w 13239345"/>
              <a:gd name="connsiteY0" fmla="*/ 29182 h 1809343"/>
              <a:gd name="connsiteX1" fmla="*/ 6741268 w 13239345"/>
              <a:gd name="connsiteY1" fmla="*/ 1643974 h 1809343"/>
              <a:gd name="connsiteX2" fmla="*/ 12169303 w 13239345"/>
              <a:gd name="connsiteY2" fmla="*/ 0 h 1809343"/>
              <a:gd name="connsiteX3" fmla="*/ 13239345 w 13239345"/>
              <a:gd name="connsiteY3" fmla="*/ 214007 h 1809343"/>
              <a:gd name="connsiteX4" fmla="*/ 6750996 w 13239345"/>
              <a:gd name="connsiteY4" fmla="*/ 1809343 h 1809343"/>
              <a:gd name="connsiteX5" fmla="*/ 0 w 13239345"/>
              <a:gd name="connsiteY5" fmla="*/ 165369 h 1809343"/>
              <a:gd name="connsiteX6" fmla="*/ 1342417 w 13239345"/>
              <a:gd name="connsiteY6" fmla="*/ 29182 h 1809343"/>
              <a:gd name="connsiteX0" fmla="*/ 1294792 w 13239345"/>
              <a:gd name="connsiteY0" fmla="*/ 607 h 1809343"/>
              <a:gd name="connsiteX1" fmla="*/ 6741268 w 13239345"/>
              <a:gd name="connsiteY1" fmla="*/ 1643974 h 1809343"/>
              <a:gd name="connsiteX2" fmla="*/ 12169303 w 13239345"/>
              <a:gd name="connsiteY2" fmla="*/ 0 h 1809343"/>
              <a:gd name="connsiteX3" fmla="*/ 13239345 w 13239345"/>
              <a:gd name="connsiteY3" fmla="*/ 214007 h 1809343"/>
              <a:gd name="connsiteX4" fmla="*/ 6750996 w 13239345"/>
              <a:gd name="connsiteY4" fmla="*/ 1809343 h 1809343"/>
              <a:gd name="connsiteX5" fmla="*/ 0 w 13239345"/>
              <a:gd name="connsiteY5" fmla="*/ 165369 h 1809343"/>
              <a:gd name="connsiteX6" fmla="*/ 1294792 w 13239345"/>
              <a:gd name="connsiteY6" fmla="*/ 607 h 1809343"/>
              <a:gd name="connsiteX0" fmla="*/ 1294792 w 13239345"/>
              <a:gd name="connsiteY0" fmla="*/ 607 h 1809343"/>
              <a:gd name="connsiteX1" fmla="*/ 6741268 w 13239345"/>
              <a:gd name="connsiteY1" fmla="*/ 1643974 h 1809343"/>
              <a:gd name="connsiteX2" fmla="*/ 12169303 w 13239345"/>
              <a:gd name="connsiteY2" fmla="*/ 0 h 1809343"/>
              <a:gd name="connsiteX3" fmla="*/ 13239345 w 13239345"/>
              <a:gd name="connsiteY3" fmla="*/ 214007 h 1809343"/>
              <a:gd name="connsiteX4" fmla="*/ 6750996 w 13239345"/>
              <a:gd name="connsiteY4" fmla="*/ 1809343 h 1809343"/>
              <a:gd name="connsiteX5" fmla="*/ 0 w 13239345"/>
              <a:gd name="connsiteY5" fmla="*/ 165369 h 1809343"/>
              <a:gd name="connsiteX6" fmla="*/ 1294792 w 13239345"/>
              <a:gd name="connsiteY6" fmla="*/ 607 h 1809343"/>
              <a:gd name="connsiteX0" fmla="*/ 1294792 w 13239345"/>
              <a:gd name="connsiteY0" fmla="*/ 607 h 1809343"/>
              <a:gd name="connsiteX1" fmla="*/ 6741268 w 13239345"/>
              <a:gd name="connsiteY1" fmla="*/ 1643974 h 1809343"/>
              <a:gd name="connsiteX2" fmla="*/ 12169303 w 13239345"/>
              <a:gd name="connsiteY2" fmla="*/ 0 h 1809343"/>
              <a:gd name="connsiteX3" fmla="*/ 13239345 w 13239345"/>
              <a:gd name="connsiteY3" fmla="*/ 214007 h 1809343"/>
              <a:gd name="connsiteX4" fmla="*/ 6750996 w 13239345"/>
              <a:gd name="connsiteY4" fmla="*/ 1809343 h 1809343"/>
              <a:gd name="connsiteX5" fmla="*/ 0 w 13239345"/>
              <a:gd name="connsiteY5" fmla="*/ 165369 h 1809343"/>
              <a:gd name="connsiteX6" fmla="*/ 1294792 w 13239345"/>
              <a:gd name="connsiteY6" fmla="*/ 607 h 1809343"/>
              <a:gd name="connsiteX0" fmla="*/ 1294792 w 13239345"/>
              <a:gd name="connsiteY0" fmla="*/ 607 h 1809343"/>
              <a:gd name="connsiteX1" fmla="*/ 6741268 w 13239345"/>
              <a:gd name="connsiteY1" fmla="*/ 1643974 h 1809343"/>
              <a:gd name="connsiteX2" fmla="*/ 12169303 w 13239345"/>
              <a:gd name="connsiteY2" fmla="*/ 0 h 1809343"/>
              <a:gd name="connsiteX3" fmla="*/ 13239345 w 13239345"/>
              <a:gd name="connsiteY3" fmla="*/ 214007 h 1809343"/>
              <a:gd name="connsiteX4" fmla="*/ 6750996 w 13239345"/>
              <a:gd name="connsiteY4" fmla="*/ 1809343 h 1809343"/>
              <a:gd name="connsiteX5" fmla="*/ 0 w 13239345"/>
              <a:gd name="connsiteY5" fmla="*/ 165369 h 1809343"/>
              <a:gd name="connsiteX6" fmla="*/ 1294792 w 13239345"/>
              <a:gd name="connsiteY6" fmla="*/ 607 h 1809343"/>
              <a:gd name="connsiteX0" fmla="*/ 1294792 w 13239345"/>
              <a:gd name="connsiteY0" fmla="*/ 607 h 1809343"/>
              <a:gd name="connsiteX1" fmla="*/ 6741268 w 13239345"/>
              <a:gd name="connsiteY1" fmla="*/ 1643974 h 1809343"/>
              <a:gd name="connsiteX2" fmla="*/ 12169303 w 13239345"/>
              <a:gd name="connsiteY2" fmla="*/ 0 h 1809343"/>
              <a:gd name="connsiteX3" fmla="*/ 13239345 w 13239345"/>
              <a:gd name="connsiteY3" fmla="*/ 214007 h 1809343"/>
              <a:gd name="connsiteX4" fmla="*/ 6750996 w 13239345"/>
              <a:gd name="connsiteY4" fmla="*/ 1809343 h 1809343"/>
              <a:gd name="connsiteX5" fmla="*/ 0 w 13239345"/>
              <a:gd name="connsiteY5" fmla="*/ 165369 h 1809343"/>
              <a:gd name="connsiteX6" fmla="*/ 1294792 w 13239345"/>
              <a:gd name="connsiteY6" fmla="*/ 607 h 1809343"/>
              <a:gd name="connsiteX0" fmla="*/ 1294792 w 13239345"/>
              <a:gd name="connsiteY0" fmla="*/ 607 h 1809343"/>
              <a:gd name="connsiteX1" fmla="*/ 6741268 w 13239345"/>
              <a:gd name="connsiteY1" fmla="*/ 1643974 h 1809343"/>
              <a:gd name="connsiteX2" fmla="*/ 12169303 w 13239345"/>
              <a:gd name="connsiteY2" fmla="*/ 0 h 1809343"/>
              <a:gd name="connsiteX3" fmla="*/ 13239345 w 13239345"/>
              <a:gd name="connsiteY3" fmla="*/ 214007 h 1809343"/>
              <a:gd name="connsiteX4" fmla="*/ 6750996 w 13239345"/>
              <a:gd name="connsiteY4" fmla="*/ 1809343 h 1809343"/>
              <a:gd name="connsiteX5" fmla="*/ 0 w 13239345"/>
              <a:gd name="connsiteY5" fmla="*/ 165369 h 1809343"/>
              <a:gd name="connsiteX6" fmla="*/ 1294792 w 13239345"/>
              <a:gd name="connsiteY6" fmla="*/ 607 h 1809343"/>
              <a:gd name="connsiteX0" fmla="*/ 1294792 w 13239345"/>
              <a:gd name="connsiteY0" fmla="*/ 607 h 1809343"/>
              <a:gd name="connsiteX1" fmla="*/ 6741268 w 13239345"/>
              <a:gd name="connsiteY1" fmla="*/ 1643974 h 1809343"/>
              <a:gd name="connsiteX2" fmla="*/ 12169303 w 13239345"/>
              <a:gd name="connsiteY2" fmla="*/ 0 h 1809343"/>
              <a:gd name="connsiteX3" fmla="*/ 13239345 w 13239345"/>
              <a:gd name="connsiteY3" fmla="*/ 214007 h 1809343"/>
              <a:gd name="connsiteX4" fmla="*/ 6750996 w 13239345"/>
              <a:gd name="connsiteY4" fmla="*/ 1809343 h 1809343"/>
              <a:gd name="connsiteX5" fmla="*/ 0 w 13239345"/>
              <a:gd name="connsiteY5" fmla="*/ 165369 h 1809343"/>
              <a:gd name="connsiteX6" fmla="*/ 1294792 w 13239345"/>
              <a:gd name="connsiteY6" fmla="*/ 607 h 1809343"/>
              <a:gd name="connsiteX0" fmla="*/ 1294792 w 13239345"/>
              <a:gd name="connsiteY0" fmla="*/ 607 h 1809343"/>
              <a:gd name="connsiteX1" fmla="*/ 6741268 w 13239345"/>
              <a:gd name="connsiteY1" fmla="*/ 1643974 h 1809343"/>
              <a:gd name="connsiteX2" fmla="*/ 12169303 w 13239345"/>
              <a:gd name="connsiteY2" fmla="*/ 0 h 1809343"/>
              <a:gd name="connsiteX3" fmla="*/ 13239345 w 13239345"/>
              <a:gd name="connsiteY3" fmla="*/ 214007 h 1809343"/>
              <a:gd name="connsiteX4" fmla="*/ 6750996 w 13239345"/>
              <a:gd name="connsiteY4" fmla="*/ 1809343 h 1809343"/>
              <a:gd name="connsiteX5" fmla="*/ 0 w 13239345"/>
              <a:gd name="connsiteY5" fmla="*/ 165369 h 1809343"/>
              <a:gd name="connsiteX6" fmla="*/ 1294792 w 13239345"/>
              <a:gd name="connsiteY6" fmla="*/ 607 h 1809343"/>
              <a:gd name="connsiteX0" fmla="*/ 1294792 w 13239345"/>
              <a:gd name="connsiteY0" fmla="*/ 607 h 1809343"/>
              <a:gd name="connsiteX1" fmla="*/ 6741268 w 13239345"/>
              <a:gd name="connsiteY1" fmla="*/ 1643974 h 1809343"/>
              <a:gd name="connsiteX2" fmla="*/ 12169303 w 13239345"/>
              <a:gd name="connsiteY2" fmla="*/ 0 h 1809343"/>
              <a:gd name="connsiteX3" fmla="*/ 13239345 w 13239345"/>
              <a:gd name="connsiteY3" fmla="*/ 214007 h 1809343"/>
              <a:gd name="connsiteX4" fmla="*/ 6750996 w 13239345"/>
              <a:gd name="connsiteY4" fmla="*/ 1809343 h 1809343"/>
              <a:gd name="connsiteX5" fmla="*/ 0 w 13239345"/>
              <a:gd name="connsiteY5" fmla="*/ 165369 h 1809343"/>
              <a:gd name="connsiteX6" fmla="*/ 1294792 w 13239345"/>
              <a:gd name="connsiteY6" fmla="*/ 607 h 1809343"/>
              <a:gd name="connsiteX0" fmla="*/ 1294792 w 13239345"/>
              <a:gd name="connsiteY0" fmla="*/ 607 h 1809343"/>
              <a:gd name="connsiteX1" fmla="*/ 6741268 w 13239345"/>
              <a:gd name="connsiteY1" fmla="*/ 1643974 h 1809343"/>
              <a:gd name="connsiteX2" fmla="*/ 12169303 w 13239345"/>
              <a:gd name="connsiteY2" fmla="*/ 0 h 1809343"/>
              <a:gd name="connsiteX3" fmla="*/ 13239345 w 13239345"/>
              <a:gd name="connsiteY3" fmla="*/ 214007 h 1809343"/>
              <a:gd name="connsiteX4" fmla="*/ 6750996 w 13239345"/>
              <a:gd name="connsiteY4" fmla="*/ 1809343 h 1809343"/>
              <a:gd name="connsiteX5" fmla="*/ 0 w 13239345"/>
              <a:gd name="connsiteY5" fmla="*/ 165369 h 1809343"/>
              <a:gd name="connsiteX6" fmla="*/ 1294792 w 13239345"/>
              <a:gd name="connsiteY6" fmla="*/ 607 h 1809343"/>
              <a:gd name="connsiteX0" fmla="*/ 1294792 w 13239345"/>
              <a:gd name="connsiteY0" fmla="*/ 607 h 1809343"/>
              <a:gd name="connsiteX1" fmla="*/ 6741268 w 13239345"/>
              <a:gd name="connsiteY1" fmla="*/ 1643974 h 1809343"/>
              <a:gd name="connsiteX2" fmla="*/ 12169303 w 13239345"/>
              <a:gd name="connsiteY2" fmla="*/ 0 h 1809343"/>
              <a:gd name="connsiteX3" fmla="*/ 13239345 w 13239345"/>
              <a:gd name="connsiteY3" fmla="*/ 214007 h 1809343"/>
              <a:gd name="connsiteX4" fmla="*/ 6750996 w 13239345"/>
              <a:gd name="connsiteY4" fmla="*/ 1809343 h 1809343"/>
              <a:gd name="connsiteX5" fmla="*/ 0 w 13239345"/>
              <a:gd name="connsiteY5" fmla="*/ 165369 h 1809343"/>
              <a:gd name="connsiteX6" fmla="*/ 1294792 w 13239345"/>
              <a:gd name="connsiteY6" fmla="*/ 607 h 1809343"/>
              <a:gd name="connsiteX0" fmla="*/ 1294792 w 12651516"/>
              <a:gd name="connsiteY0" fmla="*/ 607 h 1809343"/>
              <a:gd name="connsiteX1" fmla="*/ 6741268 w 12651516"/>
              <a:gd name="connsiteY1" fmla="*/ 1643974 h 1809343"/>
              <a:gd name="connsiteX2" fmla="*/ 12169303 w 12651516"/>
              <a:gd name="connsiteY2" fmla="*/ 0 h 1809343"/>
              <a:gd name="connsiteX3" fmla="*/ 12651516 w 12651516"/>
              <a:gd name="connsiteY3" fmla="*/ 83379 h 1809343"/>
              <a:gd name="connsiteX4" fmla="*/ 6750996 w 12651516"/>
              <a:gd name="connsiteY4" fmla="*/ 1809343 h 1809343"/>
              <a:gd name="connsiteX5" fmla="*/ 0 w 12651516"/>
              <a:gd name="connsiteY5" fmla="*/ 165369 h 1809343"/>
              <a:gd name="connsiteX6" fmla="*/ 1294792 w 12651516"/>
              <a:gd name="connsiteY6" fmla="*/ 607 h 1809343"/>
              <a:gd name="connsiteX0" fmla="*/ 1294792 w 12564431"/>
              <a:gd name="connsiteY0" fmla="*/ 607 h 1809343"/>
              <a:gd name="connsiteX1" fmla="*/ 6741268 w 12564431"/>
              <a:gd name="connsiteY1" fmla="*/ 1643974 h 1809343"/>
              <a:gd name="connsiteX2" fmla="*/ 12169303 w 12564431"/>
              <a:gd name="connsiteY2" fmla="*/ 0 h 1809343"/>
              <a:gd name="connsiteX3" fmla="*/ 12564431 w 12564431"/>
              <a:gd name="connsiteY3" fmla="*/ 83379 h 1809343"/>
              <a:gd name="connsiteX4" fmla="*/ 6750996 w 12564431"/>
              <a:gd name="connsiteY4" fmla="*/ 1809343 h 1809343"/>
              <a:gd name="connsiteX5" fmla="*/ 0 w 12564431"/>
              <a:gd name="connsiteY5" fmla="*/ 165369 h 1809343"/>
              <a:gd name="connsiteX6" fmla="*/ 1294792 w 12564431"/>
              <a:gd name="connsiteY6" fmla="*/ 607 h 1809343"/>
              <a:gd name="connsiteX0" fmla="*/ 423935 w 11693574"/>
              <a:gd name="connsiteY0" fmla="*/ 607 h 1809343"/>
              <a:gd name="connsiteX1" fmla="*/ 5870411 w 11693574"/>
              <a:gd name="connsiteY1" fmla="*/ 1643974 h 1809343"/>
              <a:gd name="connsiteX2" fmla="*/ 11298446 w 11693574"/>
              <a:gd name="connsiteY2" fmla="*/ 0 h 1809343"/>
              <a:gd name="connsiteX3" fmla="*/ 11693574 w 11693574"/>
              <a:gd name="connsiteY3" fmla="*/ 83379 h 1809343"/>
              <a:gd name="connsiteX4" fmla="*/ 5880139 w 11693574"/>
              <a:gd name="connsiteY4" fmla="*/ 1809343 h 1809343"/>
              <a:gd name="connsiteX5" fmla="*/ 0 w 11693574"/>
              <a:gd name="connsiteY5" fmla="*/ 45626 h 1809343"/>
              <a:gd name="connsiteX6" fmla="*/ 423935 w 11693574"/>
              <a:gd name="connsiteY6" fmla="*/ 607 h 1809343"/>
              <a:gd name="connsiteX0" fmla="*/ 423935 w 11693574"/>
              <a:gd name="connsiteY0" fmla="*/ 607 h 1733143"/>
              <a:gd name="connsiteX1" fmla="*/ 5870411 w 11693574"/>
              <a:gd name="connsiteY1" fmla="*/ 1643974 h 1733143"/>
              <a:gd name="connsiteX2" fmla="*/ 11298446 w 11693574"/>
              <a:gd name="connsiteY2" fmla="*/ 0 h 1733143"/>
              <a:gd name="connsiteX3" fmla="*/ 11693574 w 11693574"/>
              <a:gd name="connsiteY3" fmla="*/ 83379 h 1733143"/>
              <a:gd name="connsiteX4" fmla="*/ 5880139 w 11693574"/>
              <a:gd name="connsiteY4" fmla="*/ 1733143 h 1733143"/>
              <a:gd name="connsiteX5" fmla="*/ 0 w 11693574"/>
              <a:gd name="connsiteY5" fmla="*/ 45626 h 1733143"/>
              <a:gd name="connsiteX6" fmla="*/ 423935 w 11693574"/>
              <a:gd name="connsiteY6" fmla="*/ 607 h 1733143"/>
              <a:gd name="connsiteX0" fmla="*/ 423935 w 11709902"/>
              <a:gd name="connsiteY0" fmla="*/ 607 h 1733143"/>
              <a:gd name="connsiteX1" fmla="*/ 5870411 w 11709902"/>
              <a:gd name="connsiteY1" fmla="*/ 1643974 h 1733143"/>
              <a:gd name="connsiteX2" fmla="*/ 11298446 w 11709902"/>
              <a:gd name="connsiteY2" fmla="*/ 0 h 1733143"/>
              <a:gd name="connsiteX3" fmla="*/ 11709902 w 11709902"/>
              <a:gd name="connsiteY3" fmla="*/ 83379 h 1733143"/>
              <a:gd name="connsiteX4" fmla="*/ 5880139 w 11709902"/>
              <a:gd name="connsiteY4" fmla="*/ 1733143 h 1733143"/>
              <a:gd name="connsiteX5" fmla="*/ 0 w 11709902"/>
              <a:gd name="connsiteY5" fmla="*/ 45626 h 1733143"/>
              <a:gd name="connsiteX6" fmla="*/ 423935 w 11709902"/>
              <a:gd name="connsiteY6" fmla="*/ 607 h 1733143"/>
              <a:gd name="connsiteX0" fmla="*/ 423935 w 11571109"/>
              <a:gd name="connsiteY0" fmla="*/ 607 h 1733143"/>
              <a:gd name="connsiteX1" fmla="*/ 5870411 w 11571109"/>
              <a:gd name="connsiteY1" fmla="*/ 1643974 h 1733143"/>
              <a:gd name="connsiteX2" fmla="*/ 11298446 w 11571109"/>
              <a:gd name="connsiteY2" fmla="*/ 0 h 1733143"/>
              <a:gd name="connsiteX3" fmla="*/ 11571109 w 11571109"/>
              <a:gd name="connsiteY3" fmla="*/ 116036 h 1733143"/>
              <a:gd name="connsiteX4" fmla="*/ 5880139 w 11571109"/>
              <a:gd name="connsiteY4" fmla="*/ 1733143 h 1733143"/>
              <a:gd name="connsiteX5" fmla="*/ 0 w 11571109"/>
              <a:gd name="connsiteY5" fmla="*/ 45626 h 1733143"/>
              <a:gd name="connsiteX6" fmla="*/ 423935 w 11571109"/>
              <a:gd name="connsiteY6" fmla="*/ 607 h 1733143"/>
              <a:gd name="connsiteX0" fmla="*/ 423935 w 11579274"/>
              <a:gd name="connsiteY0" fmla="*/ 607 h 1733143"/>
              <a:gd name="connsiteX1" fmla="*/ 5870411 w 11579274"/>
              <a:gd name="connsiteY1" fmla="*/ 1643974 h 1733143"/>
              <a:gd name="connsiteX2" fmla="*/ 11298446 w 11579274"/>
              <a:gd name="connsiteY2" fmla="*/ 0 h 1733143"/>
              <a:gd name="connsiteX3" fmla="*/ 11579274 w 11579274"/>
              <a:gd name="connsiteY3" fmla="*/ 116036 h 1733143"/>
              <a:gd name="connsiteX4" fmla="*/ 5880139 w 11579274"/>
              <a:gd name="connsiteY4" fmla="*/ 1733143 h 1733143"/>
              <a:gd name="connsiteX5" fmla="*/ 0 w 11579274"/>
              <a:gd name="connsiteY5" fmla="*/ 45626 h 1733143"/>
              <a:gd name="connsiteX6" fmla="*/ 423935 w 11579274"/>
              <a:gd name="connsiteY6" fmla="*/ 607 h 1733143"/>
              <a:gd name="connsiteX0" fmla="*/ 423935 w 11579274"/>
              <a:gd name="connsiteY0" fmla="*/ 0 h 1732536"/>
              <a:gd name="connsiteX1" fmla="*/ 5870411 w 11579274"/>
              <a:gd name="connsiteY1" fmla="*/ 1643367 h 1732536"/>
              <a:gd name="connsiteX2" fmla="*/ 11233132 w 11579274"/>
              <a:gd name="connsiteY2" fmla="*/ 48379 h 1732536"/>
              <a:gd name="connsiteX3" fmla="*/ 11579274 w 11579274"/>
              <a:gd name="connsiteY3" fmla="*/ 115429 h 1732536"/>
              <a:gd name="connsiteX4" fmla="*/ 5880139 w 11579274"/>
              <a:gd name="connsiteY4" fmla="*/ 1732536 h 1732536"/>
              <a:gd name="connsiteX5" fmla="*/ 0 w 11579274"/>
              <a:gd name="connsiteY5" fmla="*/ 45019 h 1732536"/>
              <a:gd name="connsiteX6" fmla="*/ 423935 w 11579274"/>
              <a:gd name="connsiteY6" fmla="*/ 0 h 1732536"/>
              <a:gd name="connsiteX0" fmla="*/ 423935 w 11579274"/>
              <a:gd name="connsiteY0" fmla="*/ 0 h 1732536"/>
              <a:gd name="connsiteX1" fmla="*/ 5870411 w 11579274"/>
              <a:gd name="connsiteY1" fmla="*/ 1643367 h 1732536"/>
              <a:gd name="connsiteX2" fmla="*/ 11241297 w 11579274"/>
              <a:gd name="connsiteY2" fmla="*/ 32050 h 1732536"/>
              <a:gd name="connsiteX3" fmla="*/ 11579274 w 11579274"/>
              <a:gd name="connsiteY3" fmla="*/ 115429 h 1732536"/>
              <a:gd name="connsiteX4" fmla="*/ 5880139 w 11579274"/>
              <a:gd name="connsiteY4" fmla="*/ 1732536 h 1732536"/>
              <a:gd name="connsiteX5" fmla="*/ 0 w 11579274"/>
              <a:gd name="connsiteY5" fmla="*/ 45019 h 1732536"/>
              <a:gd name="connsiteX6" fmla="*/ 423935 w 11579274"/>
              <a:gd name="connsiteY6" fmla="*/ 0 h 1732536"/>
              <a:gd name="connsiteX0" fmla="*/ 423935 w 11579274"/>
              <a:gd name="connsiteY0" fmla="*/ 0 h 1732536"/>
              <a:gd name="connsiteX1" fmla="*/ 5870411 w 11579274"/>
              <a:gd name="connsiteY1" fmla="*/ 1643367 h 1732536"/>
              <a:gd name="connsiteX2" fmla="*/ 11241297 w 11579274"/>
              <a:gd name="connsiteY2" fmla="*/ 32050 h 1732536"/>
              <a:gd name="connsiteX3" fmla="*/ 11579274 w 11579274"/>
              <a:gd name="connsiteY3" fmla="*/ 115429 h 1732536"/>
              <a:gd name="connsiteX4" fmla="*/ 5880139 w 11579274"/>
              <a:gd name="connsiteY4" fmla="*/ 1732536 h 1732536"/>
              <a:gd name="connsiteX5" fmla="*/ 0 w 11579274"/>
              <a:gd name="connsiteY5" fmla="*/ 45019 h 1732536"/>
              <a:gd name="connsiteX6" fmla="*/ 423935 w 11579274"/>
              <a:gd name="connsiteY6" fmla="*/ 0 h 1732536"/>
              <a:gd name="connsiteX0" fmla="*/ 423935 w 11579274"/>
              <a:gd name="connsiteY0" fmla="*/ 0 h 1732536"/>
              <a:gd name="connsiteX1" fmla="*/ 5870411 w 11579274"/>
              <a:gd name="connsiteY1" fmla="*/ 1643367 h 1732536"/>
              <a:gd name="connsiteX2" fmla="*/ 11224968 w 11579274"/>
              <a:gd name="connsiteY2" fmla="*/ 48379 h 1732536"/>
              <a:gd name="connsiteX3" fmla="*/ 11579274 w 11579274"/>
              <a:gd name="connsiteY3" fmla="*/ 115429 h 1732536"/>
              <a:gd name="connsiteX4" fmla="*/ 5880139 w 11579274"/>
              <a:gd name="connsiteY4" fmla="*/ 1732536 h 1732536"/>
              <a:gd name="connsiteX5" fmla="*/ 0 w 11579274"/>
              <a:gd name="connsiteY5" fmla="*/ 45019 h 1732536"/>
              <a:gd name="connsiteX6" fmla="*/ 423935 w 11579274"/>
              <a:gd name="connsiteY6" fmla="*/ 0 h 1732536"/>
              <a:gd name="connsiteX0" fmla="*/ 219828 w 11375167"/>
              <a:gd name="connsiteY0" fmla="*/ 0 h 1732536"/>
              <a:gd name="connsiteX1" fmla="*/ 5666304 w 11375167"/>
              <a:gd name="connsiteY1" fmla="*/ 1643367 h 1732536"/>
              <a:gd name="connsiteX2" fmla="*/ 11020861 w 11375167"/>
              <a:gd name="connsiteY2" fmla="*/ 48379 h 1732536"/>
              <a:gd name="connsiteX3" fmla="*/ 11375167 w 11375167"/>
              <a:gd name="connsiteY3" fmla="*/ 115429 h 1732536"/>
              <a:gd name="connsiteX4" fmla="*/ 5676032 w 11375167"/>
              <a:gd name="connsiteY4" fmla="*/ 1732536 h 1732536"/>
              <a:gd name="connsiteX5" fmla="*/ 0 w 11375167"/>
              <a:gd name="connsiteY5" fmla="*/ 77676 h 1732536"/>
              <a:gd name="connsiteX6" fmla="*/ 219828 w 11375167"/>
              <a:gd name="connsiteY6" fmla="*/ 0 h 1732536"/>
              <a:gd name="connsiteX0" fmla="*/ 293307 w 11375167"/>
              <a:gd name="connsiteY0" fmla="*/ 0 h 1708044"/>
              <a:gd name="connsiteX1" fmla="*/ 5666304 w 11375167"/>
              <a:gd name="connsiteY1" fmla="*/ 1618875 h 1708044"/>
              <a:gd name="connsiteX2" fmla="*/ 11020861 w 11375167"/>
              <a:gd name="connsiteY2" fmla="*/ 23887 h 1708044"/>
              <a:gd name="connsiteX3" fmla="*/ 11375167 w 11375167"/>
              <a:gd name="connsiteY3" fmla="*/ 90937 h 1708044"/>
              <a:gd name="connsiteX4" fmla="*/ 5676032 w 11375167"/>
              <a:gd name="connsiteY4" fmla="*/ 1708044 h 1708044"/>
              <a:gd name="connsiteX5" fmla="*/ 0 w 11375167"/>
              <a:gd name="connsiteY5" fmla="*/ 53184 h 1708044"/>
              <a:gd name="connsiteX6" fmla="*/ 293307 w 11375167"/>
              <a:gd name="connsiteY6" fmla="*/ 0 h 1708044"/>
              <a:gd name="connsiteX0" fmla="*/ 317800 w 11375167"/>
              <a:gd name="connsiteY0" fmla="*/ 606 h 1684157"/>
              <a:gd name="connsiteX1" fmla="*/ 5666304 w 11375167"/>
              <a:gd name="connsiteY1" fmla="*/ 1594988 h 1684157"/>
              <a:gd name="connsiteX2" fmla="*/ 11020861 w 11375167"/>
              <a:gd name="connsiteY2" fmla="*/ 0 h 1684157"/>
              <a:gd name="connsiteX3" fmla="*/ 11375167 w 11375167"/>
              <a:gd name="connsiteY3" fmla="*/ 67050 h 1684157"/>
              <a:gd name="connsiteX4" fmla="*/ 5676032 w 11375167"/>
              <a:gd name="connsiteY4" fmla="*/ 1684157 h 1684157"/>
              <a:gd name="connsiteX5" fmla="*/ 0 w 11375167"/>
              <a:gd name="connsiteY5" fmla="*/ 29297 h 1684157"/>
              <a:gd name="connsiteX6" fmla="*/ 317800 w 11375167"/>
              <a:gd name="connsiteY6" fmla="*/ 606 h 1684157"/>
              <a:gd name="connsiteX0" fmla="*/ 285142 w 11342509"/>
              <a:gd name="connsiteY0" fmla="*/ 606 h 1684157"/>
              <a:gd name="connsiteX1" fmla="*/ 5633646 w 11342509"/>
              <a:gd name="connsiteY1" fmla="*/ 1594988 h 1684157"/>
              <a:gd name="connsiteX2" fmla="*/ 10988203 w 11342509"/>
              <a:gd name="connsiteY2" fmla="*/ 0 h 1684157"/>
              <a:gd name="connsiteX3" fmla="*/ 11342509 w 11342509"/>
              <a:gd name="connsiteY3" fmla="*/ 67050 h 1684157"/>
              <a:gd name="connsiteX4" fmla="*/ 5643374 w 11342509"/>
              <a:gd name="connsiteY4" fmla="*/ 1684157 h 1684157"/>
              <a:gd name="connsiteX5" fmla="*/ 0 w 11342509"/>
              <a:gd name="connsiteY5" fmla="*/ 29297 h 1684157"/>
              <a:gd name="connsiteX6" fmla="*/ 285142 w 11342509"/>
              <a:gd name="connsiteY6" fmla="*/ 606 h 1684157"/>
              <a:gd name="connsiteX0" fmla="*/ 276977 w 11342509"/>
              <a:gd name="connsiteY0" fmla="*/ 0 h 1691715"/>
              <a:gd name="connsiteX1" fmla="*/ 5633646 w 11342509"/>
              <a:gd name="connsiteY1" fmla="*/ 1602546 h 1691715"/>
              <a:gd name="connsiteX2" fmla="*/ 10988203 w 11342509"/>
              <a:gd name="connsiteY2" fmla="*/ 7558 h 1691715"/>
              <a:gd name="connsiteX3" fmla="*/ 11342509 w 11342509"/>
              <a:gd name="connsiteY3" fmla="*/ 74608 h 1691715"/>
              <a:gd name="connsiteX4" fmla="*/ 5643374 w 11342509"/>
              <a:gd name="connsiteY4" fmla="*/ 1691715 h 1691715"/>
              <a:gd name="connsiteX5" fmla="*/ 0 w 11342509"/>
              <a:gd name="connsiteY5" fmla="*/ 36855 h 1691715"/>
              <a:gd name="connsiteX6" fmla="*/ 276977 w 11342509"/>
              <a:gd name="connsiteY6" fmla="*/ 0 h 1691715"/>
              <a:gd name="connsiteX0" fmla="*/ 276977 w 11342509"/>
              <a:gd name="connsiteY0" fmla="*/ 0 h 1691715"/>
              <a:gd name="connsiteX1" fmla="*/ 5633646 w 11342509"/>
              <a:gd name="connsiteY1" fmla="*/ 1602546 h 1691715"/>
              <a:gd name="connsiteX2" fmla="*/ 11018020 w 11342509"/>
              <a:gd name="connsiteY2" fmla="*/ 17498 h 1691715"/>
              <a:gd name="connsiteX3" fmla="*/ 11342509 w 11342509"/>
              <a:gd name="connsiteY3" fmla="*/ 74608 h 1691715"/>
              <a:gd name="connsiteX4" fmla="*/ 5643374 w 11342509"/>
              <a:gd name="connsiteY4" fmla="*/ 1691715 h 1691715"/>
              <a:gd name="connsiteX5" fmla="*/ 0 w 11342509"/>
              <a:gd name="connsiteY5" fmla="*/ 36855 h 1691715"/>
              <a:gd name="connsiteX6" fmla="*/ 276977 w 11342509"/>
              <a:gd name="connsiteY6" fmla="*/ 0 h 1691715"/>
              <a:gd name="connsiteX0" fmla="*/ 276977 w 11342509"/>
              <a:gd name="connsiteY0" fmla="*/ 0 h 1691715"/>
              <a:gd name="connsiteX1" fmla="*/ 5633646 w 11342509"/>
              <a:gd name="connsiteY1" fmla="*/ 1602546 h 1691715"/>
              <a:gd name="connsiteX2" fmla="*/ 11018020 w 11342509"/>
              <a:gd name="connsiteY2" fmla="*/ 17498 h 1691715"/>
              <a:gd name="connsiteX3" fmla="*/ 11342509 w 11342509"/>
              <a:gd name="connsiteY3" fmla="*/ 74608 h 1691715"/>
              <a:gd name="connsiteX4" fmla="*/ 5643374 w 11342509"/>
              <a:gd name="connsiteY4" fmla="*/ 1691715 h 1691715"/>
              <a:gd name="connsiteX5" fmla="*/ 0 w 11342509"/>
              <a:gd name="connsiteY5" fmla="*/ 36855 h 1691715"/>
              <a:gd name="connsiteX6" fmla="*/ 276977 w 11342509"/>
              <a:gd name="connsiteY6" fmla="*/ 0 h 1691715"/>
              <a:gd name="connsiteX0" fmla="*/ 276977 w 11342509"/>
              <a:gd name="connsiteY0" fmla="*/ 0 h 1691715"/>
              <a:gd name="connsiteX1" fmla="*/ 5633646 w 11342509"/>
              <a:gd name="connsiteY1" fmla="*/ 1602546 h 1691715"/>
              <a:gd name="connsiteX2" fmla="*/ 11047837 w 11342509"/>
              <a:gd name="connsiteY2" fmla="*/ 17498 h 1691715"/>
              <a:gd name="connsiteX3" fmla="*/ 11342509 w 11342509"/>
              <a:gd name="connsiteY3" fmla="*/ 74608 h 1691715"/>
              <a:gd name="connsiteX4" fmla="*/ 5643374 w 11342509"/>
              <a:gd name="connsiteY4" fmla="*/ 1691715 h 1691715"/>
              <a:gd name="connsiteX5" fmla="*/ 0 w 11342509"/>
              <a:gd name="connsiteY5" fmla="*/ 36855 h 1691715"/>
              <a:gd name="connsiteX6" fmla="*/ 276977 w 11342509"/>
              <a:gd name="connsiteY6" fmla="*/ 0 h 1691715"/>
              <a:gd name="connsiteX0" fmla="*/ 276977 w 11342509"/>
              <a:gd name="connsiteY0" fmla="*/ 0 h 1691715"/>
              <a:gd name="connsiteX1" fmla="*/ 5633646 w 11342509"/>
              <a:gd name="connsiteY1" fmla="*/ 1602546 h 1691715"/>
              <a:gd name="connsiteX2" fmla="*/ 11080494 w 11342509"/>
              <a:gd name="connsiteY2" fmla="*/ 17498 h 1691715"/>
              <a:gd name="connsiteX3" fmla="*/ 11342509 w 11342509"/>
              <a:gd name="connsiteY3" fmla="*/ 74608 h 1691715"/>
              <a:gd name="connsiteX4" fmla="*/ 5643374 w 11342509"/>
              <a:gd name="connsiteY4" fmla="*/ 1691715 h 1691715"/>
              <a:gd name="connsiteX5" fmla="*/ 0 w 11342509"/>
              <a:gd name="connsiteY5" fmla="*/ 36855 h 1691715"/>
              <a:gd name="connsiteX6" fmla="*/ 276977 w 11342509"/>
              <a:gd name="connsiteY6" fmla="*/ 0 h 1691715"/>
              <a:gd name="connsiteX0" fmla="*/ 276977 w 11342509"/>
              <a:gd name="connsiteY0" fmla="*/ 0 h 1691715"/>
              <a:gd name="connsiteX1" fmla="*/ 5633646 w 11342509"/>
              <a:gd name="connsiteY1" fmla="*/ 1602546 h 1691715"/>
              <a:gd name="connsiteX2" fmla="*/ 11080494 w 11342509"/>
              <a:gd name="connsiteY2" fmla="*/ 17498 h 1691715"/>
              <a:gd name="connsiteX3" fmla="*/ 11342509 w 11342509"/>
              <a:gd name="connsiteY3" fmla="*/ 74608 h 1691715"/>
              <a:gd name="connsiteX4" fmla="*/ 5643374 w 11342509"/>
              <a:gd name="connsiteY4" fmla="*/ 1691715 h 1691715"/>
              <a:gd name="connsiteX5" fmla="*/ 0 w 11342509"/>
              <a:gd name="connsiteY5" fmla="*/ 36855 h 1691715"/>
              <a:gd name="connsiteX6" fmla="*/ 276977 w 11342509"/>
              <a:gd name="connsiteY6" fmla="*/ 0 h 1691715"/>
              <a:gd name="connsiteX0" fmla="*/ 276977 w 11342509"/>
              <a:gd name="connsiteY0" fmla="*/ 0 h 1691715"/>
              <a:gd name="connsiteX1" fmla="*/ 5633646 w 11342509"/>
              <a:gd name="connsiteY1" fmla="*/ 1602546 h 1691715"/>
              <a:gd name="connsiteX2" fmla="*/ 11080494 w 11342509"/>
              <a:gd name="connsiteY2" fmla="*/ 17498 h 1691715"/>
              <a:gd name="connsiteX3" fmla="*/ 11342509 w 11342509"/>
              <a:gd name="connsiteY3" fmla="*/ 74608 h 1691715"/>
              <a:gd name="connsiteX4" fmla="*/ 5643374 w 11342509"/>
              <a:gd name="connsiteY4" fmla="*/ 1691715 h 1691715"/>
              <a:gd name="connsiteX5" fmla="*/ 0 w 11342509"/>
              <a:gd name="connsiteY5" fmla="*/ 36855 h 1691715"/>
              <a:gd name="connsiteX6" fmla="*/ 276977 w 11342509"/>
              <a:gd name="connsiteY6" fmla="*/ 0 h 1691715"/>
              <a:gd name="connsiteX0" fmla="*/ 276977 w 11342509"/>
              <a:gd name="connsiteY0" fmla="*/ 0 h 1691715"/>
              <a:gd name="connsiteX1" fmla="*/ 5643806 w 11342509"/>
              <a:gd name="connsiteY1" fmla="*/ 1602546 h 1691715"/>
              <a:gd name="connsiteX2" fmla="*/ 11080494 w 11342509"/>
              <a:gd name="connsiteY2" fmla="*/ 17498 h 1691715"/>
              <a:gd name="connsiteX3" fmla="*/ 11342509 w 11342509"/>
              <a:gd name="connsiteY3" fmla="*/ 74608 h 1691715"/>
              <a:gd name="connsiteX4" fmla="*/ 5643374 w 11342509"/>
              <a:gd name="connsiteY4" fmla="*/ 1691715 h 1691715"/>
              <a:gd name="connsiteX5" fmla="*/ 0 w 11342509"/>
              <a:gd name="connsiteY5" fmla="*/ 36855 h 1691715"/>
              <a:gd name="connsiteX6" fmla="*/ 276977 w 11342509"/>
              <a:gd name="connsiteY6" fmla="*/ 0 h 16917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342509" h="1691715">
                <a:moveTo>
                  <a:pt x="276977" y="0"/>
                </a:moveTo>
                <a:cubicBezTo>
                  <a:pt x="2111519" y="662089"/>
                  <a:pt x="3847364" y="1159532"/>
                  <a:pt x="5643806" y="1602546"/>
                </a:cubicBezTo>
                <a:cubicBezTo>
                  <a:pt x="7519826" y="1121230"/>
                  <a:pt x="9471175" y="643464"/>
                  <a:pt x="11080494" y="17498"/>
                </a:cubicBezTo>
                <a:lnTo>
                  <a:pt x="11342509" y="74608"/>
                </a:lnTo>
                <a:cubicBezTo>
                  <a:pt x="9170201" y="663537"/>
                  <a:pt x="7834732" y="1188511"/>
                  <a:pt x="5643374" y="1691715"/>
                </a:cubicBezTo>
                <a:cubicBezTo>
                  <a:pt x="3393042" y="1200874"/>
                  <a:pt x="2250332" y="651521"/>
                  <a:pt x="0" y="36855"/>
                </a:cubicBezTo>
                <a:lnTo>
                  <a:pt x="276977"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 name="图片 1"/>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4453730" y="4619682"/>
            <a:ext cx="3284503" cy="722193"/>
          </a:xfrm>
          <a:prstGeom prst="rect">
            <a:avLst/>
          </a:prstGeom>
        </p:spPr>
      </p:pic>
    </p:spTree>
    <p:extLst>
      <p:ext uri="{BB962C8B-B14F-4D97-AF65-F5344CB8AC3E}">
        <p14:creationId xmlns:p14="http://schemas.microsoft.com/office/powerpoint/2010/main" val="15144077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封面样式8">
    <p:spTree>
      <p:nvGrpSpPr>
        <p:cNvPr id="1" name=""/>
        <p:cNvGrpSpPr/>
        <p:nvPr/>
      </p:nvGrpSpPr>
      <p:grpSpPr>
        <a:xfrm>
          <a:off x="0" y="0"/>
          <a:ext cx="0" cy="0"/>
          <a:chOff x="0" y="0"/>
          <a:chExt cx="0" cy="0"/>
        </a:xfrm>
      </p:grpSpPr>
      <p:pic>
        <p:nvPicPr>
          <p:cNvPr id="4" name="图片 3"/>
          <p:cNvPicPr>
            <a:picLocks noChangeAspect="1"/>
          </p:cNvPicPr>
          <p:nvPr userDrawn="1"/>
        </p:nvPicPr>
        <p:blipFill rotWithShape="1">
          <a:blip r:embed="rId2" cstate="print">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a:ext>
            </a:extLst>
          </a:blip>
          <a:srcRect b="7394"/>
          <a:stretch/>
        </p:blipFill>
        <p:spPr>
          <a:xfrm>
            <a:off x="-3165" y="0"/>
            <a:ext cx="12191980" cy="6858000"/>
          </a:xfrm>
          <a:prstGeom prst="rect">
            <a:avLst/>
          </a:prstGeom>
        </p:spPr>
      </p:pic>
      <p:sp>
        <p:nvSpPr>
          <p:cNvPr id="5" name="矩形 4">
            <a:extLst>
              <a:ext uri="{FF2B5EF4-FFF2-40B4-BE49-F238E27FC236}">
                <a16:creationId xmlns:a16="http://schemas.microsoft.com/office/drawing/2014/main" id="{1130999B-188C-4604-947C-E10578CBE607}"/>
              </a:ext>
            </a:extLst>
          </p:cNvPr>
          <p:cNvSpPr/>
          <p:nvPr userDrawn="1"/>
        </p:nvSpPr>
        <p:spPr>
          <a:xfrm>
            <a:off x="10" y="1"/>
            <a:ext cx="12191980" cy="6857994"/>
          </a:xfrm>
          <a:prstGeom prst="rect">
            <a:avLst/>
          </a:prstGeom>
          <a:gradFill>
            <a:gsLst>
              <a:gs pos="0">
                <a:schemeClr val="accent1">
                  <a:alpha val="90000"/>
                  <a:lumMod val="85000"/>
                </a:schemeClr>
              </a:gs>
              <a:gs pos="50000">
                <a:schemeClr val="accent1">
                  <a:alpha val="90000"/>
                  <a:lumMod val="85000"/>
                </a:schemeClr>
              </a:gs>
              <a:gs pos="100000">
                <a:schemeClr val="accent1">
                  <a:alpha val="90000"/>
                  <a:lumMod val="85000"/>
                </a:scheme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spcAft>
                <a:spcPts val="100"/>
              </a:spcAft>
              <a:buFontTx/>
              <a:buNone/>
            </a:pPr>
            <a:endParaRPr lang="zh-CN" altLang="en-US"/>
          </a:p>
        </p:txBody>
      </p:sp>
      <p:sp>
        <p:nvSpPr>
          <p:cNvPr id="6" name="文本占位符 10">
            <a:extLst>
              <a:ext uri="{FF2B5EF4-FFF2-40B4-BE49-F238E27FC236}">
                <a16:creationId xmlns:a16="http://schemas.microsoft.com/office/drawing/2014/main" id="{5FEF66FF-5AB8-4AE1-BE6F-4F61084AFC7A}"/>
              </a:ext>
            </a:extLst>
          </p:cNvPr>
          <p:cNvSpPr>
            <a:spLocks noGrp="1"/>
          </p:cNvSpPr>
          <p:nvPr>
            <p:ph type="body" sz="quarter" idx="11"/>
          </p:nvPr>
        </p:nvSpPr>
        <p:spPr>
          <a:xfrm>
            <a:off x="1572100" y="3028371"/>
            <a:ext cx="9041450" cy="911074"/>
          </a:xfrm>
        </p:spPr>
        <p:txBody>
          <a:bodyPr/>
          <a:lstStyle>
            <a:lvl1pPr marL="0" indent="0" algn="ctr">
              <a:buFontTx/>
              <a:buNone/>
              <a:defRPr sz="4800" b="1">
                <a:solidFill>
                  <a:schemeClr val="bg1"/>
                </a:solidFill>
                <a:latin typeface="+mn-ea"/>
                <a:ea typeface="+mn-ea"/>
              </a:defRPr>
            </a:lvl1pPr>
          </a:lstStyle>
          <a:p>
            <a:r>
              <a:rPr lang="zh-CN" altLang="en-US" dirty="0"/>
              <a:t>北京理工大学毕业答辩</a:t>
            </a:r>
            <a:r>
              <a:rPr lang="en-US" altLang="zh-CN" dirty="0"/>
              <a:t>PPT</a:t>
            </a:r>
            <a:r>
              <a:rPr lang="zh-CN" altLang="en-US" dirty="0"/>
              <a:t>模板</a:t>
            </a:r>
          </a:p>
        </p:txBody>
      </p:sp>
      <p:pic>
        <p:nvPicPr>
          <p:cNvPr id="11" name="图片 10"/>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3767417" y="1018488"/>
            <a:ext cx="4650816" cy="1301774"/>
          </a:xfrm>
          <a:prstGeom prst="rect">
            <a:avLst/>
          </a:prstGeom>
        </p:spPr>
      </p:pic>
    </p:spTree>
    <p:extLst>
      <p:ext uri="{BB962C8B-B14F-4D97-AF65-F5344CB8AC3E}">
        <p14:creationId xmlns:p14="http://schemas.microsoft.com/office/powerpoint/2010/main" val="359058765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封面样式9-首页">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81566"/>
            <a:ext cx="12192000" cy="3244934"/>
          </a:xfrm>
          <a:prstGeom prst="rect">
            <a:avLst/>
          </a:prstGeom>
        </p:spPr>
      </p:pic>
      <p:sp>
        <p:nvSpPr>
          <p:cNvPr id="3" name="矩形 2"/>
          <p:cNvSpPr/>
          <p:nvPr userDrawn="1"/>
        </p:nvSpPr>
        <p:spPr>
          <a:xfrm>
            <a:off x="0" y="3317875"/>
            <a:ext cx="12192000" cy="35401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6" name="图片 66"/>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bwMode="auto">
          <a:xfrm>
            <a:off x="9790632" y="109143"/>
            <a:ext cx="2286546" cy="29753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图片 7"/>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224285" y="-494144"/>
            <a:ext cx="3165893" cy="4124368"/>
          </a:xfrm>
          <a:prstGeom prst="rect">
            <a:avLst/>
          </a:prstGeom>
        </p:spPr>
      </p:pic>
    </p:spTree>
    <p:extLst>
      <p:ext uri="{BB962C8B-B14F-4D97-AF65-F5344CB8AC3E}">
        <p14:creationId xmlns:p14="http://schemas.microsoft.com/office/powerpoint/2010/main" val="73141364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封面样式9-尾页">
    <p:spTree>
      <p:nvGrpSpPr>
        <p:cNvPr id="1" name=""/>
        <p:cNvGrpSpPr/>
        <p:nvPr/>
      </p:nvGrpSpPr>
      <p:grpSpPr>
        <a:xfrm>
          <a:off x="0" y="0"/>
          <a:ext cx="0" cy="0"/>
          <a:chOff x="0" y="0"/>
          <a:chExt cx="0" cy="0"/>
        </a:xfrm>
      </p:grpSpPr>
      <p:grpSp>
        <p:nvGrpSpPr>
          <p:cNvPr id="2" name="组合 1"/>
          <p:cNvGrpSpPr/>
          <p:nvPr userDrawn="1"/>
        </p:nvGrpSpPr>
        <p:grpSpPr>
          <a:xfrm>
            <a:off x="0" y="0"/>
            <a:ext cx="12192000" cy="5089582"/>
            <a:chOff x="0" y="0"/>
            <a:chExt cx="12192000" cy="5089582"/>
          </a:xfrm>
          <a:solidFill>
            <a:schemeClr val="accent1"/>
          </a:solidFill>
        </p:grpSpPr>
        <p:sp>
          <p:nvSpPr>
            <p:cNvPr id="3" name="等腰三角形 2"/>
            <p:cNvSpPr/>
            <p:nvPr/>
          </p:nvSpPr>
          <p:spPr>
            <a:xfrm flipV="1">
              <a:off x="0" y="4123423"/>
              <a:ext cx="12192000" cy="966159"/>
            </a:xfrm>
            <a:prstGeom prst="triangle">
              <a:avLst/>
            </a:prstGeom>
            <a:grpFill/>
            <a:ln>
              <a:noFill/>
            </a:ln>
            <a:effectLst>
              <a:outerShdw blurRad="76200" dist="12700" dir="5400000" sx="103000" sy="103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0" y="0"/>
              <a:ext cx="12192000" cy="412342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 name="组合 4"/>
          <p:cNvGrpSpPr/>
          <p:nvPr userDrawn="1"/>
        </p:nvGrpSpPr>
        <p:grpSpPr>
          <a:xfrm>
            <a:off x="1866428" y="1872369"/>
            <a:ext cx="8481919" cy="863927"/>
            <a:chOff x="1797415" y="1328902"/>
            <a:chExt cx="8481919" cy="863927"/>
          </a:xfrm>
        </p:grpSpPr>
        <p:grpSp>
          <p:nvGrpSpPr>
            <p:cNvPr id="6" name="组合 5">
              <a:extLst>
                <a:ext uri="{FF2B5EF4-FFF2-40B4-BE49-F238E27FC236}">
                  <a16:creationId xmlns:a16="http://schemas.microsoft.com/office/drawing/2014/main" id="{2B6AF4F4-F405-428E-ACB6-6C287CCD9962}"/>
                </a:ext>
              </a:extLst>
            </p:cNvPr>
            <p:cNvGrpSpPr/>
            <p:nvPr/>
          </p:nvGrpSpPr>
          <p:grpSpPr>
            <a:xfrm>
              <a:off x="6886532" y="1337094"/>
              <a:ext cx="3392802" cy="846135"/>
              <a:chOff x="10340336" y="2247899"/>
              <a:chExt cx="2724438" cy="679451"/>
            </a:xfrm>
          </p:grpSpPr>
          <p:sp>
            <p:nvSpPr>
              <p:cNvPr id="20" name="Freeform 5">
                <a:extLst>
                  <a:ext uri="{FF2B5EF4-FFF2-40B4-BE49-F238E27FC236}">
                    <a16:creationId xmlns:a16="http://schemas.microsoft.com/office/drawing/2014/main" id="{7EF8326A-A460-4F1F-A35E-22F6C0E02782}"/>
                  </a:ext>
                </a:extLst>
              </p:cNvPr>
              <p:cNvSpPr>
                <a:spLocks/>
              </p:cNvSpPr>
              <p:nvPr/>
            </p:nvSpPr>
            <p:spPr bwMode="auto">
              <a:xfrm>
                <a:off x="11868131" y="2285206"/>
                <a:ext cx="534988" cy="603250"/>
              </a:xfrm>
              <a:custGeom>
                <a:avLst/>
                <a:gdLst>
                  <a:gd name="T0" fmla="*/ 41 w 125"/>
                  <a:gd name="T1" fmla="*/ 16 h 142"/>
                  <a:gd name="T2" fmla="*/ 49 w 125"/>
                  <a:gd name="T3" fmla="*/ 3 h 142"/>
                  <a:gd name="T4" fmla="*/ 62 w 125"/>
                  <a:gd name="T5" fmla="*/ 20 h 142"/>
                  <a:gd name="T6" fmla="*/ 64 w 125"/>
                  <a:gd name="T7" fmla="*/ 33 h 142"/>
                  <a:gd name="T8" fmla="*/ 50 w 125"/>
                  <a:gd name="T9" fmla="*/ 34 h 142"/>
                  <a:gd name="T10" fmla="*/ 58 w 125"/>
                  <a:gd name="T11" fmla="*/ 58 h 142"/>
                  <a:gd name="T12" fmla="*/ 75 w 125"/>
                  <a:gd name="T13" fmla="*/ 59 h 142"/>
                  <a:gd name="T14" fmla="*/ 71 w 125"/>
                  <a:gd name="T15" fmla="*/ 50 h 142"/>
                  <a:gd name="T16" fmla="*/ 81 w 125"/>
                  <a:gd name="T17" fmla="*/ 47 h 142"/>
                  <a:gd name="T18" fmla="*/ 65 w 125"/>
                  <a:gd name="T19" fmla="*/ 42 h 142"/>
                  <a:gd name="T20" fmla="*/ 63 w 125"/>
                  <a:gd name="T21" fmla="*/ 37 h 142"/>
                  <a:gd name="T22" fmla="*/ 85 w 125"/>
                  <a:gd name="T23" fmla="*/ 27 h 142"/>
                  <a:gd name="T24" fmla="*/ 93 w 125"/>
                  <a:gd name="T25" fmla="*/ 2 h 142"/>
                  <a:gd name="T26" fmla="*/ 99 w 125"/>
                  <a:gd name="T27" fmla="*/ 5 h 142"/>
                  <a:gd name="T28" fmla="*/ 111 w 125"/>
                  <a:gd name="T29" fmla="*/ 30 h 142"/>
                  <a:gd name="T30" fmla="*/ 102 w 125"/>
                  <a:gd name="T31" fmla="*/ 34 h 142"/>
                  <a:gd name="T32" fmla="*/ 95 w 125"/>
                  <a:gd name="T33" fmla="*/ 59 h 142"/>
                  <a:gd name="T34" fmla="*/ 123 w 125"/>
                  <a:gd name="T35" fmla="*/ 61 h 142"/>
                  <a:gd name="T36" fmla="*/ 110 w 125"/>
                  <a:gd name="T37" fmla="*/ 71 h 142"/>
                  <a:gd name="T38" fmla="*/ 104 w 125"/>
                  <a:gd name="T39" fmla="*/ 82 h 142"/>
                  <a:gd name="T40" fmla="*/ 112 w 125"/>
                  <a:gd name="T41" fmla="*/ 134 h 142"/>
                  <a:gd name="T42" fmla="*/ 102 w 125"/>
                  <a:gd name="T43" fmla="*/ 140 h 142"/>
                  <a:gd name="T44" fmla="*/ 89 w 125"/>
                  <a:gd name="T45" fmla="*/ 123 h 142"/>
                  <a:gd name="T46" fmla="*/ 101 w 125"/>
                  <a:gd name="T47" fmla="*/ 128 h 142"/>
                  <a:gd name="T48" fmla="*/ 101 w 125"/>
                  <a:gd name="T49" fmla="*/ 92 h 142"/>
                  <a:gd name="T50" fmla="*/ 97 w 125"/>
                  <a:gd name="T51" fmla="*/ 99 h 142"/>
                  <a:gd name="T52" fmla="*/ 90 w 125"/>
                  <a:gd name="T53" fmla="*/ 103 h 142"/>
                  <a:gd name="T54" fmla="*/ 86 w 125"/>
                  <a:gd name="T55" fmla="*/ 110 h 142"/>
                  <a:gd name="T56" fmla="*/ 81 w 125"/>
                  <a:gd name="T57" fmla="*/ 120 h 142"/>
                  <a:gd name="T58" fmla="*/ 88 w 125"/>
                  <a:gd name="T59" fmla="*/ 71 h 142"/>
                  <a:gd name="T60" fmla="*/ 60 w 125"/>
                  <a:gd name="T61" fmla="*/ 87 h 142"/>
                  <a:gd name="T62" fmla="*/ 53 w 125"/>
                  <a:gd name="T63" fmla="*/ 89 h 142"/>
                  <a:gd name="T64" fmla="*/ 51 w 125"/>
                  <a:gd name="T65" fmla="*/ 128 h 142"/>
                  <a:gd name="T66" fmla="*/ 43 w 125"/>
                  <a:gd name="T67" fmla="*/ 134 h 142"/>
                  <a:gd name="T68" fmla="*/ 39 w 125"/>
                  <a:gd name="T69" fmla="*/ 107 h 142"/>
                  <a:gd name="T70" fmla="*/ 33 w 125"/>
                  <a:gd name="T71" fmla="*/ 114 h 142"/>
                  <a:gd name="T72" fmla="*/ 17 w 125"/>
                  <a:gd name="T73" fmla="*/ 108 h 142"/>
                  <a:gd name="T74" fmla="*/ 5 w 125"/>
                  <a:gd name="T75" fmla="*/ 81 h 142"/>
                  <a:gd name="T76" fmla="*/ 34 w 125"/>
                  <a:gd name="T77" fmla="*/ 56 h 142"/>
                  <a:gd name="T78" fmla="*/ 38 w 125"/>
                  <a:gd name="T79" fmla="*/ 33 h 142"/>
                  <a:gd name="T80" fmla="*/ 22 w 125"/>
                  <a:gd name="T81" fmla="*/ 55 h 142"/>
                  <a:gd name="T82" fmla="*/ 14 w 125"/>
                  <a:gd name="T83" fmla="*/ 55 h 142"/>
                  <a:gd name="T84" fmla="*/ 11 w 125"/>
                  <a:gd name="T85" fmla="*/ 36 h 142"/>
                  <a:gd name="T86" fmla="*/ 32 w 125"/>
                  <a:gd name="T87" fmla="*/ 22 h 142"/>
                  <a:gd name="T88" fmla="*/ 28 w 125"/>
                  <a:gd name="T89" fmla="*/ 33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5" h="142">
                    <a:moveTo>
                      <a:pt x="28" y="33"/>
                    </a:moveTo>
                    <a:cubicBezTo>
                      <a:pt x="35" y="29"/>
                      <a:pt x="41" y="25"/>
                      <a:pt x="41" y="16"/>
                    </a:cubicBezTo>
                    <a:cubicBezTo>
                      <a:pt x="41" y="13"/>
                      <a:pt x="43" y="9"/>
                      <a:pt x="44" y="6"/>
                    </a:cubicBezTo>
                    <a:cubicBezTo>
                      <a:pt x="45" y="5"/>
                      <a:pt x="48" y="3"/>
                      <a:pt x="49" y="3"/>
                    </a:cubicBezTo>
                    <a:cubicBezTo>
                      <a:pt x="54" y="4"/>
                      <a:pt x="59" y="9"/>
                      <a:pt x="59" y="15"/>
                    </a:cubicBezTo>
                    <a:cubicBezTo>
                      <a:pt x="59" y="18"/>
                      <a:pt x="60" y="19"/>
                      <a:pt x="62" y="20"/>
                    </a:cubicBezTo>
                    <a:cubicBezTo>
                      <a:pt x="65" y="22"/>
                      <a:pt x="68" y="25"/>
                      <a:pt x="69" y="28"/>
                    </a:cubicBezTo>
                    <a:cubicBezTo>
                      <a:pt x="71" y="32"/>
                      <a:pt x="68" y="34"/>
                      <a:pt x="64" y="33"/>
                    </a:cubicBezTo>
                    <a:cubicBezTo>
                      <a:pt x="62" y="32"/>
                      <a:pt x="60" y="31"/>
                      <a:pt x="57" y="30"/>
                    </a:cubicBezTo>
                    <a:cubicBezTo>
                      <a:pt x="53" y="28"/>
                      <a:pt x="51" y="29"/>
                      <a:pt x="50" y="34"/>
                    </a:cubicBezTo>
                    <a:cubicBezTo>
                      <a:pt x="48" y="45"/>
                      <a:pt x="46" y="56"/>
                      <a:pt x="52" y="66"/>
                    </a:cubicBezTo>
                    <a:cubicBezTo>
                      <a:pt x="54" y="64"/>
                      <a:pt x="56" y="62"/>
                      <a:pt x="58" y="58"/>
                    </a:cubicBezTo>
                    <a:cubicBezTo>
                      <a:pt x="61" y="62"/>
                      <a:pt x="63" y="65"/>
                      <a:pt x="65" y="69"/>
                    </a:cubicBezTo>
                    <a:cubicBezTo>
                      <a:pt x="68" y="66"/>
                      <a:pt x="72" y="62"/>
                      <a:pt x="75" y="59"/>
                    </a:cubicBezTo>
                    <a:cubicBezTo>
                      <a:pt x="76" y="58"/>
                      <a:pt x="75" y="56"/>
                      <a:pt x="75" y="55"/>
                    </a:cubicBezTo>
                    <a:cubicBezTo>
                      <a:pt x="74" y="53"/>
                      <a:pt x="71" y="51"/>
                      <a:pt x="71" y="50"/>
                    </a:cubicBezTo>
                    <a:cubicBezTo>
                      <a:pt x="72" y="47"/>
                      <a:pt x="75" y="46"/>
                      <a:pt x="78" y="47"/>
                    </a:cubicBezTo>
                    <a:cubicBezTo>
                      <a:pt x="79" y="47"/>
                      <a:pt x="80" y="47"/>
                      <a:pt x="81" y="47"/>
                    </a:cubicBezTo>
                    <a:cubicBezTo>
                      <a:pt x="81" y="44"/>
                      <a:pt x="82" y="40"/>
                      <a:pt x="83" y="35"/>
                    </a:cubicBezTo>
                    <a:cubicBezTo>
                      <a:pt x="76" y="38"/>
                      <a:pt x="71" y="40"/>
                      <a:pt x="65" y="42"/>
                    </a:cubicBezTo>
                    <a:cubicBezTo>
                      <a:pt x="61" y="44"/>
                      <a:pt x="60" y="44"/>
                      <a:pt x="57" y="40"/>
                    </a:cubicBezTo>
                    <a:cubicBezTo>
                      <a:pt x="59" y="39"/>
                      <a:pt x="61" y="38"/>
                      <a:pt x="63" y="37"/>
                    </a:cubicBezTo>
                    <a:cubicBezTo>
                      <a:pt x="69" y="35"/>
                      <a:pt x="75" y="33"/>
                      <a:pt x="81" y="30"/>
                    </a:cubicBezTo>
                    <a:cubicBezTo>
                      <a:pt x="83" y="30"/>
                      <a:pt x="84" y="28"/>
                      <a:pt x="85" y="27"/>
                    </a:cubicBezTo>
                    <a:cubicBezTo>
                      <a:pt x="87" y="21"/>
                      <a:pt x="88" y="14"/>
                      <a:pt x="90" y="8"/>
                    </a:cubicBezTo>
                    <a:cubicBezTo>
                      <a:pt x="90" y="6"/>
                      <a:pt x="92" y="3"/>
                      <a:pt x="93" y="2"/>
                    </a:cubicBezTo>
                    <a:cubicBezTo>
                      <a:pt x="94" y="0"/>
                      <a:pt x="96" y="0"/>
                      <a:pt x="98" y="0"/>
                    </a:cubicBezTo>
                    <a:cubicBezTo>
                      <a:pt x="98" y="1"/>
                      <a:pt x="99" y="4"/>
                      <a:pt x="99" y="5"/>
                    </a:cubicBezTo>
                    <a:cubicBezTo>
                      <a:pt x="93" y="12"/>
                      <a:pt x="94" y="20"/>
                      <a:pt x="92" y="28"/>
                    </a:cubicBezTo>
                    <a:cubicBezTo>
                      <a:pt x="98" y="31"/>
                      <a:pt x="105" y="25"/>
                      <a:pt x="111" y="30"/>
                    </a:cubicBezTo>
                    <a:cubicBezTo>
                      <a:pt x="109" y="33"/>
                      <a:pt x="107" y="36"/>
                      <a:pt x="103" y="35"/>
                    </a:cubicBezTo>
                    <a:cubicBezTo>
                      <a:pt x="103" y="34"/>
                      <a:pt x="102" y="34"/>
                      <a:pt x="102" y="34"/>
                    </a:cubicBezTo>
                    <a:cubicBezTo>
                      <a:pt x="92" y="34"/>
                      <a:pt x="88" y="39"/>
                      <a:pt x="90" y="49"/>
                    </a:cubicBezTo>
                    <a:cubicBezTo>
                      <a:pt x="91" y="52"/>
                      <a:pt x="93" y="55"/>
                      <a:pt x="95" y="59"/>
                    </a:cubicBezTo>
                    <a:cubicBezTo>
                      <a:pt x="99" y="59"/>
                      <a:pt x="104" y="58"/>
                      <a:pt x="109" y="57"/>
                    </a:cubicBezTo>
                    <a:cubicBezTo>
                      <a:pt x="114" y="56"/>
                      <a:pt x="119" y="58"/>
                      <a:pt x="123" y="61"/>
                    </a:cubicBezTo>
                    <a:cubicBezTo>
                      <a:pt x="125" y="63"/>
                      <a:pt x="125" y="66"/>
                      <a:pt x="122" y="67"/>
                    </a:cubicBezTo>
                    <a:cubicBezTo>
                      <a:pt x="118" y="69"/>
                      <a:pt x="114" y="71"/>
                      <a:pt x="110" y="71"/>
                    </a:cubicBezTo>
                    <a:cubicBezTo>
                      <a:pt x="103" y="70"/>
                      <a:pt x="99" y="75"/>
                      <a:pt x="95" y="79"/>
                    </a:cubicBezTo>
                    <a:cubicBezTo>
                      <a:pt x="98" y="80"/>
                      <a:pt x="102" y="80"/>
                      <a:pt x="104" y="82"/>
                    </a:cubicBezTo>
                    <a:cubicBezTo>
                      <a:pt x="106" y="83"/>
                      <a:pt x="108" y="86"/>
                      <a:pt x="109" y="88"/>
                    </a:cubicBezTo>
                    <a:cubicBezTo>
                      <a:pt x="110" y="104"/>
                      <a:pt x="111" y="119"/>
                      <a:pt x="112" y="134"/>
                    </a:cubicBezTo>
                    <a:cubicBezTo>
                      <a:pt x="112" y="137"/>
                      <a:pt x="110" y="140"/>
                      <a:pt x="110" y="142"/>
                    </a:cubicBezTo>
                    <a:cubicBezTo>
                      <a:pt x="107" y="141"/>
                      <a:pt x="104" y="141"/>
                      <a:pt x="102" y="140"/>
                    </a:cubicBezTo>
                    <a:cubicBezTo>
                      <a:pt x="97" y="136"/>
                      <a:pt x="93" y="131"/>
                      <a:pt x="90" y="127"/>
                    </a:cubicBezTo>
                    <a:cubicBezTo>
                      <a:pt x="89" y="126"/>
                      <a:pt x="89" y="124"/>
                      <a:pt x="89" y="123"/>
                    </a:cubicBezTo>
                    <a:cubicBezTo>
                      <a:pt x="92" y="125"/>
                      <a:pt x="96" y="127"/>
                      <a:pt x="100" y="130"/>
                    </a:cubicBezTo>
                    <a:cubicBezTo>
                      <a:pt x="100" y="129"/>
                      <a:pt x="101" y="129"/>
                      <a:pt x="101" y="128"/>
                    </a:cubicBezTo>
                    <a:cubicBezTo>
                      <a:pt x="101" y="121"/>
                      <a:pt x="101" y="113"/>
                      <a:pt x="101" y="105"/>
                    </a:cubicBezTo>
                    <a:cubicBezTo>
                      <a:pt x="101" y="101"/>
                      <a:pt x="101" y="96"/>
                      <a:pt x="101" y="92"/>
                    </a:cubicBezTo>
                    <a:cubicBezTo>
                      <a:pt x="99" y="85"/>
                      <a:pt x="96" y="84"/>
                      <a:pt x="90" y="90"/>
                    </a:cubicBezTo>
                    <a:cubicBezTo>
                      <a:pt x="92" y="93"/>
                      <a:pt x="97" y="93"/>
                      <a:pt x="97" y="99"/>
                    </a:cubicBezTo>
                    <a:cubicBezTo>
                      <a:pt x="94" y="98"/>
                      <a:pt x="91" y="97"/>
                      <a:pt x="88" y="96"/>
                    </a:cubicBezTo>
                    <a:cubicBezTo>
                      <a:pt x="84" y="100"/>
                      <a:pt x="84" y="101"/>
                      <a:pt x="90" y="103"/>
                    </a:cubicBezTo>
                    <a:cubicBezTo>
                      <a:pt x="95" y="106"/>
                      <a:pt x="98" y="111"/>
                      <a:pt x="96" y="112"/>
                    </a:cubicBezTo>
                    <a:cubicBezTo>
                      <a:pt x="92" y="115"/>
                      <a:pt x="89" y="112"/>
                      <a:pt x="86" y="110"/>
                    </a:cubicBezTo>
                    <a:cubicBezTo>
                      <a:pt x="85" y="110"/>
                      <a:pt x="84" y="109"/>
                      <a:pt x="83" y="108"/>
                    </a:cubicBezTo>
                    <a:cubicBezTo>
                      <a:pt x="82" y="112"/>
                      <a:pt x="82" y="116"/>
                      <a:pt x="81" y="120"/>
                    </a:cubicBezTo>
                    <a:cubicBezTo>
                      <a:pt x="74" y="118"/>
                      <a:pt x="72" y="114"/>
                      <a:pt x="73" y="108"/>
                    </a:cubicBezTo>
                    <a:cubicBezTo>
                      <a:pt x="76" y="95"/>
                      <a:pt x="81" y="83"/>
                      <a:pt x="88" y="71"/>
                    </a:cubicBezTo>
                    <a:cubicBezTo>
                      <a:pt x="84" y="74"/>
                      <a:pt x="80" y="76"/>
                      <a:pt x="76" y="78"/>
                    </a:cubicBezTo>
                    <a:cubicBezTo>
                      <a:pt x="71" y="81"/>
                      <a:pt x="65" y="84"/>
                      <a:pt x="60" y="87"/>
                    </a:cubicBezTo>
                    <a:cubicBezTo>
                      <a:pt x="60" y="87"/>
                      <a:pt x="60" y="87"/>
                      <a:pt x="59" y="87"/>
                    </a:cubicBezTo>
                    <a:cubicBezTo>
                      <a:pt x="57" y="88"/>
                      <a:pt x="54" y="88"/>
                      <a:pt x="53" y="89"/>
                    </a:cubicBezTo>
                    <a:cubicBezTo>
                      <a:pt x="51" y="93"/>
                      <a:pt x="49" y="97"/>
                      <a:pt x="49" y="101"/>
                    </a:cubicBezTo>
                    <a:cubicBezTo>
                      <a:pt x="49" y="110"/>
                      <a:pt x="50" y="119"/>
                      <a:pt x="51" y="128"/>
                    </a:cubicBezTo>
                    <a:cubicBezTo>
                      <a:pt x="51" y="131"/>
                      <a:pt x="51" y="134"/>
                      <a:pt x="51" y="137"/>
                    </a:cubicBezTo>
                    <a:cubicBezTo>
                      <a:pt x="48" y="136"/>
                      <a:pt x="45" y="136"/>
                      <a:pt x="43" y="134"/>
                    </a:cubicBezTo>
                    <a:cubicBezTo>
                      <a:pt x="40" y="132"/>
                      <a:pt x="37" y="130"/>
                      <a:pt x="38" y="125"/>
                    </a:cubicBezTo>
                    <a:cubicBezTo>
                      <a:pt x="40" y="119"/>
                      <a:pt x="39" y="113"/>
                      <a:pt x="39" y="107"/>
                    </a:cubicBezTo>
                    <a:cubicBezTo>
                      <a:pt x="38" y="107"/>
                      <a:pt x="38" y="107"/>
                      <a:pt x="37" y="106"/>
                    </a:cubicBezTo>
                    <a:cubicBezTo>
                      <a:pt x="36" y="109"/>
                      <a:pt x="34" y="111"/>
                      <a:pt x="33" y="114"/>
                    </a:cubicBezTo>
                    <a:cubicBezTo>
                      <a:pt x="30" y="120"/>
                      <a:pt x="25" y="122"/>
                      <a:pt x="21" y="120"/>
                    </a:cubicBezTo>
                    <a:cubicBezTo>
                      <a:pt x="16" y="118"/>
                      <a:pt x="15" y="113"/>
                      <a:pt x="17" y="108"/>
                    </a:cubicBezTo>
                    <a:cubicBezTo>
                      <a:pt x="20" y="99"/>
                      <a:pt x="23" y="91"/>
                      <a:pt x="26" y="81"/>
                    </a:cubicBezTo>
                    <a:cubicBezTo>
                      <a:pt x="19" y="90"/>
                      <a:pt x="12" y="85"/>
                      <a:pt x="5" y="81"/>
                    </a:cubicBezTo>
                    <a:cubicBezTo>
                      <a:pt x="0" y="79"/>
                      <a:pt x="0" y="76"/>
                      <a:pt x="5" y="73"/>
                    </a:cubicBezTo>
                    <a:cubicBezTo>
                      <a:pt x="15" y="68"/>
                      <a:pt x="25" y="62"/>
                      <a:pt x="34" y="56"/>
                    </a:cubicBezTo>
                    <a:cubicBezTo>
                      <a:pt x="35" y="55"/>
                      <a:pt x="37" y="54"/>
                      <a:pt x="37" y="52"/>
                    </a:cubicBezTo>
                    <a:cubicBezTo>
                      <a:pt x="38" y="46"/>
                      <a:pt x="38" y="39"/>
                      <a:pt x="38" y="33"/>
                    </a:cubicBezTo>
                    <a:cubicBezTo>
                      <a:pt x="38" y="32"/>
                      <a:pt x="38" y="32"/>
                      <a:pt x="37" y="32"/>
                    </a:cubicBezTo>
                    <a:cubicBezTo>
                      <a:pt x="32" y="40"/>
                      <a:pt x="27" y="48"/>
                      <a:pt x="22" y="55"/>
                    </a:cubicBezTo>
                    <a:cubicBezTo>
                      <a:pt x="22" y="56"/>
                      <a:pt x="22" y="56"/>
                      <a:pt x="23" y="57"/>
                    </a:cubicBezTo>
                    <a:cubicBezTo>
                      <a:pt x="20" y="56"/>
                      <a:pt x="17" y="56"/>
                      <a:pt x="14" y="55"/>
                    </a:cubicBezTo>
                    <a:cubicBezTo>
                      <a:pt x="9" y="53"/>
                      <a:pt x="7" y="49"/>
                      <a:pt x="9" y="44"/>
                    </a:cubicBezTo>
                    <a:cubicBezTo>
                      <a:pt x="10" y="42"/>
                      <a:pt x="10" y="39"/>
                      <a:pt x="11" y="36"/>
                    </a:cubicBezTo>
                    <a:cubicBezTo>
                      <a:pt x="13" y="28"/>
                      <a:pt x="18" y="23"/>
                      <a:pt x="26" y="20"/>
                    </a:cubicBezTo>
                    <a:cubicBezTo>
                      <a:pt x="27" y="19"/>
                      <a:pt x="30" y="20"/>
                      <a:pt x="32" y="22"/>
                    </a:cubicBezTo>
                    <a:cubicBezTo>
                      <a:pt x="34" y="23"/>
                      <a:pt x="32" y="25"/>
                      <a:pt x="31" y="27"/>
                    </a:cubicBezTo>
                    <a:cubicBezTo>
                      <a:pt x="29" y="28"/>
                      <a:pt x="29" y="31"/>
                      <a:pt x="28" y="33"/>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1" name="Freeform 6">
                <a:extLst>
                  <a:ext uri="{FF2B5EF4-FFF2-40B4-BE49-F238E27FC236}">
                    <a16:creationId xmlns:a16="http://schemas.microsoft.com/office/drawing/2014/main" id="{CC1FA68D-3307-481A-8E89-D3CB2E8693F4}"/>
                  </a:ext>
                </a:extLst>
              </p:cNvPr>
              <p:cNvSpPr>
                <a:spLocks/>
              </p:cNvSpPr>
              <p:nvPr/>
            </p:nvSpPr>
            <p:spPr bwMode="auto">
              <a:xfrm>
                <a:off x="12756799" y="2388393"/>
                <a:ext cx="307975" cy="463550"/>
              </a:xfrm>
              <a:custGeom>
                <a:avLst/>
                <a:gdLst>
                  <a:gd name="T0" fmla="*/ 33 w 72"/>
                  <a:gd name="T1" fmla="*/ 76 h 109"/>
                  <a:gd name="T2" fmla="*/ 44 w 72"/>
                  <a:gd name="T3" fmla="*/ 73 h 109"/>
                  <a:gd name="T4" fmla="*/ 59 w 72"/>
                  <a:gd name="T5" fmla="*/ 71 h 109"/>
                  <a:gd name="T6" fmla="*/ 69 w 72"/>
                  <a:gd name="T7" fmla="*/ 92 h 109"/>
                  <a:gd name="T8" fmla="*/ 66 w 72"/>
                  <a:gd name="T9" fmla="*/ 94 h 109"/>
                  <a:gd name="T10" fmla="*/ 49 w 72"/>
                  <a:gd name="T11" fmla="*/ 96 h 109"/>
                  <a:gd name="T12" fmla="*/ 28 w 72"/>
                  <a:gd name="T13" fmla="*/ 106 h 109"/>
                  <a:gd name="T14" fmla="*/ 16 w 72"/>
                  <a:gd name="T15" fmla="*/ 106 h 109"/>
                  <a:gd name="T16" fmla="*/ 1 w 72"/>
                  <a:gd name="T17" fmla="*/ 80 h 109"/>
                  <a:gd name="T18" fmla="*/ 2 w 72"/>
                  <a:gd name="T19" fmla="*/ 74 h 109"/>
                  <a:gd name="T20" fmla="*/ 23 w 72"/>
                  <a:gd name="T21" fmla="*/ 31 h 109"/>
                  <a:gd name="T22" fmla="*/ 22 w 72"/>
                  <a:gd name="T23" fmla="*/ 26 h 109"/>
                  <a:gd name="T24" fmla="*/ 12 w 72"/>
                  <a:gd name="T25" fmla="*/ 16 h 109"/>
                  <a:gd name="T26" fmla="*/ 15 w 72"/>
                  <a:gd name="T27" fmla="*/ 10 h 109"/>
                  <a:gd name="T28" fmla="*/ 32 w 72"/>
                  <a:gd name="T29" fmla="*/ 5 h 109"/>
                  <a:gd name="T30" fmla="*/ 60 w 72"/>
                  <a:gd name="T31" fmla="*/ 18 h 109"/>
                  <a:gd name="T32" fmla="*/ 59 w 72"/>
                  <a:gd name="T33" fmla="*/ 26 h 109"/>
                  <a:gd name="T34" fmla="*/ 52 w 72"/>
                  <a:gd name="T35" fmla="*/ 36 h 109"/>
                  <a:gd name="T36" fmla="*/ 34 w 72"/>
                  <a:gd name="T37" fmla="*/ 72 h 109"/>
                  <a:gd name="T38" fmla="*/ 33 w 72"/>
                  <a:gd name="T39" fmla="*/ 76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2" h="109">
                    <a:moveTo>
                      <a:pt x="33" y="76"/>
                    </a:moveTo>
                    <a:cubicBezTo>
                      <a:pt x="37" y="74"/>
                      <a:pt x="40" y="73"/>
                      <a:pt x="44" y="73"/>
                    </a:cubicBezTo>
                    <a:cubicBezTo>
                      <a:pt x="49" y="72"/>
                      <a:pt x="54" y="71"/>
                      <a:pt x="59" y="71"/>
                    </a:cubicBezTo>
                    <a:cubicBezTo>
                      <a:pt x="66" y="72"/>
                      <a:pt x="72" y="85"/>
                      <a:pt x="69" y="92"/>
                    </a:cubicBezTo>
                    <a:cubicBezTo>
                      <a:pt x="68" y="93"/>
                      <a:pt x="67" y="94"/>
                      <a:pt x="66" y="94"/>
                    </a:cubicBezTo>
                    <a:cubicBezTo>
                      <a:pt x="60" y="95"/>
                      <a:pt x="54" y="94"/>
                      <a:pt x="49" y="96"/>
                    </a:cubicBezTo>
                    <a:cubicBezTo>
                      <a:pt x="42" y="99"/>
                      <a:pt x="35" y="102"/>
                      <a:pt x="28" y="106"/>
                    </a:cubicBezTo>
                    <a:cubicBezTo>
                      <a:pt x="24" y="108"/>
                      <a:pt x="21" y="109"/>
                      <a:pt x="16" y="106"/>
                    </a:cubicBezTo>
                    <a:cubicBezTo>
                      <a:pt x="7" y="100"/>
                      <a:pt x="3" y="90"/>
                      <a:pt x="1" y="80"/>
                    </a:cubicBezTo>
                    <a:cubicBezTo>
                      <a:pt x="0" y="78"/>
                      <a:pt x="1" y="76"/>
                      <a:pt x="2" y="74"/>
                    </a:cubicBezTo>
                    <a:cubicBezTo>
                      <a:pt x="9" y="60"/>
                      <a:pt x="16" y="45"/>
                      <a:pt x="23" y="31"/>
                    </a:cubicBezTo>
                    <a:cubicBezTo>
                      <a:pt x="23" y="30"/>
                      <a:pt x="23" y="28"/>
                      <a:pt x="22" y="26"/>
                    </a:cubicBezTo>
                    <a:cubicBezTo>
                      <a:pt x="19" y="23"/>
                      <a:pt x="15" y="20"/>
                      <a:pt x="12" y="16"/>
                    </a:cubicBezTo>
                    <a:cubicBezTo>
                      <a:pt x="10" y="13"/>
                      <a:pt x="11" y="11"/>
                      <a:pt x="15" y="10"/>
                    </a:cubicBezTo>
                    <a:cubicBezTo>
                      <a:pt x="21" y="9"/>
                      <a:pt x="26" y="7"/>
                      <a:pt x="32" y="5"/>
                    </a:cubicBezTo>
                    <a:cubicBezTo>
                      <a:pt x="44" y="0"/>
                      <a:pt x="57" y="6"/>
                      <a:pt x="60" y="18"/>
                    </a:cubicBezTo>
                    <a:cubicBezTo>
                      <a:pt x="61" y="21"/>
                      <a:pt x="60" y="24"/>
                      <a:pt x="59" y="26"/>
                    </a:cubicBezTo>
                    <a:cubicBezTo>
                      <a:pt x="57" y="29"/>
                      <a:pt x="54" y="33"/>
                      <a:pt x="52" y="36"/>
                    </a:cubicBezTo>
                    <a:cubicBezTo>
                      <a:pt x="46" y="48"/>
                      <a:pt x="40" y="60"/>
                      <a:pt x="34" y="72"/>
                    </a:cubicBezTo>
                    <a:cubicBezTo>
                      <a:pt x="34" y="72"/>
                      <a:pt x="34" y="74"/>
                      <a:pt x="33" y="76"/>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zh-CN" altLang="en-US"/>
              </a:p>
            </p:txBody>
          </p:sp>
          <p:grpSp>
            <p:nvGrpSpPr>
              <p:cNvPr id="22" name="组合 21">
                <a:extLst>
                  <a:ext uri="{FF2B5EF4-FFF2-40B4-BE49-F238E27FC236}">
                    <a16:creationId xmlns:a16="http://schemas.microsoft.com/office/drawing/2014/main" id="{C7A6E3E5-9A1F-4E06-9E71-F1D7E5C11C32}"/>
                  </a:ext>
                </a:extLst>
              </p:cNvPr>
              <p:cNvGrpSpPr/>
              <p:nvPr/>
            </p:nvGrpSpPr>
            <p:grpSpPr>
              <a:xfrm>
                <a:off x="10340336" y="2247899"/>
                <a:ext cx="547688" cy="679451"/>
                <a:chOff x="5548313" y="2084388"/>
                <a:chExt cx="547688" cy="679451"/>
              </a:xfrm>
              <a:solidFill>
                <a:schemeClr val="bg1"/>
              </a:solidFill>
            </p:grpSpPr>
            <p:sp>
              <p:nvSpPr>
                <p:cNvPr id="27" name="Freeform 7">
                  <a:extLst>
                    <a:ext uri="{FF2B5EF4-FFF2-40B4-BE49-F238E27FC236}">
                      <a16:creationId xmlns:a16="http://schemas.microsoft.com/office/drawing/2014/main" id="{02368C72-9CA0-44B0-93EC-F396645A3423}"/>
                    </a:ext>
                  </a:extLst>
                </p:cNvPr>
                <p:cNvSpPr>
                  <a:spLocks/>
                </p:cNvSpPr>
                <p:nvPr/>
              </p:nvSpPr>
              <p:spPr bwMode="auto">
                <a:xfrm>
                  <a:off x="5548313" y="2084388"/>
                  <a:ext cx="547688" cy="446088"/>
                </a:xfrm>
                <a:custGeom>
                  <a:avLst/>
                  <a:gdLst>
                    <a:gd name="T0" fmla="*/ 101 w 128"/>
                    <a:gd name="T1" fmla="*/ 58 h 105"/>
                    <a:gd name="T2" fmla="*/ 74 w 128"/>
                    <a:gd name="T3" fmla="*/ 56 h 105"/>
                    <a:gd name="T4" fmla="*/ 68 w 128"/>
                    <a:gd name="T5" fmla="*/ 57 h 105"/>
                    <a:gd name="T6" fmla="*/ 51 w 128"/>
                    <a:gd name="T7" fmla="*/ 59 h 105"/>
                    <a:gd name="T8" fmla="*/ 36 w 128"/>
                    <a:gd name="T9" fmla="*/ 65 h 105"/>
                    <a:gd name="T10" fmla="*/ 28 w 128"/>
                    <a:gd name="T11" fmla="*/ 73 h 105"/>
                    <a:gd name="T12" fmla="*/ 16 w 128"/>
                    <a:gd name="T13" fmla="*/ 102 h 105"/>
                    <a:gd name="T14" fmla="*/ 13 w 128"/>
                    <a:gd name="T15" fmla="*/ 104 h 105"/>
                    <a:gd name="T16" fmla="*/ 1 w 128"/>
                    <a:gd name="T17" fmla="*/ 98 h 105"/>
                    <a:gd name="T18" fmla="*/ 0 w 128"/>
                    <a:gd name="T19" fmla="*/ 93 h 105"/>
                    <a:gd name="T20" fmla="*/ 15 w 128"/>
                    <a:gd name="T21" fmla="*/ 60 h 105"/>
                    <a:gd name="T22" fmla="*/ 16 w 128"/>
                    <a:gd name="T23" fmla="*/ 58 h 105"/>
                    <a:gd name="T24" fmla="*/ 20 w 128"/>
                    <a:gd name="T25" fmla="*/ 52 h 105"/>
                    <a:gd name="T26" fmla="*/ 32 w 128"/>
                    <a:gd name="T27" fmla="*/ 54 h 105"/>
                    <a:gd name="T28" fmla="*/ 39 w 128"/>
                    <a:gd name="T29" fmla="*/ 55 h 105"/>
                    <a:gd name="T30" fmla="*/ 72 w 128"/>
                    <a:gd name="T31" fmla="*/ 21 h 105"/>
                    <a:gd name="T32" fmla="*/ 74 w 128"/>
                    <a:gd name="T33" fmla="*/ 16 h 105"/>
                    <a:gd name="T34" fmla="*/ 74 w 128"/>
                    <a:gd name="T35" fmla="*/ 11 h 105"/>
                    <a:gd name="T36" fmla="*/ 71 w 128"/>
                    <a:gd name="T37" fmla="*/ 11 h 105"/>
                    <a:gd name="T38" fmla="*/ 68 w 128"/>
                    <a:gd name="T39" fmla="*/ 15 h 105"/>
                    <a:gd name="T40" fmla="*/ 68 w 128"/>
                    <a:gd name="T41" fmla="*/ 21 h 105"/>
                    <a:gd name="T42" fmla="*/ 59 w 128"/>
                    <a:gd name="T43" fmla="*/ 29 h 105"/>
                    <a:gd name="T44" fmla="*/ 53 w 128"/>
                    <a:gd name="T45" fmla="*/ 27 h 105"/>
                    <a:gd name="T46" fmla="*/ 47 w 128"/>
                    <a:gd name="T47" fmla="*/ 24 h 105"/>
                    <a:gd name="T48" fmla="*/ 47 w 128"/>
                    <a:gd name="T49" fmla="*/ 32 h 105"/>
                    <a:gd name="T50" fmla="*/ 47 w 128"/>
                    <a:gd name="T51" fmla="*/ 34 h 105"/>
                    <a:gd name="T52" fmla="*/ 43 w 128"/>
                    <a:gd name="T53" fmla="*/ 45 h 105"/>
                    <a:gd name="T54" fmla="*/ 31 w 128"/>
                    <a:gd name="T55" fmla="*/ 39 h 105"/>
                    <a:gd name="T56" fmla="*/ 29 w 128"/>
                    <a:gd name="T57" fmla="*/ 23 h 105"/>
                    <a:gd name="T58" fmla="*/ 33 w 128"/>
                    <a:gd name="T59" fmla="*/ 14 h 105"/>
                    <a:gd name="T60" fmla="*/ 36 w 128"/>
                    <a:gd name="T61" fmla="*/ 9 h 105"/>
                    <a:gd name="T62" fmla="*/ 42 w 128"/>
                    <a:gd name="T63" fmla="*/ 13 h 105"/>
                    <a:gd name="T64" fmla="*/ 44 w 128"/>
                    <a:gd name="T65" fmla="*/ 16 h 105"/>
                    <a:gd name="T66" fmla="*/ 57 w 128"/>
                    <a:gd name="T67" fmla="*/ 14 h 105"/>
                    <a:gd name="T68" fmla="*/ 62 w 128"/>
                    <a:gd name="T69" fmla="*/ 11 h 105"/>
                    <a:gd name="T70" fmla="*/ 84 w 128"/>
                    <a:gd name="T71" fmla="*/ 0 h 105"/>
                    <a:gd name="T72" fmla="*/ 96 w 128"/>
                    <a:gd name="T73" fmla="*/ 7 h 105"/>
                    <a:gd name="T74" fmla="*/ 96 w 128"/>
                    <a:gd name="T75" fmla="*/ 20 h 105"/>
                    <a:gd name="T76" fmla="*/ 83 w 128"/>
                    <a:gd name="T77" fmla="*/ 43 h 105"/>
                    <a:gd name="T78" fmla="*/ 94 w 128"/>
                    <a:gd name="T79" fmla="*/ 44 h 105"/>
                    <a:gd name="T80" fmla="*/ 122 w 128"/>
                    <a:gd name="T81" fmla="*/ 59 h 105"/>
                    <a:gd name="T82" fmla="*/ 120 w 128"/>
                    <a:gd name="T83" fmla="*/ 73 h 105"/>
                    <a:gd name="T84" fmla="*/ 98 w 128"/>
                    <a:gd name="T85" fmla="*/ 73 h 105"/>
                    <a:gd name="T86" fmla="*/ 97 w 128"/>
                    <a:gd name="T87" fmla="*/ 66 h 105"/>
                    <a:gd name="T88" fmla="*/ 101 w 128"/>
                    <a:gd name="T89" fmla="*/ 58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8" h="105">
                      <a:moveTo>
                        <a:pt x="101" y="58"/>
                      </a:moveTo>
                      <a:cubicBezTo>
                        <a:pt x="94" y="52"/>
                        <a:pt x="81" y="52"/>
                        <a:pt x="74" y="56"/>
                      </a:cubicBezTo>
                      <a:cubicBezTo>
                        <a:pt x="73" y="57"/>
                        <a:pt x="70" y="58"/>
                        <a:pt x="68" y="57"/>
                      </a:cubicBezTo>
                      <a:cubicBezTo>
                        <a:pt x="62" y="56"/>
                        <a:pt x="57" y="57"/>
                        <a:pt x="51" y="59"/>
                      </a:cubicBezTo>
                      <a:cubicBezTo>
                        <a:pt x="46" y="61"/>
                        <a:pt x="41" y="63"/>
                        <a:pt x="36" y="65"/>
                      </a:cubicBezTo>
                      <a:cubicBezTo>
                        <a:pt x="32" y="67"/>
                        <a:pt x="29" y="69"/>
                        <a:pt x="28" y="73"/>
                      </a:cubicBezTo>
                      <a:cubicBezTo>
                        <a:pt x="24" y="82"/>
                        <a:pt x="20" y="92"/>
                        <a:pt x="16" y="102"/>
                      </a:cubicBezTo>
                      <a:cubicBezTo>
                        <a:pt x="16" y="103"/>
                        <a:pt x="14" y="105"/>
                        <a:pt x="13" y="104"/>
                      </a:cubicBezTo>
                      <a:cubicBezTo>
                        <a:pt x="9" y="103"/>
                        <a:pt x="5" y="100"/>
                        <a:pt x="1" y="98"/>
                      </a:cubicBezTo>
                      <a:cubicBezTo>
                        <a:pt x="0" y="97"/>
                        <a:pt x="0" y="95"/>
                        <a:pt x="0" y="93"/>
                      </a:cubicBezTo>
                      <a:cubicBezTo>
                        <a:pt x="5" y="82"/>
                        <a:pt x="10" y="71"/>
                        <a:pt x="15" y="60"/>
                      </a:cubicBezTo>
                      <a:cubicBezTo>
                        <a:pt x="15" y="59"/>
                        <a:pt x="16" y="59"/>
                        <a:pt x="16" y="58"/>
                      </a:cubicBezTo>
                      <a:cubicBezTo>
                        <a:pt x="18" y="56"/>
                        <a:pt x="19" y="52"/>
                        <a:pt x="20" y="52"/>
                      </a:cubicBezTo>
                      <a:cubicBezTo>
                        <a:pt x="24" y="52"/>
                        <a:pt x="29" y="52"/>
                        <a:pt x="32" y="54"/>
                      </a:cubicBezTo>
                      <a:cubicBezTo>
                        <a:pt x="35" y="55"/>
                        <a:pt x="36" y="56"/>
                        <a:pt x="39" y="55"/>
                      </a:cubicBezTo>
                      <a:cubicBezTo>
                        <a:pt x="57" y="50"/>
                        <a:pt x="66" y="37"/>
                        <a:pt x="72" y="21"/>
                      </a:cubicBezTo>
                      <a:cubicBezTo>
                        <a:pt x="72" y="20"/>
                        <a:pt x="73" y="18"/>
                        <a:pt x="74" y="16"/>
                      </a:cubicBezTo>
                      <a:cubicBezTo>
                        <a:pt x="74" y="14"/>
                        <a:pt x="74" y="13"/>
                        <a:pt x="74" y="11"/>
                      </a:cubicBezTo>
                      <a:cubicBezTo>
                        <a:pt x="74" y="11"/>
                        <a:pt x="72" y="10"/>
                        <a:pt x="71" y="11"/>
                      </a:cubicBezTo>
                      <a:cubicBezTo>
                        <a:pt x="70" y="12"/>
                        <a:pt x="68" y="13"/>
                        <a:pt x="68" y="15"/>
                      </a:cubicBezTo>
                      <a:cubicBezTo>
                        <a:pt x="67" y="17"/>
                        <a:pt x="68" y="19"/>
                        <a:pt x="68" y="21"/>
                      </a:cubicBezTo>
                      <a:cubicBezTo>
                        <a:pt x="69" y="28"/>
                        <a:pt x="68" y="30"/>
                        <a:pt x="59" y="29"/>
                      </a:cubicBezTo>
                      <a:cubicBezTo>
                        <a:pt x="57" y="29"/>
                        <a:pt x="55" y="28"/>
                        <a:pt x="53" y="27"/>
                      </a:cubicBezTo>
                      <a:cubicBezTo>
                        <a:pt x="51" y="26"/>
                        <a:pt x="49" y="25"/>
                        <a:pt x="47" y="24"/>
                      </a:cubicBezTo>
                      <a:cubicBezTo>
                        <a:pt x="47" y="27"/>
                        <a:pt x="47" y="29"/>
                        <a:pt x="47" y="32"/>
                      </a:cubicBezTo>
                      <a:cubicBezTo>
                        <a:pt x="47" y="33"/>
                        <a:pt x="47" y="33"/>
                        <a:pt x="47" y="34"/>
                      </a:cubicBezTo>
                      <a:cubicBezTo>
                        <a:pt x="47" y="38"/>
                        <a:pt x="48" y="43"/>
                        <a:pt x="43" y="45"/>
                      </a:cubicBezTo>
                      <a:cubicBezTo>
                        <a:pt x="39" y="46"/>
                        <a:pt x="34" y="44"/>
                        <a:pt x="31" y="39"/>
                      </a:cubicBezTo>
                      <a:cubicBezTo>
                        <a:pt x="28" y="34"/>
                        <a:pt x="25" y="29"/>
                        <a:pt x="29" y="23"/>
                      </a:cubicBezTo>
                      <a:cubicBezTo>
                        <a:pt x="31" y="20"/>
                        <a:pt x="31" y="17"/>
                        <a:pt x="33" y="14"/>
                      </a:cubicBezTo>
                      <a:cubicBezTo>
                        <a:pt x="34" y="12"/>
                        <a:pt x="35" y="9"/>
                        <a:pt x="36" y="9"/>
                      </a:cubicBezTo>
                      <a:cubicBezTo>
                        <a:pt x="38" y="10"/>
                        <a:pt x="40" y="11"/>
                        <a:pt x="42" y="13"/>
                      </a:cubicBezTo>
                      <a:cubicBezTo>
                        <a:pt x="42" y="13"/>
                        <a:pt x="43" y="15"/>
                        <a:pt x="44" y="16"/>
                      </a:cubicBezTo>
                      <a:cubicBezTo>
                        <a:pt x="48" y="13"/>
                        <a:pt x="52" y="11"/>
                        <a:pt x="57" y="14"/>
                      </a:cubicBezTo>
                      <a:cubicBezTo>
                        <a:pt x="58" y="15"/>
                        <a:pt x="61" y="13"/>
                        <a:pt x="62" y="11"/>
                      </a:cubicBezTo>
                      <a:cubicBezTo>
                        <a:pt x="69" y="5"/>
                        <a:pt x="75" y="0"/>
                        <a:pt x="84" y="0"/>
                      </a:cubicBezTo>
                      <a:cubicBezTo>
                        <a:pt x="89" y="0"/>
                        <a:pt x="93" y="2"/>
                        <a:pt x="96" y="7"/>
                      </a:cubicBezTo>
                      <a:cubicBezTo>
                        <a:pt x="99" y="11"/>
                        <a:pt x="98" y="15"/>
                        <a:pt x="96" y="20"/>
                      </a:cubicBezTo>
                      <a:cubicBezTo>
                        <a:pt x="91" y="27"/>
                        <a:pt x="87" y="35"/>
                        <a:pt x="83" y="43"/>
                      </a:cubicBezTo>
                      <a:cubicBezTo>
                        <a:pt x="88" y="43"/>
                        <a:pt x="91" y="44"/>
                        <a:pt x="94" y="44"/>
                      </a:cubicBezTo>
                      <a:cubicBezTo>
                        <a:pt x="105" y="46"/>
                        <a:pt x="115" y="50"/>
                        <a:pt x="122" y="59"/>
                      </a:cubicBezTo>
                      <a:cubicBezTo>
                        <a:pt x="128" y="65"/>
                        <a:pt x="127" y="68"/>
                        <a:pt x="120" y="73"/>
                      </a:cubicBezTo>
                      <a:cubicBezTo>
                        <a:pt x="113" y="77"/>
                        <a:pt x="105" y="77"/>
                        <a:pt x="98" y="73"/>
                      </a:cubicBezTo>
                      <a:cubicBezTo>
                        <a:pt x="95" y="71"/>
                        <a:pt x="95" y="69"/>
                        <a:pt x="97" y="66"/>
                      </a:cubicBezTo>
                      <a:cubicBezTo>
                        <a:pt x="98" y="64"/>
                        <a:pt x="100" y="61"/>
                        <a:pt x="101" y="5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8" name="Freeform 8">
                  <a:extLst>
                    <a:ext uri="{FF2B5EF4-FFF2-40B4-BE49-F238E27FC236}">
                      <a16:creationId xmlns:a16="http://schemas.microsoft.com/office/drawing/2014/main" id="{68AB8704-3F31-41E0-B209-31D0A83BAA2E}"/>
                    </a:ext>
                  </a:extLst>
                </p:cNvPr>
                <p:cNvSpPr>
                  <a:spLocks/>
                </p:cNvSpPr>
                <p:nvPr/>
              </p:nvSpPr>
              <p:spPr bwMode="auto">
                <a:xfrm>
                  <a:off x="5664200" y="2355851"/>
                  <a:ext cx="341313" cy="407988"/>
                </a:xfrm>
                <a:custGeom>
                  <a:avLst/>
                  <a:gdLst>
                    <a:gd name="T0" fmla="*/ 46 w 80"/>
                    <a:gd name="T1" fmla="*/ 29 h 96"/>
                    <a:gd name="T2" fmla="*/ 65 w 80"/>
                    <a:gd name="T3" fmla="*/ 29 h 96"/>
                    <a:gd name="T4" fmla="*/ 79 w 80"/>
                    <a:gd name="T5" fmla="*/ 41 h 96"/>
                    <a:gd name="T6" fmla="*/ 74 w 80"/>
                    <a:gd name="T7" fmla="*/ 43 h 96"/>
                    <a:gd name="T8" fmla="*/ 60 w 80"/>
                    <a:gd name="T9" fmla="*/ 43 h 96"/>
                    <a:gd name="T10" fmla="*/ 52 w 80"/>
                    <a:gd name="T11" fmla="*/ 50 h 96"/>
                    <a:gd name="T12" fmla="*/ 49 w 80"/>
                    <a:gd name="T13" fmla="*/ 87 h 96"/>
                    <a:gd name="T14" fmla="*/ 37 w 80"/>
                    <a:gd name="T15" fmla="*/ 95 h 96"/>
                    <a:gd name="T16" fmla="*/ 21 w 80"/>
                    <a:gd name="T17" fmla="*/ 68 h 96"/>
                    <a:gd name="T18" fmla="*/ 22 w 80"/>
                    <a:gd name="T19" fmla="*/ 62 h 96"/>
                    <a:gd name="T20" fmla="*/ 30 w 80"/>
                    <a:gd name="T21" fmla="*/ 72 h 96"/>
                    <a:gd name="T22" fmla="*/ 40 w 80"/>
                    <a:gd name="T23" fmla="*/ 70 h 96"/>
                    <a:gd name="T24" fmla="*/ 43 w 80"/>
                    <a:gd name="T25" fmla="*/ 46 h 96"/>
                    <a:gd name="T26" fmla="*/ 24 w 80"/>
                    <a:gd name="T27" fmla="*/ 52 h 96"/>
                    <a:gd name="T28" fmla="*/ 19 w 80"/>
                    <a:gd name="T29" fmla="*/ 54 h 96"/>
                    <a:gd name="T30" fmla="*/ 6 w 80"/>
                    <a:gd name="T31" fmla="*/ 54 h 96"/>
                    <a:gd name="T32" fmla="*/ 2 w 80"/>
                    <a:gd name="T33" fmla="*/ 40 h 96"/>
                    <a:gd name="T34" fmla="*/ 6 w 80"/>
                    <a:gd name="T35" fmla="*/ 37 h 96"/>
                    <a:gd name="T36" fmla="*/ 28 w 80"/>
                    <a:gd name="T37" fmla="*/ 33 h 96"/>
                    <a:gd name="T38" fmla="*/ 33 w 80"/>
                    <a:gd name="T39" fmla="*/ 32 h 96"/>
                    <a:gd name="T40" fmla="*/ 36 w 80"/>
                    <a:gd name="T41" fmla="*/ 22 h 96"/>
                    <a:gd name="T42" fmla="*/ 46 w 80"/>
                    <a:gd name="T43" fmla="*/ 12 h 96"/>
                    <a:gd name="T44" fmla="*/ 45 w 80"/>
                    <a:gd name="T45" fmla="*/ 10 h 96"/>
                    <a:gd name="T46" fmla="*/ 26 w 80"/>
                    <a:gd name="T47" fmla="*/ 17 h 96"/>
                    <a:gd name="T48" fmla="*/ 15 w 80"/>
                    <a:gd name="T49" fmla="*/ 24 h 96"/>
                    <a:gd name="T50" fmla="*/ 5 w 80"/>
                    <a:gd name="T51" fmla="*/ 22 h 96"/>
                    <a:gd name="T52" fmla="*/ 1 w 80"/>
                    <a:gd name="T53" fmla="*/ 17 h 96"/>
                    <a:gd name="T54" fmla="*/ 36 w 80"/>
                    <a:gd name="T55" fmla="*/ 2 h 96"/>
                    <a:gd name="T56" fmla="*/ 55 w 80"/>
                    <a:gd name="T57" fmla="*/ 0 h 96"/>
                    <a:gd name="T58" fmla="*/ 61 w 80"/>
                    <a:gd name="T59" fmla="*/ 6 h 96"/>
                    <a:gd name="T60" fmla="*/ 59 w 80"/>
                    <a:gd name="T61" fmla="*/ 13 h 96"/>
                    <a:gd name="T62" fmla="*/ 46 w 80"/>
                    <a:gd name="T63" fmla="*/ 29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 h="96">
                      <a:moveTo>
                        <a:pt x="46" y="29"/>
                      </a:moveTo>
                      <a:cubicBezTo>
                        <a:pt x="53" y="30"/>
                        <a:pt x="59" y="31"/>
                        <a:pt x="65" y="29"/>
                      </a:cubicBezTo>
                      <a:cubicBezTo>
                        <a:pt x="71" y="27"/>
                        <a:pt x="80" y="34"/>
                        <a:pt x="79" y="41"/>
                      </a:cubicBezTo>
                      <a:cubicBezTo>
                        <a:pt x="79" y="42"/>
                        <a:pt x="76" y="43"/>
                        <a:pt x="74" y="43"/>
                      </a:cubicBezTo>
                      <a:cubicBezTo>
                        <a:pt x="70" y="43"/>
                        <a:pt x="65" y="43"/>
                        <a:pt x="60" y="43"/>
                      </a:cubicBezTo>
                      <a:cubicBezTo>
                        <a:pt x="53" y="42"/>
                        <a:pt x="52" y="44"/>
                        <a:pt x="52" y="50"/>
                      </a:cubicBezTo>
                      <a:cubicBezTo>
                        <a:pt x="51" y="62"/>
                        <a:pt x="51" y="75"/>
                        <a:pt x="49" y="87"/>
                      </a:cubicBezTo>
                      <a:cubicBezTo>
                        <a:pt x="48" y="95"/>
                        <a:pt x="45" y="96"/>
                        <a:pt x="37" y="95"/>
                      </a:cubicBezTo>
                      <a:cubicBezTo>
                        <a:pt x="25" y="92"/>
                        <a:pt x="15" y="82"/>
                        <a:pt x="21" y="68"/>
                      </a:cubicBezTo>
                      <a:cubicBezTo>
                        <a:pt x="21" y="66"/>
                        <a:pt x="21" y="64"/>
                        <a:pt x="22" y="62"/>
                      </a:cubicBezTo>
                      <a:cubicBezTo>
                        <a:pt x="24" y="65"/>
                        <a:pt x="27" y="69"/>
                        <a:pt x="30" y="72"/>
                      </a:cubicBezTo>
                      <a:cubicBezTo>
                        <a:pt x="33" y="76"/>
                        <a:pt x="39" y="75"/>
                        <a:pt x="40" y="70"/>
                      </a:cubicBezTo>
                      <a:cubicBezTo>
                        <a:pt x="41" y="62"/>
                        <a:pt x="42" y="54"/>
                        <a:pt x="43" y="46"/>
                      </a:cubicBezTo>
                      <a:cubicBezTo>
                        <a:pt x="35" y="45"/>
                        <a:pt x="30" y="49"/>
                        <a:pt x="24" y="52"/>
                      </a:cubicBezTo>
                      <a:cubicBezTo>
                        <a:pt x="22" y="52"/>
                        <a:pt x="21" y="54"/>
                        <a:pt x="19" y="54"/>
                      </a:cubicBezTo>
                      <a:cubicBezTo>
                        <a:pt x="14" y="58"/>
                        <a:pt x="11" y="57"/>
                        <a:pt x="6" y="54"/>
                      </a:cubicBezTo>
                      <a:cubicBezTo>
                        <a:pt x="3" y="51"/>
                        <a:pt x="0" y="44"/>
                        <a:pt x="2" y="40"/>
                      </a:cubicBezTo>
                      <a:cubicBezTo>
                        <a:pt x="2" y="39"/>
                        <a:pt x="5" y="37"/>
                        <a:pt x="6" y="37"/>
                      </a:cubicBezTo>
                      <a:cubicBezTo>
                        <a:pt x="14" y="39"/>
                        <a:pt x="20" y="35"/>
                        <a:pt x="28" y="33"/>
                      </a:cubicBezTo>
                      <a:cubicBezTo>
                        <a:pt x="29" y="33"/>
                        <a:pt x="31" y="32"/>
                        <a:pt x="33" y="32"/>
                      </a:cubicBezTo>
                      <a:cubicBezTo>
                        <a:pt x="31" y="27"/>
                        <a:pt x="31" y="24"/>
                        <a:pt x="36" y="22"/>
                      </a:cubicBezTo>
                      <a:cubicBezTo>
                        <a:pt x="39" y="19"/>
                        <a:pt x="42" y="15"/>
                        <a:pt x="46" y="12"/>
                      </a:cubicBezTo>
                      <a:cubicBezTo>
                        <a:pt x="45" y="11"/>
                        <a:pt x="45" y="11"/>
                        <a:pt x="45" y="10"/>
                      </a:cubicBezTo>
                      <a:cubicBezTo>
                        <a:pt x="38" y="13"/>
                        <a:pt x="32" y="15"/>
                        <a:pt x="26" y="17"/>
                      </a:cubicBezTo>
                      <a:cubicBezTo>
                        <a:pt x="22" y="19"/>
                        <a:pt x="18" y="22"/>
                        <a:pt x="15" y="24"/>
                      </a:cubicBezTo>
                      <a:cubicBezTo>
                        <a:pt x="11" y="26"/>
                        <a:pt x="7" y="27"/>
                        <a:pt x="5" y="22"/>
                      </a:cubicBezTo>
                      <a:cubicBezTo>
                        <a:pt x="4" y="20"/>
                        <a:pt x="3" y="19"/>
                        <a:pt x="1" y="17"/>
                      </a:cubicBezTo>
                      <a:cubicBezTo>
                        <a:pt x="13" y="12"/>
                        <a:pt x="25" y="6"/>
                        <a:pt x="36" y="2"/>
                      </a:cubicBezTo>
                      <a:cubicBezTo>
                        <a:pt x="42" y="0"/>
                        <a:pt x="49" y="0"/>
                        <a:pt x="55" y="0"/>
                      </a:cubicBezTo>
                      <a:cubicBezTo>
                        <a:pt x="57" y="0"/>
                        <a:pt x="60" y="4"/>
                        <a:pt x="61" y="6"/>
                      </a:cubicBezTo>
                      <a:cubicBezTo>
                        <a:pt x="62" y="8"/>
                        <a:pt x="61" y="11"/>
                        <a:pt x="59" y="13"/>
                      </a:cubicBezTo>
                      <a:cubicBezTo>
                        <a:pt x="55" y="18"/>
                        <a:pt x="51" y="23"/>
                        <a:pt x="46"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23" name="组合 22">
                <a:extLst>
                  <a:ext uri="{FF2B5EF4-FFF2-40B4-BE49-F238E27FC236}">
                    <a16:creationId xmlns:a16="http://schemas.microsoft.com/office/drawing/2014/main" id="{B92E7EB9-3312-4310-B5FA-50F0FA6CFB99}"/>
                  </a:ext>
                </a:extLst>
              </p:cNvPr>
              <p:cNvGrpSpPr/>
              <p:nvPr/>
            </p:nvGrpSpPr>
            <p:grpSpPr>
              <a:xfrm>
                <a:off x="11192276" y="2400300"/>
                <a:ext cx="322175" cy="373063"/>
                <a:chOff x="3792874" y="3138488"/>
                <a:chExt cx="322175" cy="373063"/>
              </a:xfrm>
              <a:solidFill>
                <a:schemeClr val="bg1"/>
              </a:solidFill>
            </p:grpSpPr>
            <p:sp>
              <p:nvSpPr>
                <p:cNvPr id="24" name="Freeform 15">
                  <a:extLst>
                    <a:ext uri="{FF2B5EF4-FFF2-40B4-BE49-F238E27FC236}">
                      <a16:creationId xmlns:a16="http://schemas.microsoft.com/office/drawing/2014/main" id="{4A24723D-38DD-4916-B1AF-76A903317407}"/>
                    </a:ext>
                  </a:extLst>
                </p:cNvPr>
                <p:cNvSpPr>
                  <a:spLocks/>
                </p:cNvSpPr>
                <p:nvPr/>
              </p:nvSpPr>
              <p:spPr bwMode="auto">
                <a:xfrm>
                  <a:off x="3792874" y="3235325"/>
                  <a:ext cx="112625" cy="246063"/>
                </a:xfrm>
                <a:custGeom>
                  <a:avLst/>
                  <a:gdLst>
                    <a:gd name="T0" fmla="*/ 16 w 39"/>
                    <a:gd name="T1" fmla="*/ 29 h 58"/>
                    <a:gd name="T2" fmla="*/ 27 w 39"/>
                    <a:gd name="T3" fmla="*/ 7 h 58"/>
                    <a:gd name="T4" fmla="*/ 31 w 39"/>
                    <a:gd name="T5" fmla="*/ 1 h 58"/>
                    <a:gd name="T6" fmla="*/ 34 w 39"/>
                    <a:gd name="T7" fmla="*/ 6 h 58"/>
                    <a:gd name="T8" fmla="*/ 35 w 39"/>
                    <a:gd name="T9" fmla="*/ 26 h 58"/>
                    <a:gd name="T10" fmla="*/ 20 w 39"/>
                    <a:gd name="T11" fmla="*/ 52 h 58"/>
                    <a:gd name="T12" fmla="*/ 9 w 39"/>
                    <a:gd name="T13" fmla="*/ 57 h 58"/>
                    <a:gd name="T14" fmla="*/ 1 w 39"/>
                    <a:gd name="T15" fmla="*/ 43 h 58"/>
                    <a:gd name="T16" fmla="*/ 4 w 39"/>
                    <a:gd name="T17" fmla="*/ 6 h 58"/>
                    <a:gd name="T18" fmla="*/ 8 w 39"/>
                    <a:gd name="T19" fmla="*/ 0 h 58"/>
                    <a:gd name="T20" fmla="*/ 15 w 39"/>
                    <a:gd name="T21" fmla="*/ 6 h 58"/>
                    <a:gd name="T22" fmla="*/ 14 w 39"/>
                    <a:gd name="T23" fmla="*/ 20 h 58"/>
                    <a:gd name="T24" fmla="*/ 14 w 39"/>
                    <a:gd name="T25" fmla="*/ 28 h 58"/>
                    <a:gd name="T26" fmla="*/ 16 w 39"/>
                    <a:gd name="T27" fmla="*/ 29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9" h="58">
                      <a:moveTo>
                        <a:pt x="16" y="29"/>
                      </a:moveTo>
                      <a:cubicBezTo>
                        <a:pt x="19" y="21"/>
                        <a:pt x="23" y="14"/>
                        <a:pt x="27" y="7"/>
                      </a:cubicBezTo>
                      <a:cubicBezTo>
                        <a:pt x="28" y="5"/>
                        <a:pt x="29" y="3"/>
                        <a:pt x="31" y="1"/>
                      </a:cubicBezTo>
                      <a:cubicBezTo>
                        <a:pt x="32" y="3"/>
                        <a:pt x="33" y="4"/>
                        <a:pt x="34" y="6"/>
                      </a:cubicBezTo>
                      <a:cubicBezTo>
                        <a:pt x="37" y="12"/>
                        <a:pt x="39" y="19"/>
                        <a:pt x="35" y="26"/>
                      </a:cubicBezTo>
                      <a:cubicBezTo>
                        <a:pt x="30" y="34"/>
                        <a:pt x="25" y="43"/>
                        <a:pt x="20" y="52"/>
                      </a:cubicBezTo>
                      <a:cubicBezTo>
                        <a:pt x="18" y="56"/>
                        <a:pt x="12" y="58"/>
                        <a:pt x="9" y="57"/>
                      </a:cubicBezTo>
                      <a:cubicBezTo>
                        <a:pt x="2" y="54"/>
                        <a:pt x="0" y="50"/>
                        <a:pt x="1" y="43"/>
                      </a:cubicBezTo>
                      <a:cubicBezTo>
                        <a:pt x="2" y="31"/>
                        <a:pt x="3" y="18"/>
                        <a:pt x="4" y="6"/>
                      </a:cubicBezTo>
                      <a:cubicBezTo>
                        <a:pt x="4" y="4"/>
                        <a:pt x="4" y="0"/>
                        <a:pt x="8" y="0"/>
                      </a:cubicBezTo>
                      <a:cubicBezTo>
                        <a:pt x="11" y="0"/>
                        <a:pt x="15" y="1"/>
                        <a:pt x="15" y="6"/>
                      </a:cubicBezTo>
                      <a:cubicBezTo>
                        <a:pt x="15" y="10"/>
                        <a:pt x="14" y="15"/>
                        <a:pt x="14" y="20"/>
                      </a:cubicBezTo>
                      <a:cubicBezTo>
                        <a:pt x="14" y="23"/>
                        <a:pt x="14" y="25"/>
                        <a:pt x="14" y="28"/>
                      </a:cubicBezTo>
                      <a:cubicBezTo>
                        <a:pt x="14" y="28"/>
                        <a:pt x="15" y="28"/>
                        <a:pt x="16"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5" name="Freeform 16">
                  <a:extLst>
                    <a:ext uri="{FF2B5EF4-FFF2-40B4-BE49-F238E27FC236}">
                      <a16:creationId xmlns:a16="http://schemas.microsoft.com/office/drawing/2014/main" id="{FB4C6AFE-87EF-4FB7-829C-F7529116EE44}"/>
                    </a:ext>
                  </a:extLst>
                </p:cNvPr>
                <p:cNvSpPr>
                  <a:spLocks/>
                </p:cNvSpPr>
                <p:nvPr/>
              </p:nvSpPr>
              <p:spPr bwMode="auto">
                <a:xfrm>
                  <a:off x="3980111" y="3138488"/>
                  <a:ext cx="134938" cy="373063"/>
                </a:xfrm>
                <a:custGeom>
                  <a:avLst/>
                  <a:gdLst>
                    <a:gd name="T0" fmla="*/ 9 w 47"/>
                    <a:gd name="T1" fmla="*/ 73 h 88"/>
                    <a:gd name="T2" fmla="*/ 3 w 47"/>
                    <a:gd name="T3" fmla="*/ 67 h 88"/>
                    <a:gd name="T4" fmla="*/ 3 w 47"/>
                    <a:gd name="T5" fmla="*/ 57 h 88"/>
                    <a:gd name="T6" fmla="*/ 20 w 47"/>
                    <a:gd name="T7" fmla="*/ 38 h 88"/>
                    <a:gd name="T8" fmla="*/ 33 w 47"/>
                    <a:gd name="T9" fmla="*/ 20 h 88"/>
                    <a:gd name="T10" fmla="*/ 33 w 47"/>
                    <a:gd name="T11" fmla="*/ 4 h 88"/>
                    <a:gd name="T12" fmla="*/ 32 w 47"/>
                    <a:gd name="T13" fmla="*/ 1 h 88"/>
                    <a:gd name="T14" fmla="*/ 33 w 47"/>
                    <a:gd name="T15" fmla="*/ 0 h 88"/>
                    <a:gd name="T16" fmla="*/ 41 w 47"/>
                    <a:gd name="T17" fmla="*/ 6 h 88"/>
                    <a:gd name="T18" fmla="*/ 43 w 47"/>
                    <a:gd name="T19" fmla="*/ 26 h 88"/>
                    <a:gd name="T20" fmla="*/ 29 w 47"/>
                    <a:gd name="T21" fmla="*/ 48 h 88"/>
                    <a:gd name="T22" fmla="*/ 30 w 47"/>
                    <a:gd name="T23" fmla="*/ 52 h 88"/>
                    <a:gd name="T24" fmla="*/ 40 w 47"/>
                    <a:gd name="T25" fmla="*/ 73 h 88"/>
                    <a:gd name="T26" fmla="*/ 41 w 47"/>
                    <a:gd name="T27" fmla="*/ 84 h 88"/>
                    <a:gd name="T28" fmla="*/ 37 w 47"/>
                    <a:gd name="T29" fmla="*/ 86 h 88"/>
                    <a:gd name="T30" fmla="*/ 31 w 47"/>
                    <a:gd name="T31" fmla="*/ 75 h 88"/>
                    <a:gd name="T32" fmla="*/ 28 w 47"/>
                    <a:gd name="T33" fmla="*/ 60 h 88"/>
                    <a:gd name="T34" fmla="*/ 22 w 47"/>
                    <a:gd name="T35" fmla="*/ 59 h 88"/>
                    <a:gd name="T36" fmla="*/ 9 w 47"/>
                    <a:gd name="T37" fmla="*/ 73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7" h="88">
                      <a:moveTo>
                        <a:pt x="9" y="73"/>
                      </a:moveTo>
                      <a:cubicBezTo>
                        <a:pt x="7" y="71"/>
                        <a:pt x="5" y="69"/>
                        <a:pt x="3" y="67"/>
                      </a:cubicBezTo>
                      <a:cubicBezTo>
                        <a:pt x="1" y="64"/>
                        <a:pt x="0" y="61"/>
                        <a:pt x="3" y="57"/>
                      </a:cubicBezTo>
                      <a:cubicBezTo>
                        <a:pt x="9" y="51"/>
                        <a:pt x="14" y="45"/>
                        <a:pt x="20" y="38"/>
                      </a:cubicBezTo>
                      <a:cubicBezTo>
                        <a:pt x="24" y="32"/>
                        <a:pt x="28" y="26"/>
                        <a:pt x="33" y="20"/>
                      </a:cubicBezTo>
                      <a:cubicBezTo>
                        <a:pt x="36" y="15"/>
                        <a:pt x="36" y="9"/>
                        <a:pt x="33" y="4"/>
                      </a:cubicBezTo>
                      <a:cubicBezTo>
                        <a:pt x="32" y="3"/>
                        <a:pt x="32" y="2"/>
                        <a:pt x="32" y="1"/>
                      </a:cubicBezTo>
                      <a:cubicBezTo>
                        <a:pt x="32" y="1"/>
                        <a:pt x="33" y="0"/>
                        <a:pt x="33" y="0"/>
                      </a:cubicBezTo>
                      <a:cubicBezTo>
                        <a:pt x="36" y="2"/>
                        <a:pt x="39" y="4"/>
                        <a:pt x="41" y="6"/>
                      </a:cubicBezTo>
                      <a:cubicBezTo>
                        <a:pt x="46" y="11"/>
                        <a:pt x="47" y="20"/>
                        <a:pt x="43" y="26"/>
                      </a:cubicBezTo>
                      <a:cubicBezTo>
                        <a:pt x="39" y="33"/>
                        <a:pt x="34" y="40"/>
                        <a:pt x="29" y="48"/>
                      </a:cubicBezTo>
                      <a:cubicBezTo>
                        <a:pt x="29" y="49"/>
                        <a:pt x="29" y="52"/>
                        <a:pt x="30" y="52"/>
                      </a:cubicBezTo>
                      <a:cubicBezTo>
                        <a:pt x="38" y="57"/>
                        <a:pt x="38" y="65"/>
                        <a:pt x="40" y="73"/>
                      </a:cubicBezTo>
                      <a:cubicBezTo>
                        <a:pt x="41" y="76"/>
                        <a:pt x="41" y="80"/>
                        <a:pt x="41" y="84"/>
                      </a:cubicBezTo>
                      <a:cubicBezTo>
                        <a:pt x="41" y="87"/>
                        <a:pt x="39" y="88"/>
                        <a:pt x="37" y="86"/>
                      </a:cubicBezTo>
                      <a:cubicBezTo>
                        <a:pt x="33" y="83"/>
                        <a:pt x="31" y="81"/>
                        <a:pt x="31" y="75"/>
                      </a:cubicBezTo>
                      <a:cubicBezTo>
                        <a:pt x="31" y="70"/>
                        <a:pt x="30" y="65"/>
                        <a:pt x="28" y="60"/>
                      </a:cubicBezTo>
                      <a:cubicBezTo>
                        <a:pt x="27" y="55"/>
                        <a:pt x="25" y="56"/>
                        <a:pt x="22" y="59"/>
                      </a:cubicBezTo>
                      <a:cubicBezTo>
                        <a:pt x="18" y="64"/>
                        <a:pt x="14" y="68"/>
                        <a:pt x="9"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6" name="Freeform 17">
                  <a:extLst>
                    <a:ext uri="{FF2B5EF4-FFF2-40B4-BE49-F238E27FC236}">
                      <a16:creationId xmlns:a16="http://schemas.microsoft.com/office/drawing/2014/main" id="{7BBE01C1-D3BA-489E-BE5E-C63059DA7AF9}"/>
                    </a:ext>
                  </a:extLst>
                </p:cNvPr>
                <p:cNvSpPr>
                  <a:spLocks/>
                </p:cNvSpPr>
                <p:nvPr/>
              </p:nvSpPr>
              <p:spPr bwMode="auto">
                <a:xfrm>
                  <a:off x="3872924" y="3138488"/>
                  <a:ext cx="75438" cy="79375"/>
                </a:xfrm>
                <a:custGeom>
                  <a:avLst/>
                  <a:gdLst>
                    <a:gd name="T0" fmla="*/ 0 w 26"/>
                    <a:gd name="T1" fmla="*/ 0 h 19"/>
                    <a:gd name="T2" fmla="*/ 20 w 26"/>
                    <a:gd name="T3" fmla="*/ 1 h 19"/>
                    <a:gd name="T4" fmla="*/ 23 w 26"/>
                    <a:gd name="T5" fmla="*/ 12 h 19"/>
                    <a:gd name="T6" fmla="*/ 12 w 26"/>
                    <a:gd name="T7" fmla="*/ 18 h 19"/>
                    <a:gd name="T8" fmla="*/ 3 w 26"/>
                    <a:gd name="T9" fmla="*/ 11 h 19"/>
                    <a:gd name="T10" fmla="*/ 0 w 26"/>
                    <a:gd name="T11" fmla="*/ 0 h 19"/>
                  </a:gdLst>
                  <a:ahLst/>
                  <a:cxnLst>
                    <a:cxn ang="0">
                      <a:pos x="T0" y="T1"/>
                    </a:cxn>
                    <a:cxn ang="0">
                      <a:pos x="T2" y="T3"/>
                    </a:cxn>
                    <a:cxn ang="0">
                      <a:pos x="T4" y="T5"/>
                    </a:cxn>
                    <a:cxn ang="0">
                      <a:pos x="T6" y="T7"/>
                    </a:cxn>
                    <a:cxn ang="0">
                      <a:pos x="T8" y="T9"/>
                    </a:cxn>
                    <a:cxn ang="0">
                      <a:pos x="T10" y="T11"/>
                    </a:cxn>
                  </a:cxnLst>
                  <a:rect l="0" t="0" r="r" b="b"/>
                  <a:pathLst>
                    <a:path w="26" h="19">
                      <a:moveTo>
                        <a:pt x="0" y="0"/>
                      </a:moveTo>
                      <a:cubicBezTo>
                        <a:pt x="8" y="1"/>
                        <a:pt x="14" y="1"/>
                        <a:pt x="20" y="1"/>
                      </a:cubicBezTo>
                      <a:cubicBezTo>
                        <a:pt x="24" y="1"/>
                        <a:pt x="26" y="8"/>
                        <a:pt x="23" y="12"/>
                      </a:cubicBezTo>
                      <a:cubicBezTo>
                        <a:pt x="21" y="16"/>
                        <a:pt x="17" y="19"/>
                        <a:pt x="12" y="18"/>
                      </a:cubicBezTo>
                      <a:cubicBezTo>
                        <a:pt x="8" y="18"/>
                        <a:pt x="5" y="15"/>
                        <a:pt x="3" y="11"/>
                      </a:cubicBezTo>
                      <a:cubicBezTo>
                        <a:pt x="2" y="8"/>
                        <a:pt x="1" y="4"/>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grpSp>
          <p:nvGrpSpPr>
            <p:cNvPr id="7" name="组合 6">
              <a:extLst>
                <a:ext uri="{FF2B5EF4-FFF2-40B4-BE49-F238E27FC236}">
                  <a16:creationId xmlns:a16="http://schemas.microsoft.com/office/drawing/2014/main" id="{E582171C-E91E-4DDB-B720-D9EDE8C54B5C}"/>
                </a:ext>
              </a:extLst>
            </p:cNvPr>
            <p:cNvGrpSpPr/>
            <p:nvPr/>
          </p:nvGrpSpPr>
          <p:grpSpPr>
            <a:xfrm>
              <a:off x="1797415" y="1328902"/>
              <a:ext cx="3445163" cy="863927"/>
              <a:chOff x="6738929" y="2270918"/>
              <a:chExt cx="2766486" cy="693738"/>
            </a:xfrm>
          </p:grpSpPr>
          <p:grpSp>
            <p:nvGrpSpPr>
              <p:cNvPr id="8" name="组合 7">
                <a:extLst>
                  <a:ext uri="{FF2B5EF4-FFF2-40B4-BE49-F238E27FC236}">
                    <a16:creationId xmlns:a16="http://schemas.microsoft.com/office/drawing/2014/main" id="{4EB45816-40C4-4065-9181-C29D2BECD84E}"/>
                  </a:ext>
                </a:extLst>
              </p:cNvPr>
              <p:cNvGrpSpPr/>
              <p:nvPr/>
            </p:nvGrpSpPr>
            <p:grpSpPr>
              <a:xfrm>
                <a:off x="8180494" y="2355056"/>
                <a:ext cx="484188" cy="509588"/>
                <a:chOff x="6113463" y="3541713"/>
                <a:chExt cx="484188" cy="509588"/>
              </a:xfrm>
              <a:solidFill>
                <a:schemeClr val="bg1"/>
              </a:solidFill>
            </p:grpSpPr>
            <p:sp>
              <p:nvSpPr>
                <p:cNvPr id="18" name="Freeform 9">
                  <a:extLst>
                    <a:ext uri="{FF2B5EF4-FFF2-40B4-BE49-F238E27FC236}">
                      <a16:creationId xmlns:a16="http://schemas.microsoft.com/office/drawing/2014/main" id="{70888479-5294-457A-8111-462CE4F104F2}"/>
                    </a:ext>
                  </a:extLst>
                </p:cNvPr>
                <p:cNvSpPr>
                  <a:spLocks noEditPoints="1"/>
                </p:cNvSpPr>
                <p:nvPr/>
              </p:nvSpPr>
              <p:spPr bwMode="auto">
                <a:xfrm>
                  <a:off x="6113463" y="3579813"/>
                  <a:ext cx="252413" cy="428625"/>
                </a:xfrm>
                <a:custGeom>
                  <a:avLst/>
                  <a:gdLst>
                    <a:gd name="T0" fmla="*/ 39 w 59"/>
                    <a:gd name="T1" fmla="*/ 78 h 101"/>
                    <a:gd name="T2" fmla="*/ 17 w 59"/>
                    <a:gd name="T3" fmla="*/ 94 h 101"/>
                    <a:gd name="T4" fmla="*/ 8 w 59"/>
                    <a:gd name="T5" fmla="*/ 94 h 101"/>
                    <a:gd name="T6" fmla="*/ 0 w 59"/>
                    <a:gd name="T7" fmla="*/ 79 h 101"/>
                    <a:gd name="T8" fmla="*/ 17 w 59"/>
                    <a:gd name="T9" fmla="*/ 73 h 101"/>
                    <a:gd name="T10" fmla="*/ 10 w 59"/>
                    <a:gd name="T11" fmla="*/ 68 h 101"/>
                    <a:gd name="T12" fmla="*/ 8 w 59"/>
                    <a:gd name="T13" fmla="*/ 60 h 101"/>
                    <a:gd name="T14" fmla="*/ 18 w 59"/>
                    <a:gd name="T15" fmla="*/ 23 h 101"/>
                    <a:gd name="T16" fmla="*/ 26 w 59"/>
                    <a:gd name="T17" fmla="*/ 17 h 101"/>
                    <a:gd name="T18" fmla="*/ 36 w 59"/>
                    <a:gd name="T19" fmla="*/ 26 h 101"/>
                    <a:gd name="T20" fmla="*/ 36 w 59"/>
                    <a:gd name="T21" fmla="*/ 27 h 101"/>
                    <a:gd name="T22" fmla="*/ 43 w 59"/>
                    <a:gd name="T23" fmla="*/ 40 h 101"/>
                    <a:gd name="T24" fmla="*/ 42 w 59"/>
                    <a:gd name="T25" fmla="*/ 12 h 101"/>
                    <a:gd name="T26" fmla="*/ 21 w 59"/>
                    <a:gd name="T27" fmla="*/ 5 h 101"/>
                    <a:gd name="T28" fmla="*/ 44 w 59"/>
                    <a:gd name="T29" fmla="*/ 1 h 101"/>
                    <a:gd name="T30" fmla="*/ 57 w 59"/>
                    <a:gd name="T31" fmla="*/ 17 h 101"/>
                    <a:gd name="T32" fmla="*/ 56 w 59"/>
                    <a:gd name="T33" fmla="*/ 48 h 101"/>
                    <a:gd name="T34" fmla="*/ 57 w 59"/>
                    <a:gd name="T35" fmla="*/ 55 h 101"/>
                    <a:gd name="T36" fmla="*/ 55 w 59"/>
                    <a:gd name="T37" fmla="*/ 64 h 101"/>
                    <a:gd name="T38" fmla="*/ 54 w 59"/>
                    <a:gd name="T39" fmla="*/ 71 h 101"/>
                    <a:gd name="T40" fmla="*/ 52 w 59"/>
                    <a:gd name="T41" fmla="*/ 95 h 101"/>
                    <a:gd name="T42" fmla="*/ 49 w 59"/>
                    <a:gd name="T43" fmla="*/ 101 h 101"/>
                    <a:gd name="T44" fmla="*/ 43 w 59"/>
                    <a:gd name="T45" fmla="*/ 98 h 101"/>
                    <a:gd name="T46" fmla="*/ 38 w 59"/>
                    <a:gd name="T47" fmla="*/ 86 h 101"/>
                    <a:gd name="T48" fmla="*/ 39 w 59"/>
                    <a:gd name="T49" fmla="*/ 78 h 101"/>
                    <a:gd name="T50" fmla="*/ 42 w 59"/>
                    <a:gd name="T51" fmla="*/ 47 h 101"/>
                    <a:gd name="T52" fmla="*/ 32 w 59"/>
                    <a:gd name="T53" fmla="*/ 44 h 101"/>
                    <a:gd name="T54" fmla="*/ 29 w 59"/>
                    <a:gd name="T55" fmla="*/ 64 h 101"/>
                    <a:gd name="T56" fmla="*/ 42 w 59"/>
                    <a:gd name="T57" fmla="*/ 4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9" h="101">
                      <a:moveTo>
                        <a:pt x="39" y="78"/>
                      </a:moveTo>
                      <a:cubicBezTo>
                        <a:pt x="31" y="84"/>
                        <a:pt x="24" y="89"/>
                        <a:pt x="17" y="94"/>
                      </a:cubicBezTo>
                      <a:cubicBezTo>
                        <a:pt x="14" y="97"/>
                        <a:pt x="11" y="96"/>
                        <a:pt x="8" y="94"/>
                      </a:cubicBezTo>
                      <a:cubicBezTo>
                        <a:pt x="4" y="90"/>
                        <a:pt x="0" y="86"/>
                        <a:pt x="0" y="79"/>
                      </a:cubicBezTo>
                      <a:cubicBezTo>
                        <a:pt x="6" y="82"/>
                        <a:pt x="12" y="80"/>
                        <a:pt x="17" y="73"/>
                      </a:cubicBezTo>
                      <a:cubicBezTo>
                        <a:pt x="15" y="72"/>
                        <a:pt x="13" y="70"/>
                        <a:pt x="10" y="68"/>
                      </a:cubicBezTo>
                      <a:cubicBezTo>
                        <a:pt x="7" y="66"/>
                        <a:pt x="7" y="63"/>
                        <a:pt x="8" y="60"/>
                      </a:cubicBezTo>
                      <a:cubicBezTo>
                        <a:pt x="11" y="48"/>
                        <a:pt x="15" y="36"/>
                        <a:pt x="18" y="23"/>
                      </a:cubicBezTo>
                      <a:cubicBezTo>
                        <a:pt x="19" y="20"/>
                        <a:pt x="20" y="16"/>
                        <a:pt x="26" y="17"/>
                      </a:cubicBezTo>
                      <a:cubicBezTo>
                        <a:pt x="32" y="18"/>
                        <a:pt x="36" y="21"/>
                        <a:pt x="36" y="26"/>
                      </a:cubicBezTo>
                      <a:cubicBezTo>
                        <a:pt x="36" y="26"/>
                        <a:pt x="36" y="27"/>
                        <a:pt x="36" y="27"/>
                      </a:cubicBezTo>
                      <a:cubicBezTo>
                        <a:pt x="35" y="33"/>
                        <a:pt x="38" y="37"/>
                        <a:pt x="43" y="40"/>
                      </a:cubicBezTo>
                      <a:cubicBezTo>
                        <a:pt x="43" y="31"/>
                        <a:pt x="42" y="22"/>
                        <a:pt x="42" y="12"/>
                      </a:cubicBezTo>
                      <a:cubicBezTo>
                        <a:pt x="30" y="16"/>
                        <a:pt x="20" y="12"/>
                        <a:pt x="21" y="5"/>
                      </a:cubicBezTo>
                      <a:cubicBezTo>
                        <a:pt x="29" y="3"/>
                        <a:pt x="36" y="1"/>
                        <a:pt x="44" y="1"/>
                      </a:cubicBezTo>
                      <a:cubicBezTo>
                        <a:pt x="54" y="0"/>
                        <a:pt x="59" y="8"/>
                        <a:pt x="57" y="17"/>
                      </a:cubicBezTo>
                      <a:cubicBezTo>
                        <a:pt x="56" y="27"/>
                        <a:pt x="56" y="38"/>
                        <a:pt x="56" y="48"/>
                      </a:cubicBezTo>
                      <a:cubicBezTo>
                        <a:pt x="56" y="50"/>
                        <a:pt x="57" y="52"/>
                        <a:pt x="57" y="55"/>
                      </a:cubicBezTo>
                      <a:cubicBezTo>
                        <a:pt x="57" y="58"/>
                        <a:pt x="56" y="61"/>
                        <a:pt x="55" y="64"/>
                      </a:cubicBezTo>
                      <a:cubicBezTo>
                        <a:pt x="55" y="66"/>
                        <a:pt x="54" y="68"/>
                        <a:pt x="54" y="71"/>
                      </a:cubicBezTo>
                      <a:cubicBezTo>
                        <a:pt x="53" y="79"/>
                        <a:pt x="53" y="87"/>
                        <a:pt x="52" y="95"/>
                      </a:cubicBezTo>
                      <a:cubicBezTo>
                        <a:pt x="52" y="97"/>
                        <a:pt x="51" y="100"/>
                        <a:pt x="49" y="101"/>
                      </a:cubicBezTo>
                      <a:cubicBezTo>
                        <a:pt x="47" y="101"/>
                        <a:pt x="44" y="100"/>
                        <a:pt x="43" y="98"/>
                      </a:cubicBezTo>
                      <a:cubicBezTo>
                        <a:pt x="39" y="95"/>
                        <a:pt x="36" y="92"/>
                        <a:pt x="38" y="86"/>
                      </a:cubicBezTo>
                      <a:cubicBezTo>
                        <a:pt x="39" y="84"/>
                        <a:pt x="39" y="81"/>
                        <a:pt x="39" y="78"/>
                      </a:cubicBezTo>
                      <a:close/>
                      <a:moveTo>
                        <a:pt x="42" y="47"/>
                      </a:moveTo>
                      <a:cubicBezTo>
                        <a:pt x="39" y="46"/>
                        <a:pt x="36" y="45"/>
                        <a:pt x="32" y="44"/>
                      </a:cubicBezTo>
                      <a:cubicBezTo>
                        <a:pt x="31" y="51"/>
                        <a:pt x="30" y="57"/>
                        <a:pt x="29" y="64"/>
                      </a:cubicBezTo>
                      <a:cubicBezTo>
                        <a:pt x="39" y="61"/>
                        <a:pt x="42" y="57"/>
                        <a:pt x="42" y="4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9" name="Freeform 10">
                  <a:extLst>
                    <a:ext uri="{FF2B5EF4-FFF2-40B4-BE49-F238E27FC236}">
                      <a16:creationId xmlns:a16="http://schemas.microsoft.com/office/drawing/2014/main" id="{3C581795-C09D-460E-9472-8181F266F0EF}"/>
                    </a:ext>
                  </a:extLst>
                </p:cNvPr>
                <p:cNvSpPr>
                  <a:spLocks noEditPoints="1"/>
                </p:cNvSpPr>
                <p:nvPr/>
              </p:nvSpPr>
              <p:spPr bwMode="auto">
                <a:xfrm>
                  <a:off x="6361113" y="3541713"/>
                  <a:ext cx="236538" cy="509588"/>
                </a:xfrm>
                <a:custGeom>
                  <a:avLst/>
                  <a:gdLst>
                    <a:gd name="T0" fmla="*/ 11 w 55"/>
                    <a:gd name="T1" fmla="*/ 89 h 120"/>
                    <a:gd name="T2" fmla="*/ 10 w 55"/>
                    <a:gd name="T3" fmla="*/ 100 h 120"/>
                    <a:gd name="T4" fmla="*/ 6 w 55"/>
                    <a:gd name="T5" fmla="*/ 104 h 120"/>
                    <a:gd name="T6" fmla="*/ 1 w 55"/>
                    <a:gd name="T7" fmla="*/ 99 h 120"/>
                    <a:gd name="T8" fmla="*/ 3 w 55"/>
                    <a:gd name="T9" fmla="*/ 84 h 120"/>
                    <a:gd name="T10" fmla="*/ 14 w 55"/>
                    <a:gd name="T11" fmla="*/ 37 h 120"/>
                    <a:gd name="T12" fmla="*/ 22 w 55"/>
                    <a:gd name="T13" fmla="*/ 11 h 120"/>
                    <a:gd name="T14" fmla="*/ 26 w 55"/>
                    <a:gd name="T15" fmla="*/ 19 h 120"/>
                    <a:gd name="T16" fmla="*/ 20 w 55"/>
                    <a:gd name="T17" fmla="*/ 40 h 120"/>
                    <a:gd name="T18" fmla="*/ 27 w 55"/>
                    <a:gd name="T19" fmla="*/ 35 h 120"/>
                    <a:gd name="T20" fmla="*/ 35 w 55"/>
                    <a:gd name="T21" fmla="*/ 30 h 120"/>
                    <a:gd name="T22" fmla="*/ 33 w 55"/>
                    <a:gd name="T23" fmla="*/ 9 h 120"/>
                    <a:gd name="T24" fmla="*/ 28 w 55"/>
                    <a:gd name="T25" fmla="*/ 8 h 120"/>
                    <a:gd name="T26" fmla="*/ 19 w 55"/>
                    <a:gd name="T27" fmla="*/ 12 h 120"/>
                    <a:gd name="T28" fmla="*/ 12 w 55"/>
                    <a:gd name="T29" fmla="*/ 15 h 120"/>
                    <a:gd name="T30" fmla="*/ 9 w 55"/>
                    <a:gd name="T31" fmla="*/ 11 h 120"/>
                    <a:gd name="T32" fmla="*/ 11 w 55"/>
                    <a:gd name="T33" fmla="*/ 8 h 120"/>
                    <a:gd name="T34" fmla="*/ 31 w 55"/>
                    <a:gd name="T35" fmla="*/ 0 h 120"/>
                    <a:gd name="T36" fmla="*/ 45 w 55"/>
                    <a:gd name="T37" fmla="*/ 15 h 120"/>
                    <a:gd name="T38" fmla="*/ 44 w 55"/>
                    <a:gd name="T39" fmla="*/ 46 h 120"/>
                    <a:gd name="T40" fmla="*/ 48 w 55"/>
                    <a:gd name="T41" fmla="*/ 54 h 120"/>
                    <a:gd name="T42" fmla="*/ 48 w 55"/>
                    <a:gd name="T43" fmla="*/ 71 h 120"/>
                    <a:gd name="T44" fmla="*/ 44 w 55"/>
                    <a:gd name="T45" fmla="*/ 77 h 120"/>
                    <a:gd name="T46" fmla="*/ 44 w 55"/>
                    <a:gd name="T47" fmla="*/ 110 h 120"/>
                    <a:gd name="T48" fmla="*/ 44 w 55"/>
                    <a:gd name="T49" fmla="*/ 114 h 120"/>
                    <a:gd name="T50" fmla="*/ 41 w 55"/>
                    <a:gd name="T51" fmla="*/ 120 h 120"/>
                    <a:gd name="T52" fmla="*/ 32 w 55"/>
                    <a:gd name="T53" fmla="*/ 118 h 120"/>
                    <a:gd name="T54" fmla="*/ 13 w 55"/>
                    <a:gd name="T55" fmla="*/ 91 h 120"/>
                    <a:gd name="T56" fmla="*/ 12 w 55"/>
                    <a:gd name="T57" fmla="*/ 89 h 120"/>
                    <a:gd name="T58" fmla="*/ 11 w 55"/>
                    <a:gd name="T59" fmla="*/ 89 h 120"/>
                    <a:gd name="T60" fmla="*/ 24 w 55"/>
                    <a:gd name="T61" fmla="*/ 76 h 120"/>
                    <a:gd name="T62" fmla="*/ 23 w 55"/>
                    <a:gd name="T63" fmla="*/ 74 h 120"/>
                    <a:gd name="T64" fmla="*/ 27 w 55"/>
                    <a:gd name="T65" fmla="*/ 71 h 120"/>
                    <a:gd name="T66" fmla="*/ 33 w 55"/>
                    <a:gd name="T67" fmla="*/ 67 h 120"/>
                    <a:gd name="T68" fmla="*/ 32 w 55"/>
                    <a:gd name="T69" fmla="*/ 63 h 120"/>
                    <a:gd name="T70" fmla="*/ 22 w 55"/>
                    <a:gd name="T71" fmla="*/ 52 h 120"/>
                    <a:gd name="T72" fmla="*/ 18 w 55"/>
                    <a:gd name="T73" fmla="*/ 89 h 120"/>
                    <a:gd name="T74" fmla="*/ 33 w 55"/>
                    <a:gd name="T75" fmla="*/ 107 h 120"/>
                    <a:gd name="T76" fmla="*/ 35 w 55"/>
                    <a:gd name="T77" fmla="*/ 77 h 120"/>
                    <a:gd name="T78" fmla="*/ 31 w 55"/>
                    <a:gd name="T79" fmla="*/ 75 h 120"/>
                    <a:gd name="T80" fmla="*/ 24 w 55"/>
                    <a:gd name="T81" fmla="*/ 76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5" h="120">
                      <a:moveTo>
                        <a:pt x="11" y="89"/>
                      </a:moveTo>
                      <a:cubicBezTo>
                        <a:pt x="10" y="93"/>
                        <a:pt x="10" y="96"/>
                        <a:pt x="10" y="100"/>
                      </a:cubicBezTo>
                      <a:cubicBezTo>
                        <a:pt x="9" y="102"/>
                        <a:pt x="9" y="104"/>
                        <a:pt x="6" y="104"/>
                      </a:cubicBezTo>
                      <a:cubicBezTo>
                        <a:pt x="3" y="104"/>
                        <a:pt x="0" y="103"/>
                        <a:pt x="1" y="99"/>
                      </a:cubicBezTo>
                      <a:cubicBezTo>
                        <a:pt x="2" y="94"/>
                        <a:pt x="2" y="89"/>
                        <a:pt x="3" y="84"/>
                      </a:cubicBezTo>
                      <a:cubicBezTo>
                        <a:pt x="7" y="68"/>
                        <a:pt x="10" y="53"/>
                        <a:pt x="14" y="37"/>
                      </a:cubicBezTo>
                      <a:cubicBezTo>
                        <a:pt x="16" y="29"/>
                        <a:pt x="19" y="20"/>
                        <a:pt x="22" y="11"/>
                      </a:cubicBezTo>
                      <a:cubicBezTo>
                        <a:pt x="26" y="13"/>
                        <a:pt x="27" y="15"/>
                        <a:pt x="26" y="19"/>
                      </a:cubicBezTo>
                      <a:cubicBezTo>
                        <a:pt x="24" y="25"/>
                        <a:pt x="22" y="32"/>
                        <a:pt x="20" y="40"/>
                      </a:cubicBezTo>
                      <a:cubicBezTo>
                        <a:pt x="23" y="37"/>
                        <a:pt x="25" y="36"/>
                        <a:pt x="27" y="35"/>
                      </a:cubicBezTo>
                      <a:cubicBezTo>
                        <a:pt x="30" y="33"/>
                        <a:pt x="34" y="32"/>
                        <a:pt x="35" y="30"/>
                      </a:cubicBezTo>
                      <a:cubicBezTo>
                        <a:pt x="36" y="23"/>
                        <a:pt x="37" y="16"/>
                        <a:pt x="33" y="9"/>
                      </a:cubicBezTo>
                      <a:cubicBezTo>
                        <a:pt x="33" y="8"/>
                        <a:pt x="30" y="7"/>
                        <a:pt x="28" y="8"/>
                      </a:cubicBezTo>
                      <a:cubicBezTo>
                        <a:pt x="25" y="9"/>
                        <a:pt x="22" y="11"/>
                        <a:pt x="19" y="12"/>
                      </a:cubicBezTo>
                      <a:cubicBezTo>
                        <a:pt x="17" y="13"/>
                        <a:pt x="15" y="15"/>
                        <a:pt x="12" y="15"/>
                      </a:cubicBezTo>
                      <a:cubicBezTo>
                        <a:pt x="11" y="15"/>
                        <a:pt x="9" y="13"/>
                        <a:pt x="9" y="11"/>
                      </a:cubicBezTo>
                      <a:cubicBezTo>
                        <a:pt x="8" y="11"/>
                        <a:pt x="10" y="9"/>
                        <a:pt x="11" y="8"/>
                      </a:cubicBezTo>
                      <a:cubicBezTo>
                        <a:pt x="17" y="4"/>
                        <a:pt x="23" y="0"/>
                        <a:pt x="31" y="0"/>
                      </a:cubicBezTo>
                      <a:cubicBezTo>
                        <a:pt x="41" y="1"/>
                        <a:pt x="46" y="5"/>
                        <a:pt x="45" y="15"/>
                      </a:cubicBezTo>
                      <a:cubicBezTo>
                        <a:pt x="45" y="25"/>
                        <a:pt x="45" y="36"/>
                        <a:pt x="44" y="46"/>
                      </a:cubicBezTo>
                      <a:cubicBezTo>
                        <a:pt x="44" y="50"/>
                        <a:pt x="45" y="52"/>
                        <a:pt x="48" y="54"/>
                      </a:cubicBezTo>
                      <a:cubicBezTo>
                        <a:pt x="55" y="60"/>
                        <a:pt x="55" y="66"/>
                        <a:pt x="48" y="71"/>
                      </a:cubicBezTo>
                      <a:cubicBezTo>
                        <a:pt x="45" y="72"/>
                        <a:pt x="44" y="74"/>
                        <a:pt x="44" y="77"/>
                      </a:cubicBezTo>
                      <a:cubicBezTo>
                        <a:pt x="45" y="88"/>
                        <a:pt x="44" y="99"/>
                        <a:pt x="44" y="110"/>
                      </a:cubicBezTo>
                      <a:cubicBezTo>
                        <a:pt x="44" y="112"/>
                        <a:pt x="45" y="113"/>
                        <a:pt x="44" y="114"/>
                      </a:cubicBezTo>
                      <a:cubicBezTo>
                        <a:pt x="43" y="116"/>
                        <a:pt x="42" y="120"/>
                        <a:pt x="41" y="120"/>
                      </a:cubicBezTo>
                      <a:cubicBezTo>
                        <a:pt x="38" y="120"/>
                        <a:pt x="34" y="120"/>
                        <a:pt x="32" y="118"/>
                      </a:cubicBezTo>
                      <a:cubicBezTo>
                        <a:pt x="25" y="109"/>
                        <a:pt x="19" y="100"/>
                        <a:pt x="13" y="91"/>
                      </a:cubicBezTo>
                      <a:cubicBezTo>
                        <a:pt x="12" y="90"/>
                        <a:pt x="12" y="90"/>
                        <a:pt x="12" y="89"/>
                      </a:cubicBezTo>
                      <a:cubicBezTo>
                        <a:pt x="11" y="89"/>
                        <a:pt x="11" y="89"/>
                        <a:pt x="11" y="89"/>
                      </a:cubicBezTo>
                      <a:close/>
                      <a:moveTo>
                        <a:pt x="24" y="76"/>
                      </a:moveTo>
                      <a:cubicBezTo>
                        <a:pt x="23" y="75"/>
                        <a:pt x="23" y="75"/>
                        <a:pt x="23" y="74"/>
                      </a:cubicBezTo>
                      <a:cubicBezTo>
                        <a:pt x="24" y="73"/>
                        <a:pt x="26" y="72"/>
                        <a:pt x="27" y="71"/>
                      </a:cubicBezTo>
                      <a:cubicBezTo>
                        <a:pt x="29" y="70"/>
                        <a:pt x="31" y="69"/>
                        <a:pt x="33" y="67"/>
                      </a:cubicBezTo>
                      <a:cubicBezTo>
                        <a:pt x="35" y="66"/>
                        <a:pt x="35" y="63"/>
                        <a:pt x="32" y="63"/>
                      </a:cubicBezTo>
                      <a:cubicBezTo>
                        <a:pt x="27" y="61"/>
                        <a:pt x="24" y="58"/>
                        <a:pt x="22" y="52"/>
                      </a:cubicBezTo>
                      <a:cubicBezTo>
                        <a:pt x="17" y="65"/>
                        <a:pt x="13" y="77"/>
                        <a:pt x="18" y="89"/>
                      </a:cubicBezTo>
                      <a:cubicBezTo>
                        <a:pt x="21" y="97"/>
                        <a:pt x="27" y="101"/>
                        <a:pt x="33" y="107"/>
                      </a:cubicBezTo>
                      <a:cubicBezTo>
                        <a:pt x="34" y="97"/>
                        <a:pt x="34" y="87"/>
                        <a:pt x="35" y="77"/>
                      </a:cubicBezTo>
                      <a:cubicBezTo>
                        <a:pt x="35" y="77"/>
                        <a:pt x="32" y="75"/>
                        <a:pt x="31" y="75"/>
                      </a:cubicBezTo>
                      <a:cubicBezTo>
                        <a:pt x="29" y="75"/>
                        <a:pt x="26" y="76"/>
                        <a:pt x="24" y="7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9" name="组合 8">
                <a:extLst>
                  <a:ext uri="{FF2B5EF4-FFF2-40B4-BE49-F238E27FC236}">
                    <a16:creationId xmlns:a16="http://schemas.microsoft.com/office/drawing/2014/main" id="{C43281D5-D15F-4210-8FEF-5D0B83A54FD6}"/>
                  </a:ext>
                </a:extLst>
              </p:cNvPr>
              <p:cNvGrpSpPr/>
              <p:nvPr/>
            </p:nvGrpSpPr>
            <p:grpSpPr>
              <a:xfrm>
                <a:off x="6738929" y="2270918"/>
                <a:ext cx="549275" cy="693738"/>
                <a:chOff x="6108700" y="2066926"/>
                <a:chExt cx="549275" cy="693738"/>
              </a:xfrm>
              <a:solidFill>
                <a:schemeClr val="bg1"/>
              </a:solidFill>
            </p:grpSpPr>
            <p:sp>
              <p:nvSpPr>
                <p:cNvPr id="16" name="Freeform 13">
                  <a:extLst>
                    <a:ext uri="{FF2B5EF4-FFF2-40B4-BE49-F238E27FC236}">
                      <a16:creationId xmlns:a16="http://schemas.microsoft.com/office/drawing/2014/main" id="{0965091B-D712-42AC-844D-24578409DB9A}"/>
                    </a:ext>
                  </a:extLst>
                </p:cNvPr>
                <p:cNvSpPr>
                  <a:spLocks noEditPoints="1"/>
                </p:cNvSpPr>
                <p:nvPr/>
              </p:nvSpPr>
              <p:spPr bwMode="auto">
                <a:xfrm>
                  <a:off x="6108700" y="2066926"/>
                  <a:ext cx="549275" cy="655638"/>
                </a:xfrm>
                <a:custGeom>
                  <a:avLst/>
                  <a:gdLst>
                    <a:gd name="T0" fmla="*/ 54 w 128"/>
                    <a:gd name="T1" fmla="*/ 76 h 154"/>
                    <a:gd name="T2" fmla="*/ 66 w 128"/>
                    <a:gd name="T3" fmla="*/ 53 h 154"/>
                    <a:gd name="T4" fmla="*/ 49 w 128"/>
                    <a:gd name="T5" fmla="*/ 47 h 154"/>
                    <a:gd name="T6" fmla="*/ 64 w 128"/>
                    <a:gd name="T7" fmla="*/ 44 h 154"/>
                    <a:gd name="T8" fmla="*/ 83 w 128"/>
                    <a:gd name="T9" fmla="*/ 6 h 154"/>
                    <a:gd name="T10" fmla="*/ 91 w 128"/>
                    <a:gd name="T11" fmla="*/ 11 h 154"/>
                    <a:gd name="T12" fmla="*/ 96 w 128"/>
                    <a:gd name="T13" fmla="*/ 36 h 154"/>
                    <a:gd name="T14" fmla="*/ 106 w 128"/>
                    <a:gd name="T15" fmla="*/ 41 h 154"/>
                    <a:gd name="T16" fmla="*/ 82 w 128"/>
                    <a:gd name="T17" fmla="*/ 50 h 154"/>
                    <a:gd name="T18" fmla="*/ 71 w 128"/>
                    <a:gd name="T19" fmla="*/ 65 h 154"/>
                    <a:gd name="T20" fmla="*/ 110 w 128"/>
                    <a:gd name="T21" fmla="*/ 74 h 154"/>
                    <a:gd name="T22" fmla="*/ 101 w 128"/>
                    <a:gd name="T23" fmla="*/ 87 h 154"/>
                    <a:gd name="T24" fmla="*/ 111 w 128"/>
                    <a:gd name="T25" fmla="*/ 98 h 154"/>
                    <a:gd name="T26" fmla="*/ 92 w 128"/>
                    <a:gd name="T27" fmla="*/ 104 h 154"/>
                    <a:gd name="T28" fmla="*/ 86 w 128"/>
                    <a:gd name="T29" fmla="*/ 116 h 154"/>
                    <a:gd name="T30" fmla="*/ 124 w 128"/>
                    <a:gd name="T31" fmla="*/ 112 h 154"/>
                    <a:gd name="T32" fmla="*/ 120 w 128"/>
                    <a:gd name="T33" fmla="*/ 122 h 154"/>
                    <a:gd name="T34" fmla="*/ 111 w 128"/>
                    <a:gd name="T35" fmla="*/ 144 h 154"/>
                    <a:gd name="T36" fmla="*/ 105 w 128"/>
                    <a:gd name="T37" fmla="*/ 153 h 154"/>
                    <a:gd name="T38" fmla="*/ 55 w 128"/>
                    <a:gd name="T39" fmla="*/ 129 h 154"/>
                    <a:gd name="T40" fmla="*/ 53 w 128"/>
                    <a:gd name="T41" fmla="*/ 121 h 154"/>
                    <a:gd name="T42" fmla="*/ 61 w 128"/>
                    <a:gd name="T43" fmla="*/ 125 h 154"/>
                    <a:gd name="T44" fmla="*/ 94 w 128"/>
                    <a:gd name="T45" fmla="*/ 140 h 154"/>
                    <a:gd name="T46" fmla="*/ 85 w 128"/>
                    <a:gd name="T47" fmla="*/ 127 h 154"/>
                    <a:gd name="T48" fmla="*/ 71 w 128"/>
                    <a:gd name="T49" fmla="*/ 108 h 154"/>
                    <a:gd name="T50" fmla="*/ 52 w 128"/>
                    <a:gd name="T51" fmla="*/ 113 h 154"/>
                    <a:gd name="T52" fmla="*/ 38 w 128"/>
                    <a:gd name="T53" fmla="*/ 97 h 154"/>
                    <a:gd name="T54" fmla="*/ 51 w 128"/>
                    <a:gd name="T55" fmla="*/ 97 h 154"/>
                    <a:gd name="T56" fmla="*/ 34 w 128"/>
                    <a:gd name="T57" fmla="*/ 93 h 154"/>
                    <a:gd name="T58" fmla="*/ 35 w 128"/>
                    <a:gd name="T59" fmla="*/ 105 h 154"/>
                    <a:gd name="T60" fmla="*/ 26 w 128"/>
                    <a:gd name="T61" fmla="*/ 154 h 154"/>
                    <a:gd name="T62" fmla="*/ 20 w 128"/>
                    <a:gd name="T63" fmla="*/ 118 h 154"/>
                    <a:gd name="T64" fmla="*/ 0 w 128"/>
                    <a:gd name="T65" fmla="*/ 103 h 154"/>
                    <a:gd name="T66" fmla="*/ 19 w 128"/>
                    <a:gd name="T67" fmla="*/ 72 h 154"/>
                    <a:gd name="T68" fmla="*/ 25 w 128"/>
                    <a:gd name="T69" fmla="*/ 51 h 154"/>
                    <a:gd name="T70" fmla="*/ 39 w 128"/>
                    <a:gd name="T71" fmla="*/ 14 h 154"/>
                    <a:gd name="T72" fmla="*/ 51 w 128"/>
                    <a:gd name="T73" fmla="*/ 24 h 154"/>
                    <a:gd name="T74" fmla="*/ 39 w 128"/>
                    <a:gd name="T75" fmla="*/ 44 h 154"/>
                    <a:gd name="T76" fmla="*/ 48 w 128"/>
                    <a:gd name="T77" fmla="*/ 73 h 154"/>
                    <a:gd name="T78" fmla="*/ 81 w 128"/>
                    <a:gd name="T79" fmla="*/ 90 h 154"/>
                    <a:gd name="T80" fmla="*/ 92 w 128"/>
                    <a:gd name="T81" fmla="*/ 71 h 154"/>
                    <a:gd name="T82" fmla="*/ 81 w 128"/>
                    <a:gd name="T83" fmla="*/ 80 h 154"/>
                    <a:gd name="T84" fmla="*/ 76 w 128"/>
                    <a:gd name="T85" fmla="*/ 73 h 154"/>
                    <a:gd name="T86" fmla="*/ 67 w 128"/>
                    <a:gd name="T87" fmla="*/ 79 h 154"/>
                    <a:gd name="T88" fmla="*/ 76 w 128"/>
                    <a:gd name="T89" fmla="*/ 73 h 154"/>
                    <a:gd name="T90" fmla="*/ 56 w 128"/>
                    <a:gd name="T91" fmla="*/ 88 h 154"/>
                    <a:gd name="T92" fmla="*/ 63 w 128"/>
                    <a:gd name="T93" fmla="*/ 81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28" h="154">
                      <a:moveTo>
                        <a:pt x="48" y="73"/>
                      </a:moveTo>
                      <a:cubicBezTo>
                        <a:pt x="50" y="74"/>
                        <a:pt x="52" y="75"/>
                        <a:pt x="54" y="76"/>
                      </a:cubicBezTo>
                      <a:cubicBezTo>
                        <a:pt x="57" y="74"/>
                        <a:pt x="60" y="72"/>
                        <a:pt x="63" y="70"/>
                      </a:cubicBezTo>
                      <a:cubicBezTo>
                        <a:pt x="58" y="63"/>
                        <a:pt x="65" y="59"/>
                        <a:pt x="66" y="53"/>
                      </a:cubicBezTo>
                      <a:cubicBezTo>
                        <a:pt x="63" y="53"/>
                        <a:pt x="59" y="53"/>
                        <a:pt x="56" y="52"/>
                      </a:cubicBezTo>
                      <a:cubicBezTo>
                        <a:pt x="54" y="51"/>
                        <a:pt x="51" y="49"/>
                        <a:pt x="49" y="47"/>
                      </a:cubicBezTo>
                      <a:cubicBezTo>
                        <a:pt x="49" y="46"/>
                        <a:pt x="50" y="46"/>
                        <a:pt x="50" y="46"/>
                      </a:cubicBezTo>
                      <a:cubicBezTo>
                        <a:pt x="55" y="45"/>
                        <a:pt x="59" y="45"/>
                        <a:pt x="64" y="44"/>
                      </a:cubicBezTo>
                      <a:cubicBezTo>
                        <a:pt x="68" y="44"/>
                        <a:pt x="70" y="42"/>
                        <a:pt x="71" y="38"/>
                      </a:cubicBezTo>
                      <a:cubicBezTo>
                        <a:pt x="75" y="27"/>
                        <a:pt x="79" y="16"/>
                        <a:pt x="83" y="6"/>
                      </a:cubicBezTo>
                      <a:cubicBezTo>
                        <a:pt x="84" y="3"/>
                        <a:pt x="84" y="0"/>
                        <a:pt x="88" y="2"/>
                      </a:cubicBezTo>
                      <a:cubicBezTo>
                        <a:pt x="92" y="4"/>
                        <a:pt x="94" y="9"/>
                        <a:pt x="91" y="11"/>
                      </a:cubicBezTo>
                      <a:cubicBezTo>
                        <a:pt x="83" y="19"/>
                        <a:pt x="83" y="30"/>
                        <a:pt x="80" y="41"/>
                      </a:cubicBezTo>
                      <a:cubicBezTo>
                        <a:pt x="85" y="39"/>
                        <a:pt x="91" y="37"/>
                        <a:pt x="96" y="36"/>
                      </a:cubicBezTo>
                      <a:cubicBezTo>
                        <a:pt x="98" y="35"/>
                        <a:pt x="101" y="35"/>
                        <a:pt x="102" y="36"/>
                      </a:cubicBezTo>
                      <a:cubicBezTo>
                        <a:pt x="104" y="37"/>
                        <a:pt x="106" y="39"/>
                        <a:pt x="106" y="41"/>
                      </a:cubicBezTo>
                      <a:cubicBezTo>
                        <a:pt x="106" y="42"/>
                        <a:pt x="105" y="44"/>
                        <a:pt x="103" y="44"/>
                      </a:cubicBezTo>
                      <a:cubicBezTo>
                        <a:pt x="96" y="46"/>
                        <a:pt x="89" y="48"/>
                        <a:pt x="82" y="50"/>
                      </a:cubicBezTo>
                      <a:cubicBezTo>
                        <a:pt x="78" y="50"/>
                        <a:pt x="77" y="51"/>
                        <a:pt x="76" y="54"/>
                      </a:cubicBezTo>
                      <a:cubicBezTo>
                        <a:pt x="74" y="58"/>
                        <a:pt x="73" y="61"/>
                        <a:pt x="71" y="65"/>
                      </a:cubicBezTo>
                      <a:cubicBezTo>
                        <a:pt x="82" y="63"/>
                        <a:pt x="92" y="62"/>
                        <a:pt x="102" y="66"/>
                      </a:cubicBezTo>
                      <a:cubicBezTo>
                        <a:pt x="106" y="67"/>
                        <a:pt x="110" y="69"/>
                        <a:pt x="110" y="74"/>
                      </a:cubicBezTo>
                      <a:cubicBezTo>
                        <a:pt x="111" y="79"/>
                        <a:pt x="109" y="83"/>
                        <a:pt x="104" y="85"/>
                      </a:cubicBezTo>
                      <a:cubicBezTo>
                        <a:pt x="103" y="85"/>
                        <a:pt x="102" y="86"/>
                        <a:pt x="101" y="87"/>
                      </a:cubicBezTo>
                      <a:cubicBezTo>
                        <a:pt x="103" y="88"/>
                        <a:pt x="105" y="88"/>
                        <a:pt x="106" y="89"/>
                      </a:cubicBezTo>
                      <a:cubicBezTo>
                        <a:pt x="110" y="91"/>
                        <a:pt x="112" y="94"/>
                        <a:pt x="111" y="98"/>
                      </a:cubicBezTo>
                      <a:cubicBezTo>
                        <a:pt x="110" y="102"/>
                        <a:pt x="107" y="103"/>
                        <a:pt x="104" y="103"/>
                      </a:cubicBezTo>
                      <a:cubicBezTo>
                        <a:pt x="100" y="103"/>
                        <a:pt x="96" y="104"/>
                        <a:pt x="92" y="104"/>
                      </a:cubicBezTo>
                      <a:cubicBezTo>
                        <a:pt x="86" y="105"/>
                        <a:pt x="81" y="111"/>
                        <a:pt x="82" y="117"/>
                      </a:cubicBezTo>
                      <a:cubicBezTo>
                        <a:pt x="83" y="117"/>
                        <a:pt x="85" y="117"/>
                        <a:pt x="86" y="116"/>
                      </a:cubicBezTo>
                      <a:cubicBezTo>
                        <a:pt x="95" y="111"/>
                        <a:pt x="104" y="109"/>
                        <a:pt x="114" y="109"/>
                      </a:cubicBezTo>
                      <a:cubicBezTo>
                        <a:pt x="118" y="110"/>
                        <a:pt x="121" y="111"/>
                        <a:pt x="124" y="112"/>
                      </a:cubicBezTo>
                      <a:cubicBezTo>
                        <a:pt x="128" y="114"/>
                        <a:pt x="128" y="117"/>
                        <a:pt x="126" y="120"/>
                      </a:cubicBezTo>
                      <a:cubicBezTo>
                        <a:pt x="125" y="123"/>
                        <a:pt x="122" y="123"/>
                        <a:pt x="120" y="122"/>
                      </a:cubicBezTo>
                      <a:cubicBezTo>
                        <a:pt x="111" y="118"/>
                        <a:pt x="104" y="120"/>
                        <a:pt x="97" y="123"/>
                      </a:cubicBezTo>
                      <a:cubicBezTo>
                        <a:pt x="101" y="130"/>
                        <a:pt x="106" y="137"/>
                        <a:pt x="111" y="144"/>
                      </a:cubicBezTo>
                      <a:cubicBezTo>
                        <a:pt x="112" y="146"/>
                        <a:pt x="112" y="150"/>
                        <a:pt x="111" y="152"/>
                      </a:cubicBezTo>
                      <a:cubicBezTo>
                        <a:pt x="111" y="153"/>
                        <a:pt x="107" y="153"/>
                        <a:pt x="105" y="153"/>
                      </a:cubicBezTo>
                      <a:cubicBezTo>
                        <a:pt x="91" y="150"/>
                        <a:pt x="77" y="146"/>
                        <a:pt x="66" y="138"/>
                      </a:cubicBezTo>
                      <a:cubicBezTo>
                        <a:pt x="62" y="135"/>
                        <a:pt x="59" y="132"/>
                        <a:pt x="55" y="129"/>
                      </a:cubicBezTo>
                      <a:cubicBezTo>
                        <a:pt x="54" y="128"/>
                        <a:pt x="53" y="127"/>
                        <a:pt x="53" y="126"/>
                      </a:cubicBezTo>
                      <a:cubicBezTo>
                        <a:pt x="53" y="124"/>
                        <a:pt x="53" y="122"/>
                        <a:pt x="53" y="121"/>
                      </a:cubicBezTo>
                      <a:cubicBezTo>
                        <a:pt x="55" y="121"/>
                        <a:pt x="57" y="121"/>
                        <a:pt x="58" y="121"/>
                      </a:cubicBezTo>
                      <a:cubicBezTo>
                        <a:pt x="59" y="122"/>
                        <a:pt x="60" y="123"/>
                        <a:pt x="61" y="125"/>
                      </a:cubicBezTo>
                      <a:cubicBezTo>
                        <a:pt x="70" y="134"/>
                        <a:pt x="80" y="139"/>
                        <a:pt x="92" y="140"/>
                      </a:cubicBezTo>
                      <a:cubicBezTo>
                        <a:pt x="93" y="140"/>
                        <a:pt x="93" y="140"/>
                        <a:pt x="94" y="140"/>
                      </a:cubicBezTo>
                      <a:cubicBezTo>
                        <a:pt x="92" y="136"/>
                        <a:pt x="90" y="132"/>
                        <a:pt x="88" y="128"/>
                      </a:cubicBezTo>
                      <a:cubicBezTo>
                        <a:pt x="88" y="128"/>
                        <a:pt x="86" y="127"/>
                        <a:pt x="85" y="127"/>
                      </a:cubicBezTo>
                      <a:cubicBezTo>
                        <a:pt x="71" y="126"/>
                        <a:pt x="70" y="124"/>
                        <a:pt x="71" y="111"/>
                      </a:cubicBezTo>
                      <a:cubicBezTo>
                        <a:pt x="71" y="110"/>
                        <a:pt x="71" y="109"/>
                        <a:pt x="71" y="108"/>
                      </a:cubicBezTo>
                      <a:cubicBezTo>
                        <a:pt x="68" y="109"/>
                        <a:pt x="65" y="109"/>
                        <a:pt x="62" y="110"/>
                      </a:cubicBezTo>
                      <a:cubicBezTo>
                        <a:pt x="59" y="111"/>
                        <a:pt x="55" y="112"/>
                        <a:pt x="52" y="113"/>
                      </a:cubicBezTo>
                      <a:cubicBezTo>
                        <a:pt x="48" y="114"/>
                        <a:pt x="44" y="115"/>
                        <a:pt x="41" y="111"/>
                      </a:cubicBezTo>
                      <a:cubicBezTo>
                        <a:pt x="37" y="107"/>
                        <a:pt x="37" y="102"/>
                        <a:pt x="38" y="97"/>
                      </a:cubicBezTo>
                      <a:cubicBezTo>
                        <a:pt x="38" y="96"/>
                        <a:pt x="40" y="96"/>
                        <a:pt x="42" y="96"/>
                      </a:cubicBezTo>
                      <a:cubicBezTo>
                        <a:pt x="45" y="96"/>
                        <a:pt x="48" y="96"/>
                        <a:pt x="51" y="97"/>
                      </a:cubicBezTo>
                      <a:cubicBezTo>
                        <a:pt x="48" y="90"/>
                        <a:pt x="46" y="84"/>
                        <a:pt x="43" y="78"/>
                      </a:cubicBezTo>
                      <a:cubicBezTo>
                        <a:pt x="40" y="83"/>
                        <a:pt x="37" y="88"/>
                        <a:pt x="34" y="93"/>
                      </a:cubicBezTo>
                      <a:cubicBezTo>
                        <a:pt x="33" y="94"/>
                        <a:pt x="33" y="96"/>
                        <a:pt x="34" y="98"/>
                      </a:cubicBezTo>
                      <a:cubicBezTo>
                        <a:pt x="34" y="100"/>
                        <a:pt x="35" y="103"/>
                        <a:pt x="35" y="105"/>
                      </a:cubicBezTo>
                      <a:cubicBezTo>
                        <a:pt x="32" y="121"/>
                        <a:pt x="29" y="136"/>
                        <a:pt x="27" y="151"/>
                      </a:cubicBezTo>
                      <a:cubicBezTo>
                        <a:pt x="26" y="152"/>
                        <a:pt x="26" y="153"/>
                        <a:pt x="26" y="154"/>
                      </a:cubicBezTo>
                      <a:cubicBezTo>
                        <a:pt x="17" y="153"/>
                        <a:pt x="14" y="149"/>
                        <a:pt x="15" y="141"/>
                      </a:cubicBezTo>
                      <a:cubicBezTo>
                        <a:pt x="17" y="134"/>
                        <a:pt x="18" y="126"/>
                        <a:pt x="20" y="118"/>
                      </a:cubicBezTo>
                      <a:cubicBezTo>
                        <a:pt x="15" y="123"/>
                        <a:pt x="12" y="122"/>
                        <a:pt x="7" y="118"/>
                      </a:cubicBezTo>
                      <a:cubicBezTo>
                        <a:pt x="3" y="114"/>
                        <a:pt x="0" y="109"/>
                        <a:pt x="0" y="103"/>
                      </a:cubicBezTo>
                      <a:cubicBezTo>
                        <a:pt x="0" y="102"/>
                        <a:pt x="1" y="101"/>
                        <a:pt x="1" y="100"/>
                      </a:cubicBezTo>
                      <a:cubicBezTo>
                        <a:pt x="7" y="91"/>
                        <a:pt x="14" y="82"/>
                        <a:pt x="19" y="72"/>
                      </a:cubicBezTo>
                      <a:cubicBezTo>
                        <a:pt x="22" y="67"/>
                        <a:pt x="24" y="61"/>
                        <a:pt x="26" y="55"/>
                      </a:cubicBezTo>
                      <a:cubicBezTo>
                        <a:pt x="27" y="54"/>
                        <a:pt x="25" y="53"/>
                        <a:pt x="25" y="51"/>
                      </a:cubicBezTo>
                      <a:cubicBezTo>
                        <a:pt x="18" y="43"/>
                        <a:pt x="18" y="39"/>
                        <a:pt x="23" y="30"/>
                      </a:cubicBezTo>
                      <a:cubicBezTo>
                        <a:pt x="27" y="23"/>
                        <a:pt x="32" y="17"/>
                        <a:pt x="39" y="14"/>
                      </a:cubicBezTo>
                      <a:cubicBezTo>
                        <a:pt x="45" y="11"/>
                        <a:pt x="50" y="12"/>
                        <a:pt x="53" y="16"/>
                      </a:cubicBezTo>
                      <a:cubicBezTo>
                        <a:pt x="56" y="20"/>
                        <a:pt x="56" y="22"/>
                        <a:pt x="51" y="24"/>
                      </a:cubicBezTo>
                      <a:cubicBezTo>
                        <a:pt x="44" y="26"/>
                        <a:pt x="41" y="31"/>
                        <a:pt x="37" y="36"/>
                      </a:cubicBezTo>
                      <a:cubicBezTo>
                        <a:pt x="36" y="39"/>
                        <a:pt x="36" y="42"/>
                        <a:pt x="39" y="44"/>
                      </a:cubicBezTo>
                      <a:cubicBezTo>
                        <a:pt x="41" y="45"/>
                        <a:pt x="42" y="47"/>
                        <a:pt x="43" y="48"/>
                      </a:cubicBezTo>
                      <a:cubicBezTo>
                        <a:pt x="52" y="58"/>
                        <a:pt x="54" y="62"/>
                        <a:pt x="48" y="73"/>
                      </a:cubicBezTo>
                      <a:close/>
                      <a:moveTo>
                        <a:pt x="79" y="89"/>
                      </a:moveTo>
                      <a:cubicBezTo>
                        <a:pt x="80" y="89"/>
                        <a:pt x="80" y="90"/>
                        <a:pt x="81" y="90"/>
                      </a:cubicBezTo>
                      <a:cubicBezTo>
                        <a:pt x="85" y="86"/>
                        <a:pt x="90" y="81"/>
                        <a:pt x="95" y="76"/>
                      </a:cubicBezTo>
                      <a:cubicBezTo>
                        <a:pt x="97" y="73"/>
                        <a:pt x="95" y="71"/>
                        <a:pt x="92" y="71"/>
                      </a:cubicBezTo>
                      <a:cubicBezTo>
                        <a:pt x="88" y="71"/>
                        <a:pt x="85" y="71"/>
                        <a:pt x="81" y="71"/>
                      </a:cubicBezTo>
                      <a:cubicBezTo>
                        <a:pt x="81" y="75"/>
                        <a:pt x="81" y="77"/>
                        <a:pt x="81" y="80"/>
                      </a:cubicBezTo>
                      <a:cubicBezTo>
                        <a:pt x="81" y="83"/>
                        <a:pt x="80" y="86"/>
                        <a:pt x="79" y="89"/>
                      </a:cubicBezTo>
                      <a:close/>
                      <a:moveTo>
                        <a:pt x="76" y="73"/>
                      </a:moveTo>
                      <a:cubicBezTo>
                        <a:pt x="73" y="74"/>
                        <a:pt x="71" y="75"/>
                        <a:pt x="69" y="77"/>
                      </a:cubicBezTo>
                      <a:cubicBezTo>
                        <a:pt x="68" y="77"/>
                        <a:pt x="67" y="78"/>
                        <a:pt x="67" y="79"/>
                      </a:cubicBezTo>
                      <a:cubicBezTo>
                        <a:pt x="67" y="84"/>
                        <a:pt x="68" y="88"/>
                        <a:pt x="68" y="92"/>
                      </a:cubicBezTo>
                      <a:cubicBezTo>
                        <a:pt x="74" y="91"/>
                        <a:pt x="77" y="83"/>
                        <a:pt x="76" y="73"/>
                      </a:cubicBezTo>
                      <a:close/>
                      <a:moveTo>
                        <a:pt x="63" y="81"/>
                      </a:moveTo>
                      <a:cubicBezTo>
                        <a:pt x="55" y="84"/>
                        <a:pt x="54" y="85"/>
                        <a:pt x="56" y="88"/>
                      </a:cubicBezTo>
                      <a:cubicBezTo>
                        <a:pt x="58" y="94"/>
                        <a:pt x="60" y="95"/>
                        <a:pt x="65" y="93"/>
                      </a:cubicBezTo>
                      <a:cubicBezTo>
                        <a:pt x="64" y="89"/>
                        <a:pt x="63" y="85"/>
                        <a:pt x="63" y="8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7" name="Freeform 14">
                  <a:extLst>
                    <a:ext uri="{FF2B5EF4-FFF2-40B4-BE49-F238E27FC236}">
                      <a16:creationId xmlns:a16="http://schemas.microsoft.com/office/drawing/2014/main" id="{EDF1A89C-87D3-4066-B020-1AF4B9A41344}"/>
                    </a:ext>
                  </a:extLst>
                </p:cNvPr>
                <p:cNvSpPr>
                  <a:spLocks/>
                </p:cNvSpPr>
                <p:nvPr/>
              </p:nvSpPr>
              <p:spPr bwMode="auto">
                <a:xfrm>
                  <a:off x="6259513" y="2578101"/>
                  <a:ext cx="68263" cy="182563"/>
                </a:xfrm>
                <a:custGeom>
                  <a:avLst/>
                  <a:gdLst>
                    <a:gd name="T0" fmla="*/ 9 w 16"/>
                    <a:gd name="T1" fmla="*/ 0 h 43"/>
                    <a:gd name="T2" fmla="*/ 15 w 16"/>
                    <a:gd name="T3" fmla="*/ 11 h 43"/>
                    <a:gd name="T4" fmla="*/ 9 w 16"/>
                    <a:gd name="T5" fmla="*/ 43 h 43"/>
                    <a:gd name="T6" fmla="*/ 2 w 16"/>
                    <a:gd name="T7" fmla="*/ 39 h 43"/>
                    <a:gd name="T8" fmla="*/ 0 w 16"/>
                    <a:gd name="T9" fmla="*/ 35 h 43"/>
                    <a:gd name="T10" fmla="*/ 9 w 16"/>
                    <a:gd name="T11" fmla="*/ 0 h 43"/>
                  </a:gdLst>
                  <a:ahLst/>
                  <a:cxnLst>
                    <a:cxn ang="0">
                      <a:pos x="T0" y="T1"/>
                    </a:cxn>
                    <a:cxn ang="0">
                      <a:pos x="T2" y="T3"/>
                    </a:cxn>
                    <a:cxn ang="0">
                      <a:pos x="T4" y="T5"/>
                    </a:cxn>
                    <a:cxn ang="0">
                      <a:pos x="T6" y="T7"/>
                    </a:cxn>
                    <a:cxn ang="0">
                      <a:pos x="T8" y="T9"/>
                    </a:cxn>
                    <a:cxn ang="0">
                      <a:pos x="T10" y="T11"/>
                    </a:cxn>
                  </a:cxnLst>
                  <a:rect l="0" t="0" r="r" b="b"/>
                  <a:pathLst>
                    <a:path w="16" h="43">
                      <a:moveTo>
                        <a:pt x="9" y="0"/>
                      </a:moveTo>
                      <a:cubicBezTo>
                        <a:pt x="15" y="3"/>
                        <a:pt x="16" y="6"/>
                        <a:pt x="15" y="11"/>
                      </a:cubicBezTo>
                      <a:cubicBezTo>
                        <a:pt x="12" y="21"/>
                        <a:pt x="11" y="32"/>
                        <a:pt x="9" y="43"/>
                      </a:cubicBezTo>
                      <a:cubicBezTo>
                        <a:pt x="6" y="41"/>
                        <a:pt x="4" y="40"/>
                        <a:pt x="2" y="39"/>
                      </a:cubicBezTo>
                      <a:cubicBezTo>
                        <a:pt x="1" y="38"/>
                        <a:pt x="0" y="37"/>
                        <a:pt x="0" y="35"/>
                      </a:cubicBezTo>
                      <a:cubicBezTo>
                        <a:pt x="3" y="24"/>
                        <a:pt x="6" y="12"/>
                        <a:pt x="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10" name="组合 9">
                <a:extLst>
                  <a:ext uri="{FF2B5EF4-FFF2-40B4-BE49-F238E27FC236}">
                    <a16:creationId xmlns:a16="http://schemas.microsoft.com/office/drawing/2014/main" id="{CD1C2EA2-DECB-4C4E-997D-8417E76BE944}"/>
                  </a:ext>
                </a:extLst>
              </p:cNvPr>
              <p:cNvGrpSpPr/>
              <p:nvPr/>
            </p:nvGrpSpPr>
            <p:grpSpPr>
              <a:xfrm>
                <a:off x="7532962" y="2451100"/>
                <a:ext cx="368300" cy="317500"/>
                <a:chOff x="6186488" y="2930526"/>
                <a:chExt cx="368300" cy="317500"/>
              </a:xfrm>
              <a:solidFill>
                <a:schemeClr val="bg1"/>
              </a:solidFill>
            </p:grpSpPr>
            <p:sp>
              <p:nvSpPr>
                <p:cNvPr id="13" name="Freeform 18">
                  <a:extLst>
                    <a:ext uri="{FF2B5EF4-FFF2-40B4-BE49-F238E27FC236}">
                      <a16:creationId xmlns:a16="http://schemas.microsoft.com/office/drawing/2014/main" id="{58E0037C-7932-4788-ADA9-47256329EEB7}"/>
                    </a:ext>
                  </a:extLst>
                </p:cNvPr>
                <p:cNvSpPr>
                  <a:spLocks/>
                </p:cNvSpPr>
                <p:nvPr/>
              </p:nvSpPr>
              <p:spPr bwMode="auto">
                <a:xfrm>
                  <a:off x="6310313" y="2930526"/>
                  <a:ext cx="244475" cy="317500"/>
                </a:xfrm>
                <a:custGeom>
                  <a:avLst/>
                  <a:gdLst>
                    <a:gd name="T0" fmla="*/ 49 w 57"/>
                    <a:gd name="T1" fmla="*/ 74 h 75"/>
                    <a:gd name="T2" fmla="*/ 40 w 57"/>
                    <a:gd name="T3" fmla="*/ 67 h 75"/>
                    <a:gd name="T4" fmla="*/ 33 w 57"/>
                    <a:gd name="T5" fmla="*/ 48 h 75"/>
                    <a:gd name="T6" fmla="*/ 27 w 57"/>
                    <a:gd name="T7" fmla="*/ 46 h 75"/>
                    <a:gd name="T8" fmla="*/ 11 w 57"/>
                    <a:gd name="T9" fmla="*/ 60 h 75"/>
                    <a:gd name="T10" fmla="*/ 5 w 57"/>
                    <a:gd name="T11" fmla="*/ 60 h 75"/>
                    <a:gd name="T12" fmla="*/ 6 w 57"/>
                    <a:gd name="T13" fmla="*/ 46 h 75"/>
                    <a:gd name="T14" fmla="*/ 27 w 57"/>
                    <a:gd name="T15" fmla="*/ 26 h 75"/>
                    <a:gd name="T16" fmla="*/ 40 w 57"/>
                    <a:gd name="T17" fmla="*/ 10 h 75"/>
                    <a:gd name="T18" fmla="*/ 41 w 57"/>
                    <a:gd name="T19" fmla="*/ 6 h 75"/>
                    <a:gd name="T20" fmla="*/ 45 w 57"/>
                    <a:gd name="T21" fmla="*/ 0 h 75"/>
                    <a:gd name="T22" fmla="*/ 53 w 57"/>
                    <a:gd name="T23" fmla="*/ 3 h 75"/>
                    <a:gd name="T24" fmla="*/ 53 w 57"/>
                    <a:gd name="T25" fmla="*/ 20 h 75"/>
                    <a:gd name="T26" fmla="*/ 37 w 57"/>
                    <a:gd name="T27" fmla="*/ 38 h 75"/>
                    <a:gd name="T28" fmla="*/ 49 w 57"/>
                    <a:gd name="T29" fmla="*/ 74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7" h="75">
                      <a:moveTo>
                        <a:pt x="49" y="74"/>
                      </a:moveTo>
                      <a:cubicBezTo>
                        <a:pt x="43" y="75"/>
                        <a:pt x="41" y="72"/>
                        <a:pt x="40" y="67"/>
                      </a:cubicBezTo>
                      <a:cubicBezTo>
                        <a:pt x="38" y="61"/>
                        <a:pt x="35" y="54"/>
                        <a:pt x="33" y="48"/>
                      </a:cubicBezTo>
                      <a:cubicBezTo>
                        <a:pt x="32" y="45"/>
                        <a:pt x="30" y="44"/>
                        <a:pt x="27" y="46"/>
                      </a:cubicBezTo>
                      <a:cubicBezTo>
                        <a:pt x="22" y="51"/>
                        <a:pt x="16" y="55"/>
                        <a:pt x="11" y="60"/>
                      </a:cubicBezTo>
                      <a:cubicBezTo>
                        <a:pt x="8" y="63"/>
                        <a:pt x="7" y="62"/>
                        <a:pt x="5" y="60"/>
                      </a:cubicBezTo>
                      <a:cubicBezTo>
                        <a:pt x="0" y="54"/>
                        <a:pt x="0" y="51"/>
                        <a:pt x="6" y="46"/>
                      </a:cubicBezTo>
                      <a:cubicBezTo>
                        <a:pt x="13" y="39"/>
                        <a:pt x="20" y="33"/>
                        <a:pt x="27" y="26"/>
                      </a:cubicBezTo>
                      <a:cubicBezTo>
                        <a:pt x="32" y="21"/>
                        <a:pt x="36" y="15"/>
                        <a:pt x="40" y="10"/>
                      </a:cubicBezTo>
                      <a:cubicBezTo>
                        <a:pt x="40" y="9"/>
                        <a:pt x="41" y="7"/>
                        <a:pt x="41" y="6"/>
                      </a:cubicBezTo>
                      <a:cubicBezTo>
                        <a:pt x="40" y="3"/>
                        <a:pt x="42" y="0"/>
                        <a:pt x="45" y="0"/>
                      </a:cubicBezTo>
                      <a:cubicBezTo>
                        <a:pt x="48" y="0"/>
                        <a:pt x="51" y="1"/>
                        <a:pt x="53" y="3"/>
                      </a:cubicBezTo>
                      <a:cubicBezTo>
                        <a:pt x="57" y="6"/>
                        <a:pt x="57" y="16"/>
                        <a:pt x="53" y="20"/>
                      </a:cubicBezTo>
                      <a:cubicBezTo>
                        <a:pt x="48" y="26"/>
                        <a:pt x="42" y="32"/>
                        <a:pt x="37" y="38"/>
                      </a:cubicBezTo>
                      <a:cubicBezTo>
                        <a:pt x="44" y="49"/>
                        <a:pt x="49" y="61"/>
                        <a:pt x="49" y="7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4" name="Freeform 19">
                  <a:extLst>
                    <a:ext uri="{FF2B5EF4-FFF2-40B4-BE49-F238E27FC236}">
                      <a16:creationId xmlns:a16="http://schemas.microsoft.com/office/drawing/2014/main" id="{B78F413E-1D51-491F-A6EC-02810949F837}"/>
                    </a:ext>
                  </a:extLst>
                </p:cNvPr>
                <p:cNvSpPr>
                  <a:spLocks/>
                </p:cNvSpPr>
                <p:nvPr/>
              </p:nvSpPr>
              <p:spPr bwMode="auto">
                <a:xfrm>
                  <a:off x="6186488" y="3009901"/>
                  <a:ext cx="123825" cy="234950"/>
                </a:xfrm>
                <a:custGeom>
                  <a:avLst/>
                  <a:gdLst>
                    <a:gd name="T0" fmla="*/ 12 w 29"/>
                    <a:gd name="T1" fmla="*/ 30 h 55"/>
                    <a:gd name="T2" fmla="*/ 20 w 29"/>
                    <a:gd name="T3" fmla="*/ 7 h 55"/>
                    <a:gd name="T4" fmla="*/ 25 w 29"/>
                    <a:gd name="T5" fmla="*/ 1 h 55"/>
                    <a:gd name="T6" fmla="*/ 26 w 29"/>
                    <a:gd name="T7" fmla="*/ 9 h 55"/>
                    <a:gd name="T8" fmla="*/ 16 w 29"/>
                    <a:gd name="T9" fmla="*/ 39 h 55"/>
                    <a:gd name="T10" fmla="*/ 13 w 29"/>
                    <a:gd name="T11" fmla="*/ 52 h 55"/>
                    <a:gd name="T12" fmla="*/ 7 w 29"/>
                    <a:gd name="T13" fmla="*/ 54 h 55"/>
                    <a:gd name="T14" fmla="*/ 2 w 29"/>
                    <a:gd name="T15" fmla="*/ 41 h 55"/>
                    <a:gd name="T16" fmla="*/ 3 w 29"/>
                    <a:gd name="T17" fmla="*/ 32 h 55"/>
                    <a:gd name="T18" fmla="*/ 2 w 29"/>
                    <a:gd name="T19" fmla="*/ 6 h 55"/>
                    <a:gd name="T20" fmla="*/ 6 w 29"/>
                    <a:gd name="T21" fmla="*/ 5 h 55"/>
                    <a:gd name="T22" fmla="*/ 10 w 29"/>
                    <a:gd name="T23" fmla="*/ 14 h 55"/>
                    <a:gd name="T24" fmla="*/ 11 w 29"/>
                    <a:gd name="T25" fmla="*/ 30 h 55"/>
                    <a:gd name="T26" fmla="*/ 12 w 29"/>
                    <a:gd name="T27" fmla="*/ 3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55">
                      <a:moveTo>
                        <a:pt x="12" y="30"/>
                      </a:moveTo>
                      <a:cubicBezTo>
                        <a:pt x="15" y="23"/>
                        <a:pt x="17" y="15"/>
                        <a:pt x="20" y="7"/>
                      </a:cubicBezTo>
                      <a:cubicBezTo>
                        <a:pt x="21" y="5"/>
                        <a:pt x="21" y="0"/>
                        <a:pt x="25" y="1"/>
                      </a:cubicBezTo>
                      <a:cubicBezTo>
                        <a:pt x="29" y="2"/>
                        <a:pt x="27" y="6"/>
                        <a:pt x="26" y="9"/>
                      </a:cubicBezTo>
                      <a:cubicBezTo>
                        <a:pt x="23" y="19"/>
                        <a:pt x="19" y="29"/>
                        <a:pt x="16" y="39"/>
                      </a:cubicBezTo>
                      <a:cubicBezTo>
                        <a:pt x="15" y="43"/>
                        <a:pt x="14" y="48"/>
                        <a:pt x="13" y="52"/>
                      </a:cubicBezTo>
                      <a:cubicBezTo>
                        <a:pt x="12" y="55"/>
                        <a:pt x="10" y="55"/>
                        <a:pt x="7" y="54"/>
                      </a:cubicBezTo>
                      <a:cubicBezTo>
                        <a:pt x="1" y="50"/>
                        <a:pt x="0" y="49"/>
                        <a:pt x="2" y="41"/>
                      </a:cubicBezTo>
                      <a:cubicBezTo>
                        <a:pt x="3" y="38"/>
                        <a:pt x="3" y="35"/>
                        <a:pt x="3" y="32"/>
                      </a:cubicBezTo>
                      <a:cubicBezTo>
                        <a:pt x="3" y="23"/>
                        <a:pt x="2" y="15"/>
                        <a:pt x="2" y="6"/>
                      </a:cubicBezTo>
                      <a:cubicBezTo>
                        <a:pt x="2" y="3"/>
                        <a:pt x="5" y="3"/>
                        <a:pt x="6" y="5"/>
                      </a:cubicBezTo>
                      <a:cubicBezTo>
                        <a:pt x="8" y="7"/>
                        <a:pt x="10" y="11"/>
                        <a:pt x="10" y="14"/>
                      </a:cubicBezTo>
                      <a:cubicBezTo>
                        <a:pt x="11" y="19"/>
                        <a:pt x="11" y="25"/>
                        <a:pt x="11" y="30"/>
                      </a:cubicBezTo>
                      <a:cubicBezTo>
                        <a:pt x="11" y="30"/>
                        <a:pt x="12" y="30"/>
                        <a:pt x="12"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5" name="Freeform 20">
                  <a:extLst>
                    <a:ext uri="{FF2B5EF4-FFF2-40B4-BE49-F238E27FC236}">
                      <a16:creationId xmlns:a16="http://schemas.microsoft.com/office/drawing/2014/main" id="{28D425C4-CE02-4413-BBE1-2E9FA0CC0E90}"/>
                    </a:ext>
                  </a:extLst>
                </p:cNvPr>
                <p:cNvSpPr>
                  <a:spLocks/>
                </p:cNvSpPr>
                <p:nvPr/>
              </p:nvSpPr>
              <p:spPr bwMode="auto">
                <a:xfrm>
                  <a:off x="6259513" y="2933701"/>
                  <a:ext cx="114300" cy="73025"/>
                </a:xfrm>
                <a:custGeom>
                  <a:avLst/>
                  <a:gdLst>
                    <a:gd name="T0" fmla="*/ 27 w 27"/>
                    <a:gd name="T1" fmla="*/ 1 h 17"/>
                    <a:gd name="T2" fmla="*/ 16 w 27"/>
                    <a:gd name="T3" fmla="*/ 14 h 17"/>
                    <a:gd name="T4" fmla="*/ 5 w 27"/>
                    <a:gd name="T5" fmla="*/ 13 h 17"/>
                    <a:gd name="T6" fmla="*/ 0 w 27"/>
                    <a:gd name="T7" fmla="*/ 4 h 17"/>
                    <a:gd name="T8" fmla="*/ 9 w 27"/>
                    <a:gd name="T9" fmla="*/ 2 h 17"/>
                    <a:gd name="T10" fmla="*/ 27 w 27"/>
                    <a:gd name="T11" fmla="*/ 0 h 17"/>
                    <a:gd name="T12" fmla="*/ 27 w 27"/>
                    <a:gd name="T13" fmla="*/ 1 h 17"/>
                  </a:gdLst>
                  <a:ahLst/>
                  <a:cxnLst>
                    <a:cxn ang="0">
                      <a:pos x="T0" y="T1"/>
                    </a:cxn>
                    <a:cxn ang="0">
                      <a:pos x="T2" y="T3"/>
                    </a:cxn>
                    <a:cxn ang="0">
                      <a:pos x="T4" y="T5"/>
                    </a:cxn>
                    <a:cxn ang="0">
                      <a:pos x="T6" y="T7"/>
                    </a:cxn>
                    <a:cxn ang="0">
                      <a:pos x="T8" y="T9"/>
                    </a:cxn>
                    <a:cxn ang="0">
                      <a:pos x="T10" y="T11"/>
                    </a:cxn>
                    <a:cxn ang="0">
                      <a:pos x="T12" y="T13"/>
                    </a:cxn>
                  </a:cxnLst>
                  <a:rect l="0" t="0" r="r" b="b"/>
                  <a:pathLst>
                    <a:path w="27" h="17">
                      <a:moveTo>
                        <a:pt x="27" y="1"/>
                      </a:moveTo>
                      <a:cubicBezTo>
                        <a:pt x="24" y="6"/>
                        <a:pt x="20" y="10"/>
                        <a:pt x="16" y="14"/>
                      </a:cubicBezTo>
                      <a:cubicBezTo>
                        <a:pt x="14" y="17"/>
                        <a:pt x="8" y="16"/>
                        <a:pt x="5" y="13"/>
                      </a:cubicBezTo>
                      <a:cubicBezTo>
                        <a:pt x="3" y="10"/>
                        <a:pt x="1" y="7"/>
                        <a:pt x="0" y="4"/>
                      </a:cubicBezTo>
                      <a:cubicBezTo>
                        <a:pt x="3" y="3"/>
                        <a:pt x="6" y="2"/>
                        <a:pt x="9" y="2"/>
                      </a:cubicBezTo>
                      <a:cubicBezTo>
                        <a:pt x="15" y="1"/>
                        <a:pt x="21" y="1"/>
                        <a:pt x="27" y="0"/>
                      </a:cubicBezTo>
                      <a:cubicBezTo>
                        <a:pt x="27" y="1"/>
                        <a:pt x="27" y="1"/>
                        <a:pt x="2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sp>
            <p:nvSpPr>
              <p:cNvPr id="11" name="Freeform 11">
                <a:extLst>
                  <a:ext uri="{FF2B5EF4-FFF2-40B4-BE49-F238E27FC236}">
                    <a16:creationId xmlns:a16="http://schemas.microsoft.com/office/drawing/2014/main" id="{9E7CBDC3-9BA0-4307-8967-3267E5966ED9}"/>
                  </a:ext>
                </a:extLst>
              </p:cNvPr>
              <p:cNvSpPr>
                <a:spLocks noEditPoints="1"/>
              </p:cNvSpPr>
              <p:nvPr/>
            </p:nvSpPr>
            <p:spPr bwMode="auto">
              <a:xfrm>
                <a:off x="9065451" y="2270918"/>
                <a:ext cx="439964" cy="615950"/>
              </a:xfrm>
              <a:custGeom>
                <a:avLst/>
                <a:gdLst>
                  <a:gd name="T0" fmla="*/ 29 w 72"/>
                  <a:gd name="T1" fmla="*/ 49 h 102"/>
                  <a:gd name="T2" fmla="*/ 15 w 72"/>
                  <a:gd name="T3" fmla="*/ 43 h 102"/>
                  <a:gd name="T4" fmla="*/ 10 w 72"/>
                  <a:gd name="T5" fmla="*/ 21 h 102"/>
                  <a:gd name="T6" fmla="*/ 13 w 72"/>
                  <a:gd name="T7" fmla="*/ 15 h 102"/>
                  <a:gd name="T8" fmla="*/ 19 w 72"/>
                  <a:gd name="T9" fmla="*/ 18 h 102"/>
                  <a:gd name="T10" fmla="*/ 20 w 72"/>
                  <a:gd name="T11" fmla="*/ 26 h 102"/>
                  <a:gd name="T12" fmla="*/ 35 w 72"/>
                  <a:gd name="T13" fmla="*/ 22 h 102"/>
                  <a:gd name="T14" fmla="*/ 40 w 72"/>
                  <a:gd name="T15" fmla="*/ 16 h 102"/>
                  <a:gd name="T16" fmla="*/ 43 w 72"/>
                  <a:gd name="T17" fmla="*/ 14 h 102"/>
                  <a:gd name="T18" fmla="*/ 44 w 72"/>
                  <a:gd name="T19" fmla="*/ 19 h 102"/>
                  <a:gd name="T20" fmla="*/ 43 w 72"/>
                  <a:gd name="T21" fmla="*/ 28 h 102"/>
                  <a:gd name="T22" fmla="*/ 36 w 72"/>
                  <a:gd name="T23" fmla="*/ 40 h 102"/>
                  <a:gd name="T24" fmla="*/ 37 w 72"/>
                  <a:gd name="T25" fmla="*/ 42 h 102"/>
                  <a:gd name="T26" fmla="*/ 44 w 72"/>
                  <a:gd name="T27" fmla="*/ 38 h 102"/>
                  <a:gd name="T28" fmla="*/ 56 w 72"/>
                  <a:gd name="T29" fmla="*/ 20 h 102"/>
                  <a:gd name="T30" fmla="*/ 49 w 72"/>
                  <a:gd name="T31" fmla="*/ 9 h 102"/>
                  <a:gd name="T32" fmla="*/ 28 w 72"/>
                  <a:gd name="T33" fmla="*/ 14 h 102"/>
                  <a:gd name="T34" fmla="*/ 20 w 72"/>
                  <a:gd name="T35" fmla="*/ 13 h 102"/>
                  <a:gd name="T36" fmla="*/ 22 w 72"/>
                  <a:gd name="T37" fmla="*/ 6 h 102"/>
                  <a:gd name="T38" fmla="*/ 50 w 72"/>
                  <a:gd name="T39" fmla="*/ 1 h 102"/>
                  <a:gd name="T40" fmla="*/ 68 w 72"/>
                  <a:gd name="T41" fmla="*/ 12 h 102"/>
                  <a:gd name="T42" fmla="*/ 67 w 72"/>
                  <a:gd name="T43" fmla="*/ 24 h 102"/>
                  <a:gd name="T44" fmla="*/ 49 w 72"/>
                  <a:gd name="T45" fmla="*/ 48 h 102"/>
                  <a:gd name="T46" fmla="*/ 42 w 72"/>
                  <a:gd name="T47" fmla="*/ 49 h 102"/>
                  <a:gd name="T48" fmla="*/ 37 w 72"/>
                  <a:gd name="T49" fmla="*/ 47 h 102"/>
                  <a:gd name="T50" fmla="*/ 35 w 72"/>
                  <a:gd name="T51" fmla="*/ 52 h 102"/>
                  <a:gd name="T52" fmla="*/ 41 w 72"/>
                  <a:gd name="T53" fmla="*/ 58 h 102"/>
                  <a:gd name="T54" fmla="*/ 48 w 72"/>
                  <a:gd name="T55" fmla="*/ 57 h 102"/>
                  <a:gd name="T56" fmla="*/ 53 w 72"/>
                  <a:gd name="T57" fmla="*/ 59 h 102"/>
                  <a:gd name="T58" fmla="*/ 53 w 72"/>
                  <a:gd name="T59" fmla="*/ 66 h 102"/>
                  <a:gd name="T60" fmla="*/ 48 w 72"/>
                  <a:gd name="T61" fmla="*/ 70 h 102"/>
                  <a:gd name="T62" fmla="*/ 37 w 72"/>
                  <a:gd name="T63" fmla="*/ 81 h 102"/>
                  <a:gd name="T64" fmla="*/ 45 w 72"/>
                  <a:gd name="T65" fmla="*/ 81 h 102"/>
                  <a:gd name="T66" fmla="*/ 57 w 72"/>
                  <a:gd name="T67" fmla="*/ 89 h 102"/>
                  <a:gd name="T68" fmla="*/ 51 w 72"/>
                  <a:gd name="T69" fmla="*/ 98 h 102"/>
                  <a:gd name="T70" fmla="*/ 26 w 72"/>
                  <a:gd name="T71" fmla="*/ 101 h 102"/>
                  <a:gd name="T72" fmla="*/ 17 w 72"/>
                  <a:gd name="T73" fmla="*/ 96 h 102"/>
                  <a:gd name="T74" fmla="*/ 15 w 72"/>
                  <a:gd name="T75" fmla="*/ 94 h 102"/>
                  <a:gd name="T76" fmla="*/ 19 w 72"/>
                  <a:gd name="T77" fmla="*/ 77 h 102"/>
                  <a:gd name="T78" fmla="*/ 27 w 72"/>
                  <a:gd name="T79" fmla="*/ 70 h 102"/>
                  <a:gd name="T80" fmla="*/ 27 w 72"/>
                  <a:gd name="T81" fmla="*/ 69 h 102"/>
                  <a:gd name="T82" fmla="*/ 21 w 72"/>
                  <a:gd name="T83" fmla="*/ 71 h 102"/>
                  <a:gd name="T84" fmla="*/ 9 w 72"/>
                  <a:gd name="T85" fmla="*/ 76 h 102"/>
                  <a:gd name="T86" fmla="*/ 3 w 72"/>
                  <a:gd name="T87" fmla="*/ 75 h 102"/>
                  <a:gd name="T88" fmla="*/ 4 w 72"/>
                  <a:gd name="T89" fmla="*/ 69 h 102"/>
                  <a:gd name="T90" fmla="*/ 26 w 72"/>
                  <a:gd name="T91" fmla="*/ 60 h 102"/>
                  <a:gd name="T92" fmla="*/ 28 w 72"/>
                  <a:gd name="T93" fmla="*/ 57 h 102"/>
                  <a:gd name="T94" fmla="*/ 29 w 72"/>
                  <a:gd name="T95" fmla="*/ 49 h 102"/>
                  <a:gd name="T96" fmla="*/ 34 w 72"/>
                  <a:gd name="T97" fmla="*/ 29 h 102"/>
                  <a:gd name="T98" fmla="*/ 33 w 72"/>
                  <a:gd name="T99" fmla="*/ 28 h 102"/>
                  <a:gd name="T100" fmla="*/ 26 w 72"/>
                  <a:gd name="T101" fmla="*/ 32 h 102"/>
                  <a:gd name="T102" fmla="*/ 23 w 72"/>
                  <a:gd name="T103" fmla="*/ 36 h 102"/>
                  <a:gd name="T104" fmla="*/ 26 w 72"/>
                  <a:gd name="T105" fmla="*/ 42 h 102"/>
                  <a:gd name="T106" fmla="*/ 31 w 72"/>
                  <a:gd name="T107" fmla="*/ 40 h 102"/>
                  <a:gd name="T108" fmla="*/ 34 w 72"/>
                  <a:gd name="T109" fmla="*/ 29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2" h="102">
                    <a:moveTo>
                      <a:pt x="29" y="49"/>
                    </a:moveTo>
                    <a:cubicBezTo>
                      <a:pt x="19" y="52"/>
                      <a:pt x="18" y="52"/>
                      <a:pt x="15" y="43"/>
                    </a:cubicBezTo>
                    <a:cubicBezTo>
                      <a:pt x="13" y="36"/>
                      <a:pt x="11" y="28"/>
                      <a:pt x="10" y="21"/>
                    </a:cubicBezTo>
                    <a:cubicBezTo>
                      <a:pt x="9" y="19"/>
                      <a:pt x="11" y="16"/>
                      <a:pt x="13" y="15"/>
                    </a:cubicBezTo>
                    <a:cubicBezTo>
                      <a:pt x="16" y="13"/>
                      <a:pt x="18" y="16"/>
                      <a:pt x="19" y="18"/>
                    </a:cubicBezTo>
                    <a:cubicBezTo>
                      <a:pt x="19" y="21"/>
                      <a:pt x="20" y="23"/>
                      <a:pt x="20" y="26"/>
                    </a:cubicBezTo>
                    <a:cubicBezTo>
                      <a:pt x="26" y="25"/>
                      <a:pt x="31" y="24"/>
                      <a:pt x="35" y="22"/>
                    </a:cubicBezTo>
                    <a:cubicBezTo>
                      <a:pt x="37" y="21"/>
                      <a:pt x="38" y="18"/>
                      <a:pt x="40" y="16"/>
                    </a:cubicBezTo>
                    <a:cubicBezTo>
                      <a:pt x="41" y="15"/>
                      <a:pt x="42" y="14"/>
                      <a:pt x="43" y="14"/>
                    </a:cubicBezTo>
                    <a:cubicBezTo>
                      <a:pt x="44" y="15"/>
                      <a:pt x="44" y="17"/>
                      <a:pt x="44" y="19"/>
                    </a:cubicBezTo>
                    <a:cubicBezTo>
                      <a:pt x="44" y="22"/>
                      <a:pt x="43" y="25"/>
                      <a:pt x="43" y="28"/>
                    </a:cubicBezTo>
                    <a:cubicBezTo>
                      <a:pt x="37" y="29"/>
                      <a:pt x="39" y="36"/>
                      <a:pt x="36" y="40"/>
                    </a:cubicBezTo>
                    <a:cubicBezTo>
                      <a:pt x="36" y="41"/>
                      <a:pt x="37" y="41"/>
                      <a:pt x="37" y="42"/>
                    </a:cubicBezTo>
                    <a:cubicBezTo>
                      <a:pt x="39" y="41"/>
                      <a:pt x="42" y="40"/>
                      <a:pt x="44" y="38"/>
                    </a:cubicBezTo>
                    <a:cubicBezTo>
                      <a:pt x="48" y="32"/>
                      <a:pt x="52" y="26"/>
                      <a:pt x="56" y="20"/>
                    </a:cubicBezTo>
                    <a:cubicBezTo>
                      <a:pt x="59" y="15"/>
                      <a:pt x="56" y="9"/>
                      <a:pt x="49" y="9"/>
                    </a:cubicBezTo>
                    <a:cubicBezTo>
                      <a:pt x="42" y="8"/>
                      <a:pt x="34" y="10"/>
                      <a:pt x="28" y="14"/>
                    </a:cubicBezTo>
                    <a:cubicBezTo>
                      <a:pt x="25" y="16"/>
                      <a:pt x="22" y="15"/>
                      <a:pt x="20" y="13"/>
                    </a:cubicBezTo>
                    <a:cubicBezTo>
                      <a:pt x="17" y="9"/>
                      <a:pt x="17" y="7"/>
                      <a:pt x="22" y="6"/>
                    </a:cubicBezTo>
                    <a:cubicBezTo>
                      <a:pt x="31" y="3"/>
                      <a:pt x="40" y="0"/>
                      <a:pt x="50" y="1"/>
                    </a:cubicBezTo>
                    <a:cubicBezTo>
                      <a:pt x="58" y="1"/>
                      <a:pt x="63" y="7"/>
                      <a:pt x="68" y="12"/>
                    </a:cubicBezTo>
                    <a:cubicBezTo>
                      <a:pt x="72" y="15"/>
                      <a:pt x="70" y="20"/>
                      <a:pt x="67" y="24"/>
                    </a:cubicBezTo>
                    <a:cubicBezTo>
                      <a:pt x="61" y="32"/>
                      <a:pt x="55" y="40"/>
                      <a:pt x="49" y="48"/>
                    </a:cubicBezTo>
                    <a:cubicBezTo>
                      <a:pt x="47" y="51"/>
                      <a:pt x="45" y="52"/>
                      <a:pt x="42" y="49"/>
                    </a:cubicBezTo>
                    <a:cubicBezTo>
                      <a:pt x="41" y="48"/>
                      <a:pt x="38" y="47"/>
                      <a:pt x="37" y="47"/>
                    </a:cubicBezTo>
                    <a:cubicBezTo>
                      <a:pt x="36" y="48"/>
                      <a:pt x="35" y="50"/>
                      <a:pt x="35" y="52"/>
                    </a:cubicBezTo>
                    <a:cubicBezTo>
                      <a:pt x="34" y="59"/>
                      <a:pt x="34" y="59"/>
                      <a:pt x="41" y="58"/>
                    </a:cubicBezTo>
                    <a:cubicBezTo>
                      <a:pt x="43" y="57"/>
                      <a:pt x="46" y="56"/>
                      <a:pt x="48" y="57"/>
                    </a:cubicBezTo>
                    <a:cubicBezTo>
                      <a:pt x="50" y="57"/>
                      <a:pt x="53" y="58"/>
                      <a:pt x="53" y="59"/>
                    </a:cubicBezTo>
                    <a:cubicBezTo>
                      <a:pt x="54" y="61"/>
                      <a:pt x="54" y="64"/>
                      <a:pt x="53" y="66"/>
                    </a:cubicBezTo>
                    <a:cubicBezTo>
                      <a:pt x="52" y="68"/>
                      <a:pt x="50" y="69"/>
                      <a:pt x="48" y="70"/>
                    </a:cubicBezTo>
                    <a:cubicBezTo>
                      <a:pt x="44" y="73"/>
                      <a:pt x="39" y="75"/>
                      <a:pt x="37" y="81"/>
                    </a:cubicBezTo>
                    <a:cubicBezTo>
                      <a:pt x="40" y="81"/>
                      <a:pt x="43" y="81"/>
                      <a:pt x="45" y="81"/>
                    </a:cubicBezTo>
                    <a:cubicBezTo>
                      <a:pt x="51" y="81"/>
                      <a:pt x="56" y="84"/>
                      <a:pt x="57" y="89"/>
                    </a:cubicBezTo>
                    <a:cubicBezTo>
                      <a:pt x="58" y="93"/>
                      <a:pt x="55" y="97"/>
                      <a:pt x="51" y="98"/>
                    </a:cubicBezTo>
                    <a:cubicBezTo>
                      <a:pt x="43" y="99"/>
                      <a:pt x="35" y="100"/>
                      <a:pt x="26" y="101"/>
                    </a:cubicBezTo>
                    <a:cubicBezTo>
                      <a:pt x="22" y="102"/>
                      <a:pt x="19" y="100"/>
                      <a:pt x="17" y="96"/>
                    </a:cubicBezTo>
                    <a:cubicBezTo>
                      <a:pt x="16" y="96"/>
                      <a:pt x="16" y="95"/>
                      <a:pt x="15" y="94"/>
                    </a:cubicBezTo>
                    <a:cubicBezTo>
                      <a:pt x="11" y="84"/>
                      <a:pt x="11" y="84"/>
                      <a:pt x="19" y="77"/>
                    </a:cubicBezTo>
                    <a:cubicBezTo>
                      <a:pt x="22" y="75"/>
                      <a:pt x="24" y="72"/>
                      <a:pt x="27" y="70"/>
                    </a:cubicBezTo>
                    <a:cubicBezTo>
                      <a:pt x="27" y="70"/>
                      <a:pt x="27" y="69"/>
                      <a:pt x="27" y="69"/>
                    </a:cubicBezTo>
                    <a:cubicBezTo>
                      <a:pt x="25" y="69"/>
                      <a:pt x="23" y="70"/>
                      <a:pt x="21" y="71"/>
                    </a:cubicBezTo>
                    <a:cubicBezTo>
                      <a:pt x="17" y="72"/>
                      <a:pt x="13" y="74"/>
                      <a:pt x="9" y="76"/>
                    </a:cubicBezTo>
                    <a:cubicBezTo>
                      <a:pt x="7" y="76"/>
                      <a:pt x="5" y="76"/>
                      <a:pt x="3" y="75"/>
                    </a:cubicBezTo>
                    <a:cubicBezTo>
                      <a:pt x="0" y="72"/>
                      <a:pt x="0" y="71"/>
                      <a:pt x="4" y="69"/>
                    </a:cubicBezTo>
                    <a:cubicBezTo>
                      <a:pt x="12" y="66"/>
                      <a:pt x="19" y="63"/>
                      <a:pt x="26" y="60"/>
                    </a:cubicBezTo>
                    <a:cubicBezTo>
                      <a:pt x="27" y="60"/>
                      <a:pt x="28" y="58"/>
                      <a:pt x="28" y="57"/>
                    </a:cubicBezTo>
                    <a:cubicBezTo>
                      <a:pt x="29" y="55"/>
                      <a:pt x="29" y="52"/>
                      <a:pt x="29" y="49"/>
                    </a:cubicBezTo>
                    <a:close/>
                    <a:moveTo>
                      <a:pt x="34" y="29"/>
                    </a:moveTo>
                    <a:cubicBezTo>
                      <a:pt x="34" y="29"/>
                      <a:pt x="34" y="29"/>
                      <a:pt x="33" y="28"/>
                    </a:cubicBezTo>
                    <a:cubicBezTo>
                      <a:pt x="31" y="29"/>
                      <a:pt x="28" y="30"/>
                      <a:pt x="26" y="32"/>
                    </a:cubicBezTo>
                    <a:cubicBezTo>
                      <a:pt x="24" y="32"/>
                      <a:pt x="22" y="34"/>
                      <a:pt x="23" y="36"/>
                    </a:cubicBezTo>
                    <a:cubicBezTo>
                      <a:pt x="23" y="38"/>
                      <a:pt x="25" y="40"/>
                      <a:pt x="26" y="42"/>
                    </a:cubicBezTo>
                    <a:cubicBezTo>
                      <a:pt x="27" y="42"/>
                      <a:pt x="30" y="41"/>
                      <a:pt x="31" y="40"/>
                    </a:cubicBezTo>
                    <a:cubicBezTo>
                      <a:pt x="32" y="37"/>
                      <a:pt x="33" y="33"/>
                      <a:pt x="34" y="29"/>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2" name="Freeform 12">
                <a:extLst>
                  <a:ext uri="{FF2B5EF4-FFF2-40B4-BE49-F238E27FC236}">
                    <a16:creationId xmlns:a16="http://schemas.microsoft.com/office/drawing/2014/main" id="{D88D9717-3185-4A77-8E18-2A8659D441F7}"/>
                  </a:ext>
                </a:extLst>
              </p:cNvPr>
              <p:cNvSpPr>
                <a:spLocks/>
              </p:cNvSpPr>
              <p:nvPr/>
            </p:nvSpPr>
            <p:spPr bwMode="auto">
              <a:xfrm>
                <a:off x="8878184" y="2293480"/>
                <a:ext cx="236904" cy="593388"/>
              </a:xfrm>
              <a:custGeom>
                <a:avLst/>
                <a:gdLst>
                  <a:gd name="T0" fmla="*/ 30 w 39"/>
                  <a:gd name="T1" fmla="*/ 44 h 98"/>
                  <a:gd name="T2" fmla="*/ 36 w 39"/>
                  <a:gd name="T3" fmla="*/ 34 h 98"/>
                  <a:gd name="T4" fmla="*/ 37 w 39"/>
                  <a:gd name="T5" fmla="*/ 51 h 98"/>
                  <a:gd name="T6" fmla="*/ 25 w 39"/>
                  <a:gd name="T7" fmla="*/ 82 h 98"/>
                  <a:gd name="T8" fmla="*/ 21 w 39"/>
                  <a:gd name="T9" fmla="*/ 98 h 98"/>
                  <a:gd name="T10" fmla="*/ 13 w 39"/>
                  <a:gd name="T11" fmla="*/ 96 h 98"/>
                  <a:gd name="T12" fmla="*/ 5 w 39"/>
                  <a:gd name="T13" fmla="*/ 83 h 98"/>
                  <a:gd name="T14" fmla="*/ 11 w 39"/>
                  <a:gd name="T15" fmla="*/ 62 h 98"/>
                  <a:gd name="T16" fmla="*/ 9 w 39"/>
                  <a:gd name="T17" fmla="*/ 43 h 98"/>
                  <a:gd name="T18" fmla="*/ 12 w 39"/>
                  <a:gd name="T19" fmla="*/ 38 h 98"/>
                  <a:gd name="T20" fmla="*/ 18 w 39"/>
                  <a:gd name="T21" fmla="*/ 33 h 98"/>
                  <a:gd name="T22" fmla="*/ 23 w 39"/>
                  <a:gd name="T23" fmla="*/ 12 h 98"/>
                  <a:gd name="T24" fmla="*/ 11 w 39"/>
                  <a:gd name="T25" fmla="*/ 16 h 98"/>
                  <a:gd name="T26" fmla="*/ 2 w 39"/>
                  <a:gd name="T27" fmla="*/ 16 h 98"/>
                  <a:gd name="T28" fmla="*/ 0 w 39"/>
                  <a:gd name="T29" fmla="*/ 12 h 98"/>
                  <a:gd name="T30" fmla="*/ 3 w 39"/>
                  <a:gd name="T31" fmla="*/ 10 h 98"/>
                  <a:gd name="T32" fmla="*/ 16 w 39"/>
                  <a:gd name="T33" fmla="*/ 7 h 98"/>
                  <a:gd name="T34" fmla="*/ 26 w 39"/>
                  <a:gd name="T35" fmla="*/ 2 h 98"/>
                  <a:gd name="T36" fmla="*/ 32 w 39"/>
                  <a:gd name="T37" fmla="*/ 1 h 98"/>
                  <a:gd name="T38" fmla="*/ 35 w 39"/>
                  <a:gd name="T39" fmla="*/ 9 h 98"/>
                  <a:gd name="T40" fmla="*/ 34 w 39"/>
                  <a:gd name="T41" fmla="*/ 11 h 98"/>
                  <a:gd name="T42" fmla="*/ 27 w 39"/>
                  <a:gd name="T43" fmla="*/ 38 h 98"/>
                  <a:gd name="T44" fmla="*/ 28 w 39"/>
                  <a:gd name="T45" fmla="*/ 44 h 98"/>
                  <a:gd name="T46" fmla="*/ 30 w 39"/>
                  <a:gd name="T47" fmla="*/ 44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9" h="98">
                    <a:moveTo>
                      <a:pt x="30" y="44"/>
                    </a:moveTo>
                    <a:cubicBezTo>
                      <a:pt x="32" y="41"/>
                      <a:pt x="34" y="38"/>
                      <a:pt x="36" y="34"/>
                    </a:cubicBezTo>
                    <a:cubicBezTo>
                      <a:pt x="37" y="40"/>
                      <a:pt x="39" y="45"/>
                      <a:pt x="37" y="51"/>
                    </a:cubicBezTo>
                    <a:cubicBezTo>
                      <a:pt x="33" y="61"/>
                      <a:pt x="29" y="72"/>
                      <a:pt x="25" y="82"/>
                    </a:cubicBezTo>
                    <a:cubicBezTo>
                      <a:pt x="23" y="87"/>
                      <a:pt x="23" y="92"/>
                      <a:pt x="21" y="98"/>
                    </a:cubicBezTo>
                    <a:cubicBezTo>
                      <a:pt x="18" y="97"/>
                      <a:pt x="15" y="97"/>
                      <a:pt x="13" y="96"/>
                    </a:cubicBezTo>
                    <a:cubicBezTo>
                      <a:pt x="7" y="94"/>
                      <a:pt x="3" y="89"/>
                      <a:pt x="5" y="83"/>
                    </a:cubicBezTo>
                    <a:cubicBezTo>
                      <a:pt x="7" y="76"/>
                      <a:pt x="9" y="69"/>
                      <a:pt x="11" y="62"/>
                    </a:cubicBezTo>
                    <a:cubicBezTo>
                      <a:pt x="13" y="56"/>
                      <a:pt x="14" y="49"/>
                      <a:pt x="9" y="43"/>
                    </a:cubicBezTo>
                    <a:cubicBezTo>
                      <a:pt x="7" y="39"/>
                      <a:pt x="9" y="38"/>
                      <a:pt x="12" y="38"/>
                    </a:cubicBezTo>
                    <a:cubicBezTo>
                      <a:pt x="17" y="39"/>
                      <a:pt x="17" y="37"/>
                      <a:pt x="18" y="33"/>
                    </a:cubicBezTo>
                    <a:cubicBezTo>
                      <a:pt x="19" y="26"/>
                      <a:pt x="21" y="20"/>
                      <a:pt x="23" y="12"/>
                    </a:cubicBezTo>
                    <a:cubicBezTo>
                      <a:pt x="19" y="13"/>
                      <a:pt x="15" y="15"/>
                      <a:pt x="11" y="16"/>
                    </a:cubicBezTo>
                    <a:cubicBezTo>
                      <a:pt x="8" y="17"/>
                      <a:pt x="5" y="16"/>
                      <a:pt x="2" y="16"/>
                    </a:cubicBezTo>
                    <a:cubicBezTo>
                      <a:pt x="1" y="15"/>
                      <a:pt x="0" y="13"/>
                      <a:pt x="0" y="12"/>
                    </a:cubicBezTo>
                    <a:cubicBezTo>
                      <a:pt x="1" y="11"/>
                      <a:pt x="2" y="10"/>
                      <a:pt x="3" y="10"/>
                    </a:cubicBezTo>
                    <a:cubicBezTo>
                      <a:pt x="7" y="8"/>
                      <a:pt x="12" y="8"/>
                      <a:pt x="16" y="7"/>
                    </a:cubicBezTo>
                    <a:cubicBezTo>
                      <a:pt x="19" y="5"/>
                      <a:pt x="22" y="3"/>
                      <a:pt x="26" y="2"/>
                    </a:cubicBezTo>
                    <a:cubicBezTo>
                      <a:pt x="28" y="1"/>
                      <a:pt x="32" y="0"/>
                      <a:pt x="32" y="1"/>
                    </a:cubicBezTo>
                    <a:cubicBezTo>
                      <a:pt x="34" y="3"/>
                      <a:pt x="35" y="6"/>
                      <a:pt x="35" y="9"/>
                    </a:cubicBezTo>
                    <a:cubicBezTo>
                      <a:pt x="36" y="9"/>
                      <a:pt x="35" y="10"/>
                      <a:pt x="34" y="11"/>
                    </a:cubicBezTo>
                    <a:cubicBezTo>
                      <a:pt x="27" y="19"/>
                      <a:pt x="28" y="29"/>
                      <a:pt x="27" y="38"/>
                    </a:cubicBezTo>
                    <a:cubicBezTo>
                      <a:pt x="27" y="40"/>
                      <a:pt x="28" y="42"/>
                      <a:pt x="28" y="44"/>
                    </a:cubicBezTo>
                    <a:cubicBezTo>
                      <a:pt x="29" y="44"/>
                      <a:pt x="29" y="44"/>
                      <a:pt x="30" y="44"/>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zh-CN" altLang="en-US"/>
              </a:p>
            </p:txBody>
          </p:sp>
        </p:grpSp>
      </p:grpSp>
    </p:spTree>
    <p:extLst>
      <p:ext uri="{BB962C8B-B14F-4D97-AF65-F5344CB8AC3E}">
        <p14:creationId xmlns:p14="http://schemas.microsoft.com/office/powerpoint/2010/main" val="373989052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目录样式1">
    <p:spTree>
      <p:nvGrpSpPr>
        <p:cNvPr id="1" name=""/>
        <p:cNvGrpSpPr/>
        <p:nvPr/>
      </p:nvGrpSpPr>
      <p:grpSpPr>
        <a:xfrm>
          <a:off x="0" y="0"/>
          <a:ext cx="0" cy="0"/>
          <a:chOff x="0" y="0"/>
          <a:chExt cx="0" cy="0"/>
        </a:xfrm>
      </p:grpSpPr>
      <p:pic>
        <p:nvPicPr>
          <p:cNvPr id="5" name="图片 4"/>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567"/>
            <a:ext cx="5022689" cy="6857433"/>
          </a:xfrm>
          <a:prstGeom prst="rect">
            <a:avLst/>
          </a:prstGeom>
        </p:spPr>
      </p:pic>
      <p:sp>
        <p:nvSpPr>
          <p:cNvPr id="3" name="矩形 白1">
            <a:extLst>
              <a:ext uri="{FF2B5EF4-FFF2-40B4-BE49-F238E27FC236}">
                <a16:creationId xmlns:a16="http://schemas.microsoft.com/office/drawing/2014/main" id="{7A935A22-FEEB-4B78-9916-163644E822AB}"/>
              </a:ext>
            </a:extLst>
          </p:cNvPr>
          <p:cNvSpPr/>
          <p:nvPr userDrawn="1"/>
        </p:nvSpPr>
        <p:spPr>
          <a:xfrm rot="5400000">
            <a:off x="-917658" y="918223"/>
            <a:ext cx="6858002" cy="5022690"/>
          </a:xfrm>
          <a:prstGeom prst="rect">
            <a:avLst/>
          </a:prstGeom>
          <a:gradFill flip="none" rotWithShape="1">
            <a:gsLst>
              <a:gs pos="50000">
                <a:schemeClr val="bg1">
                  <a:alpha val="50000"/>
                </a:schemeClr>
              </a:gs>
              <a:gs pos="0">
                <a:schemeClr val="bg1"/>
              </a:gs>
              <a:gs pos="100000">
                <a:srgbClr val="FFFFFF">
                  <a:alpha val="0"/>
                </a:srgb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dirty="0">
              <a:cs typeface="+mn-ea"/>
              <a:sym typeface="+mn-lt"/>
            </a:endParaRPr>
          </a:p>
        </p:txBody>
      </p:sp>
    </p:spTree>
    <p:extLst>
      <p:ext uri="{BB962C8B-B14F-4D97-AF65-F5344CB8AC3E}">
        <p14:creationId xmlns:p14="http://schemas.microsoft.com/office/powerpoint/2010/main" val="3152834209"/>
      </p:ext>
    </p:extLst>
  </p:cSld>
  <p:clrMapOvr>
    <a:masterClrMapping/>
  </p:clrMapOvr>
  <p:transition spd="med">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目录样式2-1">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41C37BF7-CAE8-4F93-8BE5-229FC17201DA}"/>
              </a:ext>
            </a:extLst>
          </p:cNvPr>
          <p:cNvSpPr/>
          <p:nvPr userDrawn="1"/>
        </p:nvSpPr>
        <p:spPr>
          <a:xfrm>
            <a:off x="0" y="2289050"/>
            <a:ext cx="12192001" cy="19685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 name="图片 1"/>
          <p:cNvPicPr>
            <a:picLocks noChangeAspect="1"/>
          </p:cNvPicPr>
          <p:nvPr userDrawn="1"/>
        </p:nvPicPr>
        <p:blipFill rotWithShape="1">
          <a:blip r:embed="rId2" cstate="print">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a:ext>
            </a:extLst>
          </a:blip>
          <a:srcRect t="15558" b="38705"/>
          <a:stretch/>
        </p:blipFill>
        <p:spPr>
          <a:xfrm>
            <a:off x="1" y="0"/>
            <a:ext cx="12192000" cy="2290219"/>
          </a:xfrm>
          <a:prstGeom prst="rect">
            <a:avLst/>
          </a:prstGeom>
        </p:spPr>
      </p:pic>
      <p:sp>
        <p:nvSpPr>
          <p:cNvPr id="10" name="矩形 9">
            <a:extLst>
              <a:ext uri="{FF2B5EF4-FFF2-40B4-BE49-F238E27FC236}">
                <a16:creationId xmlns:a16="http://schemas.microsoft.com/office/drawing/2014/main" id="{41C37BF7-CAE8-4F93-8BE5-229FC17201DA}"/>
              </a:ext>
            </a:extLst>
          </p:cNvPr>
          <p:cNvSpPr/>
          <p:nvPr userDrawn="1"/>
        </p:nvSpPr>
        <p:spPr>
          <a:xfrm>
            <a:off x="-1" y="-7884"/>
            <a:ext cx="12192001" cy="2298103"/>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5018002" y="973061"/>
            <a:ext cx="2143294" cy="599913"/>
          </a:xfrm>
          <a:prstGeom prst="rect">
            <a:avLst/>
          </a:prstGeom>
        </p:spPr>
      </p:pic>
      <p:cxnSp>
        <p:nvCxnSpPr>
          <p:cNvPr id="4" name="直接连接符 3"/>
          <p:cNvCxnSpPr/>
          <p:nvPr userDrawn="1"/>
        </p:nvCxnSpPr>
        <p:spPr>
          <a:xfrm>
            <a:off x="-81481" y="2289050"/>
            <a:ext cx="12339873"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19139984"/>
      </p:ext>
    </p:extLst>
  </p:cSld>
  <p:clrMapOvr>
    <a:masterClrMapping/>
  </p:clrMapOvr>
  <p:transition spd="med">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目录样式2-2">
    <p:spTree>
      <p:nvGrpSpPr>
        <p:cNvPr id="1" name=""/>
        <p:cNvGrpSpPr/>
        <p:nvPr/>
      </p:nvGrpSpPr>
      <p:grpSpPr>
        <a:xfrm>
          <a:off x="0" y="0"/>
          <a:ext cx="0" cy="0"/>
          <a:chOff x="0" y="0"/>
          <a:chExt cx="0" cy="0"/>
        </a:xfrm>
      </p:grpSpPr>
      <p:sp>
        <p:nvSpPr>
          <p:cNvPr id="6" name="PA-矩形 7">
            <a:extLst>
              <a:ext uri="{FF2B5EF4-FFF2-40B4-BE49-F238E27FC236}">
                <a16:creationId xmlns:a16="http://schemas.microsoft.com/office/drawing/2014/main" id="{EEC7E5F7-20FD-444B-9E6C-FF353F66717A}"/>
              </a:ext>
            </a:extLst>
          </p:cNvPr>
          <p:cNvSpPr/>
          <p:nvPr userDrawn="1">
            <p:custDataLst>
              <p:tags r:id="rId1"/>
            </p:custDataLst>
          </p:nvPr>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PA-矩形 7">
            <a:extLst>
              <a:ext uri="{FF2B5EF4-FFF2-40B4-BE49-F238E27FC236}">
                <a16:creationId xmlns:a16="http://schemas.microsoft.com/office/drawing/2014/main" id="{59644A98-44CE-4FDE-8172-3327AAE72C45}"/>
              </a:ext>
            </a:extLst>
          </p:cNvPr>
          <p:cNvSpPr/>
          <p:nvPr userDrawn="1">
            <p:custDataLst>
              <p:tags r:id="rId2"/>
            </p:custDataLst>
          </p:nvPr>
        </p:nvSpPr>
        <p:spPr>
          <a:xfrm>
            <a:off x="0" y="0"/>
            <a:ext cx="12192000" cy="6858000"/>
          </a:xfrm>
          <a:prstGeom prst="rect">
            <a:avLst/>
          </a:prstGeom>
          <a:gradFill flip="none" rotWithShape="1">
            <a:gsLst>
              <a:gs pos="0">
                <a:schemeClr val="accent1">
                  <a:alpha val="0"/>
                </a:schemeClr>
              </a:gs>
              <a:gs pos="52200">
                <a:schemeClr val="accent1"/>
              </a:gs>
              <a:gs pos="100000">
                <a:schemeClr val="accent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4" name="直接连接符 3">
            <a:extLst>
              <a:ext uri="{FF2B5EF4-FFF2-40B4-BE49-F238E27FC236}">
                <a16:creationId xmlns:a16="http://schemas.microsoft.com/office/drawing/2014/main" id="{BC809FD0-A9F1-4139-8386-4A9BEBA1CE80}"/>
              </a:ext>
            </a:extLst>
          </p:cNvPr>
          <p:cNvCxnSpPr/>
          <p:nvPr userDrawn="1"/>
        </p:nvCxnSpPr>
        <p:spPr>
          <a:xfrm>
            <a:off x="5723340" y="1294827"/>
            <a:ext cx="745319"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 name="直接连接符 4">
            <a:extLst>
              <a:ext uri="{FF2B5EF4-FFF2-40B4-BE49-F238E27FC236}">
                <a16:creationId xmlns:a16="http://schemas.microsoft.com/office/drawing/2014/main" id="{8D352C72-A8BD-49E0-9C6C-2C7B147AF3AE}"/>
              </a:ext>
            </a:extLst>
          </p:cNvPr>
          <p:cNvCxnSpPr/>
          <p:nvPr userDrawn="1"/>
        </p:nvCxnSpPr>
        <p:spPr>
          <a:xfrm>
            <a:off x="5723340" y="5613415"/>
            <a:ext cx="745319"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13" name="图片 12"/>
          <p:cNvPicPr>
            <a:picLocks noChangeAspect="1"/>
          </p:cNvPicPr>
          <p:nvPr userDrawn="1"/>
        </p:nvPicPr>
        <p:blipFill rotWithShape="1">
          <a:blip r:embed="rId4" cstate="print">
            <a:extLst>
              <a:ext uri="{28A0092B-C50C-407E-A947-70E740481C1C}">
                <a14:useLocalDpi xmlns:a14="http://schemas.microsoft.com/office/drawing/2010/main"/>
              </a:ext>
            </a:extLst>
          </a:blip>
          <a:srcRect l="49471"/>
          <a:stretch/>
        </p:blipFill>
        <p:spPr>
          <a:xfrm>
            <a:off x="-34506" y="163259"/>
            <a:ext cx="3298317" cy="6531481"/>
          </a:xfrm>
          <a:prstGeom prst="rect">
            <a:avLst/>
          </a:prstGeom>
        </p:spPr>
      </p:pic>
      <p:pic>
        <p:nvPicPr>
          <p:cNvPr id="14" name="图片 13"/>
          <p:cNvPicPr>
            <a:picLocks noChangeAspect="1"/>
          </p:cNvPicPr>
          <p:nvPr userDrawn="1"/>
        </p:nvPicPr>
        <p:blipFill rotWithShape="1">
          <a:blip r:embed="rId4" cstate="print">
            <a:extLst>
              <a:ext uri="{28A0092B-C50C-407E-A947-70E740481C1C}">
                <a14:useLocalDpi xmlns:a14="http://schemas.microsoft.com/office/drawing/2010/main"/>
              </a:ext>
            </a:extLst>
          </a:blip>
          <a:srcRect r="49912"/>
          <a:stretch/>
        </p:blipFill>
        <p:spPr>
          <a:xfrm>
            <a:off x="8928190" y="163258"/>
            <a:ext cx="3269562" cy="6531481"/>
          </a:xfrm>
          <a:prstGeom prst="rect">
            <a:avLst/>
          </a:prstGeom>
        </p:spPr>
      </p:pic>
    </p:spTree>
    <p:extLst>
      <p:ext uri="{BB962C8B-B14F-4D97-AF65-F5344CB8AC3E}">
        <p14:creationId xmlns:p14="http://schemas.microsoft.com/office/powerpoint/2010/main" val="1198369454"/>
      </p:ext>
    </p:extLst>
  </p:cSld>
  <p:clrMapOvr>
    <a:masterClrMapping/>
  </p:clrMapOvr>
  <p:transition spd="med">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目录样式3-1">
    <p:spTree>
      <p:nvGrpSpPr>
        <p:cNvPr id="1" name=""/>
        <p:cNvGrpSpPr/>
        <p:nvPr/>
      </p:nvGrpSpPr>
      <p:grpSpPr>
        <a:xfrm>
          <a:off x="0" y="0"/>
          <a:ext cx="0" cy="0"/>
          <a:chOff x="0" y="0"/>
          <a:chExt cx="0" cy="0"/>
        </a:xfrm>
      </p:grpSpPr>
      <p:sp>
        <p:nvSpPr>
          <p:cNvPr id="8" name="文本框 7">
            <a:extLst>
              <a:ext uri="{FF2B5EF4-FFF2-40B4-BE49-F238E27FC236}">
                <a16:creationId xmlns:a16="http://schemas.microsoft.com/office/drawing/2014/main" id="{0F468BC7-46A2-4AAB-B3F7-1544FCFE8ABB}"/>
              </a:ext>
            </a:extLst>
          </p:cNvPr>
          <p:cNvSpPr txBox="1"/>
          <p:nvPr userDrawn="1"/>
        </p:nvSpPr>
        <p:spPr>
          <a:xfrm rot="16200000">
            <a:off x="-1538864" y="2653429"/>
            <a:ext cx="5229637" cy="1323439"/>
          </a:xfrm>
          <a:prstGeom prst="rect">
            <a:avLst/>
          </a:prstGeom>
          <a:noFill/>
        </p:spPr>
        <p:txBody>
          <a:bodyPr wrap="none" rtlCol="0">
            <a:spAutoFit/>
          </a:bodyPr>
          <a:lstStyle/>
          <a:p>
            <a:r>
              <a:rPr lang="en-US" altLang="zh-CN" sz="8000" b="1" spc="50" dirty="0">
                <a:solidFill>
                  <a:schemeClr val="bg1">
                    <a:lumMod val="85000"/>
                  </a:schemeClr>
                </a:solidFill>
                <a:latin typeface="+mj-lt"/>
              </a:rPr>
              <a:t>Contents</a:t>
            </a:r>
            <a:r>
              <a:rPr lang="en-US" altLang="zh-CN" sz="4400" b="1" spc="50" dirty="0">
                <a:solidFill>
                  <a:schemeClr val="accent4"/>
                </a:solidFill>
                <a:latin typeface="+mj-lt"/>
              </a:rPr>
              <a:t>■</a:t>
            </a:r>
            <a:endParaRPr lang="zh-CN" altLang="en-US" sz="4400" b="1" spc="50" dirty="0">
              <a:solidFill>
                <a:schemeClr val="accent4"/>
              </a:solidFill>
              <a:latin typeface="+mj-lt"/>
            </a:endParaRPr>
          </a:p>
        </p:txBody>
      </p:sp>
      <p:sp>
        <p:nvSpPr>
          <p:cNvPr id="9" name="文本框 8">
            <a:extLst>
              <a:ext uri="{FF2B5EF4-FFF2-40B4-BE49-F238E27FC236}">
                <a16:creationId xmlns:a16="http://schemas.microsoft.com/office/drawing/2014/main" id="{009A0861-AF32-4D83-B541-5799200EE73D}"/>
              </a:ext>
            </a:extLst>
          </p:cNvPr>
          <p:cNvSpPr txBox="1"/>
          <p:nvPr userDrawn="1"/>
        </p:nvSpPr>
        <p:spPr>
          <a:xfrm>
            <a:off x="1116549" y="3752395"/>
            <a:ext cx="738664" cy="2246769"/>
          </a:xfrm>
          <a:prstGeom prst="rect">
            <a:avLst/>
          </a:prstGeom>
          <a:noFill/>
        </p:spPr>
        <p:txBody>
          <a:bodyPr vert="eaVert" wrap="none" rtlCol="0">
            <a:spAutoFit/>
          </a:bodyPr>
          <a:lstStyle/>
          <a:p>
            <a:r>
              <a:rPr lang="zh-CN" altLang="en-US" sz="3600" b="1" spc="600" dirty="0">
                <a:solidFill>
                  <a:schemeClr val="accent1"/>
                </a:solidFill>
              </a:rPr>
              <a:t>结构大纲</a:t>
            </a:r>
          </a:p>
        </p:txBody>
      </p:sp>
      <p:sp>
        <p:nvSpPr>
          <p:cNvPr id="12" name="文本框 11">
            <a:extLst>
              <a:ext uri="{FF2B5EF4-FFF2-40B4-BE49-F238E27FC236}">
                <a16:creationId xmlns:a16="http://schemas.microsoft.com/office/drawing/2014/main" id="{85EC53DF-AF11-4D83-9B0B-ED5DB673B7B9}"/>
              </a:ext>
            </a:extLst>
          </p:cNvPr>
          <p:cNvSpPr txBox="1"/>
          <p:nvPr userDrawn="1"/>
        </p:nvSpPr>
        <p:spPr>
          <a:xfrm>
            <a:off x="9519824" y="6600901"/>
            <a:ext cx="2523448" cy="246221"/>
          </a:xfrm>
          <a:prstGeom prst="rect">
            <a:avLst/>
          </a:prstGeom>
          <a:noFill/>
        </p:spPr>
        <p:txBody>
          <a:bodyPr wrap="none" rtlCol="0">
            <a:spAutoFit/>
          </a:bodyPr>
          <a:lstStyle/>
          <a:p>
            <a:pPr algn="r"/>
            <a:r>
              <a:rPr lang="en-US" altLang="zh-CN" sz="1000" spc="0" dirty="0">
                <a:solidFill>
                  <a:schemeClr val="bg1"/>
                </a:solidFill>
                <a:latin typeface="Arial" panose="020B0604020202020204" pitchFamily="34" charset="0"/>
                <a:ea typeface="微软雅黑" panose="020B0503020204020204" pitchFamily="34" charset="-122"/>
                <a:cs typeface="Arial" panose="020B0604020202020204" pitchFamily="34" charset="0"/>
              </a:rPr>
              <a:t>BEIJING</a:t>
            </a:r>
            <a:r>
              <a:rPr lang="en-US" altLang="zh-CN" sz="1000" spc="0" baseline="0" dirty="0">
                <a:solidFill>
                  <a:schemeClr val="bg1"/>
                </a:solidFill>
                <a:latin typeface="Arial" panose="020B0604020202020204" pitchFamily="34" charset="0"/>
                <a:ea typeface="微软雅黑" panose="020B0503020204020204" pitchFamily="34" charset="-122"/>
                <a:cs typeface="Arial" panose="020B0604020202020204" pitchFamily="34" charset="0"/>
              </a:rPr>
              <a:t> INSTITUTE OF TECHNOLOGY</a:t>
            </a:r>
            <a:endParaRPr lang="zh-CN" altLang="en-US" sz="1000" spc="0" dirty="0">
              <a:solidFill>
                <a:schemeClr val="bg1"/>
              </a:solidFill>
              <a:latin typeface="Arial" panose="020B0604020202020204" pitchFamily="34" charset="0"/>
              <a:ea typeface="微软雅黑" panose="020B0503020204020204" pitchFamily="34" charset="-122"/>
              <a:cs typeface="Arial" panose="020B0604020202020204" pitchFamily="34" charset="0"/>
            </a:endParaRPr>
          </a:p>
        </p:txBody>
      </p:sp>
      <p:pic>
        <p:nvPicPr>
          <p:cNvPr id="57" name="图片 56"/>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0041148" y="78493"/>
            <a:ext cx="2025400" cy="566914"/>
          </a:xfrm>
          <a:prstGeom prst="rect">
            <a:avLst/>
          </a:prstGeom>
        </p:spPr>
      </p:pic>
      <p:sp>
        <p:nvSpPr>
          <p:cNvPr id="82" name="任意多边形: 形状 59">
            <a:extLst>
              <a:ext uri="{FF2B5EF4-FFF2-40B4-BE49-F238E27FC236}">
                <a16:creationId xmlns:a16="http://schemas.microsoft.com/office/drawing/2014/main" id="{AC1D2521-933E-409D-9088-BF7A7FA6A8E9}"/>
              </a:ext>
            </a:extLst>
          </p:cNvPr>
          <p:cNvSpPr/>
          <p:nvPr userDrawn="1"/>
        </p:nvSpPr>
        <p:spPr>
          <a:xfrm flipH="1">
            <a:off x="-1352550" y="-2"/>
            <a:ext cx="13544548" cy="1057277"/>
          </a:xfrm>
          <a:custGeom>
            <a:avLst/>
            <a:gdLst>
              <a:gd name="connsiteX0" fmla="*/ 12192000 w 12192000"/>
              <a:gd name="connsiteY0" fmla="*/ 0 h 723900"/>
              <a:gd name="connsiteX1" fmla="*/ 2755900 w 12192000"/>
              <a:gd name="connsiteY1" fmla="*/ 0 h 723900"/>
              <a:gd name="connsiteX2" fmla="*/ 4 w 12192000"/>
              <a:gd name="connsiteY2" fmla="*/ 0 h 723900"/>
              <a:gd name="connsiteX3" fmla="*/ 0 w 12192000"/>
              <a:gd name="connsiteY3" fmla="*/ 0 h 723900"/>
              <a:gd name="connsiteX4" fmla="*/ 0 w 12192000"/>
              <a:gd name="connsiteY4" fmla="*/ 723900 h 723900"/>
              <a:gd name="connsiteX5" fmla="*/ 1987354 w 12192000"/>
              <a:gd name="connsiteY5" fmla="*/ 723900 h 723900"/>
              <a:gd name="connsiteX6" fmla="*/ 2038350 w 12192000"/>
              <a:gd name="connsiteY6" fmla="*/ 717550 h 723900"/>
              <a:gd name="connsiteX7" fmla="*/ 2753650 w 12192000"/>
              <a:gd name="connsiteY7" fmla="*/ 288000 h 723900"/>
              <a:gd name="connsiteX8" fmla="*/ 12192000 w 12192000"/>
              <a:gd name="connsiteY8" fmla="*/ 288000 h 723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92000" h="723900">
                <a:moveTo>
                  <a:pt x="12192000" y="0"/>
                </a:moveTo>
                <a:lnTo>
                  <a:pt x="2755900" y="0"/>
                </a:lnTo>
                <a:lnTo>
                  <a:pt x="4" y="0"/>
                </a:lnTo>
                <a:lnTo>
                  <a:pt x="0" y="0"/>
                </a:lnTo>
                <a:lnTo>
                  <a:pt x="0" y="723900"/>
                </a:lnTo>
                <a:lnTo>
                  <a:pt x="1987354" y="723900"/>
                </a:lnTo>
                <a:lnTo>
                  <a:pt x="2038350" y="717550"/>
                </a:lnTo>
                <a:cubicBezTo>
                  <a:pt x="2497291" y="642783"/>
                  <a:pt x="2432975" y="321492"/>
                  <a:pt x="2753650" y="288000"/>
                </a:cubicBezTo>
                <a:cubicBezTo>
                  <a:pt x="3074325" y="254508"/>
                  <a:pt x="9045883" y="288000"/>
                  <a:pt x="12192000" y="288000"/>
                </a:cubicBezTo>
                <a:close/>
              </a:path>
            </a:pathLst>
          </a:custGeom>
          <a:gradFill>
            <a:gsLst>
              <a:gs pos="0">
                <a:schemeClr val="accent1"/>
              </a:gs>
              <a:gs pos="100000">
                <a:schemeClr val="accent1">
                  <a:lumMod val="7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pic>
        <p:nvPicPr>
          <p:cNvPr id="83" name="图片 8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9793498" y="249943"/>
            <a:ext cx="2025400" cy="566914"/>
          </a:xfrm>
          <a:prstGeom prst="rect">
            <a:avLst/>
          </a:prstGeom>
        </p:spPr>
      </p:pic>
      <p:sp>
        <p:nvSpPr>
          <p:cNvPr id="84" name="矩形 83">
            <a:extLst>
              <a:ext uri="{FF2B5EF4-FFF2-40B4-BE49-F238E27FC236}">
                <a16:creationId xmlns:a16="http://schemas.microsoft.com/office/drawing/2014/main" id="{180A68EB-E97F-4BBF-9D90-3F845C9BE11A}"/>
              </a:ext>
            </a:extLst>
          </p:cNvPr>
          <p:cNvSpPr/>
          <p:nvPr userDrawn="1"/>
        </p:nvSpPr>
        <p:spPr>
          <a:xfrm>
            <a:off x="0" y="6188075"/>
            <a:ext cx="12192000" cy="669925"/>
          </a:xfrm>
          <a:prstGeom prst="rect">
            <a:avLst/>
          </a:prstGeom>
          <a:gradFill>
            <a:gsLst>
              <a:gs pos="0">
                <a:schemeClr val="accent4"/>
              </a:gs>
              <a:gs pos="100000">
                <a:schemeClr val="accent4"/>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85" name="组合 84"/>
          <p:cNvGrpSpPr/>
          <p:nvPr userDrawn="1"/>
        </p:nvGrpSpPr>
        <p:grpSpPr>
          <a:xfrm>
            <a:off x="598941" y="6399999"/>
            <a:ext cx="2542613" cy="276499"/>
            <a:chOff x="598941" y="6399999"/>
            <a:chExt cx="2542613" cy="276499"/>
          </a:xfrm>
          <a:solidFill>
            <a:schemeClr val="bg1"/>
          </a:solidFill>
        </p:grpSpPr>
        <p:grpSp>
          <p:nvGrpSpPr>
            <p:cNvPr id="86" name="组合 85">
              <a:extLst>
                <a:ext uri="{FF2B5EF4-FFF2-40B4-BE49-F238E27FC236}">
                  <a16:creationId xmlns:a16="http://schemas.microsoft.com/office/drawing/2014/main" id="{2B6AF4F4-F405-428E-ACB6-6C287CCD9962}"/>
                </a:ext>
              </a:extLst>
            </p:cNvPr>
            <p:cNvGrpSpPr/>
            <p:nvPr/>
          </p:nvGrpSpPr>
          <p:grpSpPr>
            <a:xfrm>
              <a:off x="2055693" y="6402621"/>
              <a:ext cx="1085861" cy="270805"/>
              <a:chOff x="10340336" y="2247899"/>
              <a:chExt cx="2724438" cy="679451"/>
            </a:xfrm>
            <a:grpFill/>
          </p:grpSpPr>
          <p:sp>
            <p:nvSpPr>
              <p:cNvPr id="100" name="Freeform 5">
                <a:extLst>
                  <a:ext uri="{FF2B5EF4-FFF2-40B4-BE49-F238E27FC236}">
                    <a16:creationId xmlns:a16="http://schemas.microsoft.com/office/drawing/2014/main" id="{7EF8326A-A460-4F1F-A35E-22F6C0E02782}"/>
                  </a:ext>
                </a:extLst>
              </p:cNvPr>
              <p:cNvSpPr>
                <a:spLocks/>
              </p:cNvSpPr>
              <p:nvPr/>
            </p:nvSpPr>
            <p:spPr bwMode="auto">
              <a:xfrm>
                <a:off x="11868131" y="2285206"/>
                <a:ext cx="534988" cy="603250"/>
              </a:xfrm>
              <a:custGeom>
                <a:avLst/>
                <a:gdLst>
                  <a:gd name="T0" fmla="*/ 41 w 125"/>
                  <a:gd name="T1" fmla="*/ 16 h 142"/>
                  <a:gd name="T2" fmla="*/ 49 w 125"/>
                  <a:gd name="T3" fmla="*/ 3 h 142"/>
                  <a:gd name="T4" fmla="*/ 62 w 125"/>
                  <a:gd name="T5" fmla="*/ 20 h 142"/>
                  <a:gd name="T6" fmla="*/ 64 w 125"/>
                  <a:gd name="T7" fmla="*/ 33 h 142"/>
                  <a:gd name="T8" fmla="*/ 50 w 125"/>
                  <a:gd name="T9" fmla="*/ 34 h 142"/>
                  <a:gd name="T10" fmla="*/ 58 w 125"/>
                  <a:gd name="T11" fmla="*/ 58 h 142"/>
                  <a:gd name="T12" fmla="*/ 75 w 125"/>
                  <a:gd name="T13" fmla="*/ 59 h 142"/>
                  <a:gd name="T14" fmla="*/ 71 w 125"/>
                  <a:gd name="T15" fmla="*/ 50 h 142"/>
                  <a:gd name="T16" fmla="*/ 81 w 125"/>
                  <a:gd name="T17" fmla="*/ 47 h 142"/>
                  <a:gd name="T18" fmla="*/ 65 w 125"/>
                  <a:gd name="T19" fmla="*/ 42 h 142"/>
                  <a:gd name="T20" fmla="*/ 63 w 125"/>
                  <a:gd name="T21" fmla="*/ 37 h 142"/>
                  <a:gd name="T22" fmla="*/ 85 w 125"/>
                  <a:gd name="T23" fmla="*/ 27 h 142"/>
                  <a:gd name="T24" fmla="*/ 93 w 125"/>
                  <a:gd name="T25" fmla="*/ 2 h 142"/>
                  <a:gd name="T26" fmla="*/ 99 w 125"/>
                  <a:gd name="T27" fmla="*/ 5 h 142"/>
                  <a:gd name="T28" fmla="*/ 111 w 125"/>
                  <a:gd name="T29" fmla="*/ 30 h 142"/>
                  <a:gd name="T30" fmla="*/ 102 w 125"/>
                  <a:gd name="T31" fmla="*/ 34 h 142"/>
                  <a:gd name="T32" fmla="*/ 95 w 125"/>
                  <a:gd name="T33" fmla="*/ 59 h 142"/>
                  <a:gd name="T34" fmla="*/ 123 w 125"/>
                  <a:gd name="T35" fmla="*/ 61 h 142"/>
                  <a:gd name="T36" fmla="*/ 110 w 125"/>
                  <a:gd name="T37" fmla="*/ 71 h 142"/>
                  <a:gd name="T38" fmla="*/ 104 w 125"/>
                  <a:gd name="T39" fmla="*/ 82 h 142"/>
                  <a:gd name="T40" fmla="*/ 112 w 125"/>
                  <a:gd name="T41" fmla="*/ 134 h 142"/>
                  <a:gd name="T42" fmla="*/ 102 w 125"/>
                  <a:gd name="T43" fmla="*/ 140 h 142"/>
                  <a:gd name="T44" fmla="*/ 89 w 125"/>
                  <a:gd name="T45" fmla="*/ 123 h 142"/>
                  <a:gd name="T46" fmla="*/ 101 w 125"/>
                  <a:gd name="T47" fmla="*/ 128 h 142"/>
                  <a:gd name="T48" fmla="*/ 101 w 125"/>
                  <a:gd name="T49" fmla="*/ 92 h 142"/>
                  <a:gd name="T50" fmla="*/ 97 w 125"/>
                  <a:gd name="T51" fmla="*/ 99 h 142"/>
                  <a:gd name="T52" fmla="*/ 90 w 125"/>
                  <a:gd name="T53" fmla="*/ 103 h 142"/>
                  <a:gd name="T54" fmla="*/ 86 w 125"/>
                  <a:gd name="T55" fmla="*/ 110 h 142"/>
                  <a:gd name="T56" fmla="*/ 81 w 125"/>
                  <a:gd name="T57" fmla="*/ 120 h 142"/>
                  <a:gd name="T58" fmla="*/ 88 w 125"/>
                  <a:gd name="T59" fmla="*/ 71 h 142"/>
                  <a:gd name="T60" fmla="*/ 60 w 125"/>
                  <a:gd name="T61" fmla="*/ 87 h 142"/>
                  <a:gd name="T62" fmla="*/ 53 w 125"/>
                  <a:gd name="T63" fmla="*/ 89 h 142"/>
                  <a:gd name="T64" fmla="*/ 51 w 125"/>
                  <a:gd name="T65" fmla="*/ 128 h 142"/>
                  <a:gd name="T66" fmla="*/ 43 w 125"/>
                  <a:gd name="T67" fmla="*/ 134 h 142"/>
                  <a:gd name="T68" fmla="*/ 39 w 125"/>
                  <a:gd name="T69" fmla="*/ 107 h 142"/>
                  <a:gd name="T70" fmla="*/ 33 w 125"/>
                  <a:gd name="T71" fmla="*/ 114 h 142"/>
                  <a:gd name="T72" fmla="*/ 17 w 125"/>
                  <a:gd name="T73" fmla="*/ 108 h 142"/>
                  <a:gd name="T74" fmla="*/ 5 w 125"/>
                  <a:gd name="T75" fmla="*/ 81 h 142"/>
                  <a:gd name="T76" fmla="*/ 34 w 125"/>
                  <a:gd name="T77" fmla="*/ 56 h 142"/>
                  <a:gd name="T78" fmla="*/ 38 w 125"/>
                  <a:gd name="T79" fmla="*/ 33 h 142"/>
                  <a:gd name="T80" fmla="*/ 22 w 125"/>
                  <a:gd name="T81" fmla="*/ 55 h 142"/>
                  <a:gd name="T82" fmla="*/ 14 w 125"/>
                  <a:gd name="T83" fmla="*/ 55 h 142"/>
                  <a:gd name="T84" fmla="*/ 11 w 125"/>
                  <a:gd name="T85" fmla="*/ 36 h 142"/>
                  <a:gd name="T86" fmla="*/ 32 w 125"/>
                  <a:gd name="T87" fmla="*/ 22 h 142"/>
                  <a:gd name="T88" fmla="*/ 28 w 125"/>
                  <a:gd name="T89" fmla="*/ 33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5" h="142">
                    <a:moveTo>
                      <a:pt x="28" y="33"/>
                    </a:moveTo>
                    <a:cubicBezTo>
                      <a:pt x="35" y="29"/>
                      <a:pt x="41" y="25"/>
                      <a:pt x="41" y="16"/>
                    </a:cubicBezTo>
                    <a:cubicBezTo>
                      <a:pt x="41" y="13"/>
                      <a:pt x="43" y="9"/>
                      <a:pt x="44" y="6"/>
                    </a:cubicBezTo>
                    <a:cubicBezTo>
                      <a:pt x="45" y="5"/>
                      <a:pt x="48" y="3"/>
                      <a:pt x="49" y="3"/>
                    </a:cubicBezTo>
                    <a:cubicBezTo>
                      <a:pt x="54" y="4"/>
                      <a:pt x="59" y="9"/>
                      <a:pt x="59" y="15"/>
                    </a:cubicBezTo>
                    <a:cubicBezTo>
                      <a:pt x="59" y="18"/>
                      <a:pt x="60" y="19"/>
                      <a:pt x="62" y="20"/>
                    </a:cubicBezTo>
                    <a:cubicBezTo>
                      <a:pt x="65" y="22"/>
                      <a:pt x="68" y="25"/>
                      <a:pt x="69" y="28"/>
                    </a:cubicBezTo>
                    <a:cubicBezTo>
                      <a:pt x="71" y="32"/>
                      <a:pt x="68" y="34"/>
                      <a:pt x="64" y="33"/>
                    </a:cubicBezTo>
                    <a:cubicBezTo>
                      <a:pt x="62" y="32"/>
                      <a:pt x="60" y="31"/>
                      <a:pt x="57" y="30"/>
                    </a:cubicBezTo>
                    <a:cubicBezTo>
                      <a:pt x="53" y="28"/>
                      <a:pt x="51" y="29"/>
                      <a:pt x="50" y="34"/>
                    </a:cubicBezTo>
                    <a:cubicBezTo>
                      <a:pt x="48" y="45"/>
                      <a:pt x="46" y="56"/>
                      <a:pt x="52" y="66"/>
                    </a:cubicBezTo>
                    <a:cubicBezTo>
                      <a:pt x="54" y="64"/>
                      <a:pt x="56" y="62"/>
                      <a:pt x="58" y="58"/>
                    </a:cubicBezTo>
                    <a:cubicBezTo>
                      <a:pt x="61" y="62"/>
                      <a:pt x="63" y="65"/>
                      <a:pt x="65" y="69"/>
                    </a:cubicBezTo>
                    <a:cubicBezTo>
                      <a:pt x="68" y="66"/>
                      <a:pt x="72" y="62"/>
                      <a:pt x="75" y="59"/>
                    </a:cubicBezTo>
                    <a:cubicBezTo>
                      <a:pt x="76" y="58"/>
                      <a:pt x="75" y="56"/>
                      <a:pt x="75" y="55"/>
                    </a:cubicBezTo>
                    <a:cubicBezTo>
                      <a:pt x="74" y="53"/>
                      <a:pt x="71" y="51"/>
                      <a:pt x="71" y="50"/>
                    </a:cubicBezTo>
                    <a:cubicBezTo>
                      <a:pt x="72" y="47"/>
                      <a:pt x="75" y="46"/>
                      <a:pt x="78" y="47"/>
                    </a:cubicBezTo>
                    <a:cubicBezTo>
                      <a:pt x="79" y="47"/>
                      <a:pt x="80" y="47"/>
                      <a:pt x="81" y="47"/>
                    </a:cubicBezTo>
                    <a:cubicBezTo>
                      <a:pt x="81" y="44"/>
                      <a:pt x="82" y="40"/>
                      <a:pt x="83" y="35"/>
                    </a:cubicBezTo>
                    <a:cubicBezTo>
                      <a:pt x="76" y="38"/>
                      <a:pt x="71" y="40"/>
                      <a:pt x="65" y="42"/>
                    </a:cubicBezTo>
                    <a:cubicBezTo>
                      <a:pt x="61" y="44"/>
                      <a:pt x="60" y="44"/>
                      <a:pt x="57" y="40"/>
                    </a:cubicBezTo>
                    <a:cubicBezTo>
                      <a:pt x="59" y="39"/>
                      <a:pt x="61" y="38"/>
                      <a:pt x="63" y="37"/>
                    </a:cubicBezTo>
                    <a:cubicBezTo>
                      <a:pt x="69" y="35"/>
                      <a:pt x="75" y="33"/>
                      <a:pt x="81" y="30"/>
                    </a:cubicBezTo>
                    <a:cubicBezTo>
                      <a:pt x="83" y="30"/>
                      <a:pt x="84" y="28"/>
                      <a:pt x="85" y="27"/>
                    </a:cubicBezTo>
                    <a:cubicBezTo>
                      <a:pt x="87" y="21"/>
                      <a:pt x="88" y="14"/>
                      <a:pt x="90" y="8"/>
                    </a:cubicBezTo>
                    <a:cubicBezTo>
                      <a:pt x="90" y="6"/>
                      <a:pt x="92" y="3"/>
                      <a:pt x="93" y="2"/>
                    </a:cubicBezTo>
                    <a:cubicBezTo>
                      <a:pt x="94" y="0"/>
                      <a:pt x="96" y="0"/>
                      <a:pt x="98" y="0"/>
                    </a:cubicBezTo>
                    <a:cubicBezTo>
                      <a:pt x="98" y="1"/>
                      <a:pt x="99" y="4"/>
                      <a:pt x="99" y="5"/>
                    </a:cubicBezTo>
                    <a:cubicBezTo>
                      <a:pt x="93" y="12"/>
                      <a:pt x="94" y="20"/>
                      <a:pt x="92" y="28"/>
                    </a:cubicBezTo>
                    <a:cubicBezTo>
                      <a:pt x="98" y="31"/>
                      <a:pt x="105" y="25"/>
                      <a:pt x="111" y="30"/>
                    </a:cubicBezTo>
                    <a:cubicBezTo>
                      <a:pt x="109" y="33"/>
                      <a:pt x="107" y="36"/>
                      <a:pt x="103" y="35"/>
                    </a:cubicBezTo>
                    <a:cubicBezTo>
                      <a:pt x="103" y="34"/>
                      <a:pt x="102" y="34"/>
                      <a:pt x="102" y="34"/>
                    </a:cubicBezTo>
                    <a:cubicBezTo>
                      <a:pt x="92" y="34"/>
                      <a:pt x="88" y="39"/>
                      <a:pt x="90" y="49"/>
                    </a:cubicBezTo>
                    <a:cubicBezTo>
                      <a:pt x="91" y="52"/>
                      <a:pt x="93" y="55"/>
                      <a:pt x="95" y="59"/>
                    </a:cubicBezTo>
                    <a:cubicBezTo>
                      <a:pt x="99" y="59"/>
                      <a:pt x="104" y="58"/>
                      <a:pt x="109" y="57"/>
                    </a:cubicBezTo>
                    <a:cubicBezTo>
                      <a:pt x="114" y="56"/>
                      <a:pt x="119" y="58"/>
                      <a:pt x="123" y="61"/>
                    </a:cubicBezTo>
                    <a:cubicBezTo>
                      <a:pt x="125" y="63"/>
                      <a:pt x="125" y="66"/>
                      <a:pt x="122" y="67"/>
                    </a:cubicBezTo>
                    <a:cubicBezTo>
                      <a:pt x="118" y="69"/>
                      <a:pt x="114" y="71"/>
                      <a:pt x="110" y="71"/>
                    </a:cubicBezTo>
                    <a:cubicBezTo>
                      <a:pt x="103" y="70"/>
                      <a:pt x="99" y="75"/>
                      <a:pt x="95" y="79"/>
                    </a:cubicBezTo>
                    <a:cubicBezTo>
                      <a:pt x="98" y="80"/>
                      <a:pt x="102" y="80"/>
                      <a:pt x="104" y="82"/>
                    </a:cubicBezTo>
                    <a:cubicBezTo>
                      <a:pt x="106" y="83"/>
                      <a:pt x="108" y="86"/>
                      <a:pt x="109" y="88"/>
                    </a:cubicBezTo>
                    <a:cubicBezTo>
                      <a:pt x="110" y="104"/>
                      <a:pt x="111" y="119"/>
                      <a:pt x="112" y="134"/>
                    </a:cubicBezTo>
                    <a:cubicBezTo>
                      <a:pt x="112" y="137"/>
                      <a:pt x="110" y="140"/>
                      <a:pt x="110" y="142"/>
                    </a:cubicBezTo>
                    <a:cubicBezTo>
                      <a:pt x="107" y="141"/>
                      <a:pt x="104" y="141"/>
                      <a:pt x="102" y="140"/>
                    </a:cubicBezTo>
                    <a:cubicBezTo>
                      <a:pt x="97" y="136"/>
                      <a:pt x="93" y="131"/>
                      <a:pt x="90" y="127"/>
                    </a:cubicBezTo>
                    <a:cubicBezTo>
                      <a:pt x="89" y="126"/>
                      <a:pt x="89" y="124"/>
                      <a:pt x="89" y="123"/>
                    </a:cubicBezTo>
                    <a:cubicBezTo>
                      <a:pt x="92" y="125"/>
                      <a:pt x="96" y="127"/>
                      <a:pt x="100" y="130"/>
                    </a:cubicBezTo>
                    <a:cubicBezTo>
                      <a:pt x="100" y="129"/>
                      <a:pt x="101" y="129"/>
                      <a:pt x="101" y="128"/>
                    </a:cubicBezTo>
                    <a:cubicBezTo>
                      <a:pt x="101" y="121"/>
                      <a:pt x="101" y="113"/>
                      <a:pt x="101" y="105"/>
                    </a:cubicBezTo>
                    <a:cubicBezTo>
                      <a:pt x="101" y="101"/>
                      <a:pt x="101" y="96"/>
                      <a:pt x="101" y="92"/>
                    </a:cubicBezTo>
                    <a:cubicBezTo>
                      <a:pt x="99" y="85"/>
                      <a:pt x="96" y="84"/>
                      <a:pt x="90" y="90"/>
                    </a:cubicBezTo>
                    <a:cubicBezTo>
                      <a:pt x="92" y="93"/>
                      <a:pt x="97" y="93"/>
                      <a:pt x="97" y="99"/>
                    </a:cubicBezTo>
                    <a:cubicBezTo>
                      <a:pt x="94" y="98"/>
                      <a:pt x="91" y="97"/>
                      <a:pt x="88" y="96"/>
                    </a:cubicBezTo>
                    <a:cubicBezTo>
                      <a:pt x="84" y="100"/>
                      <a:pt x="84" y="101"/>
                      <a:pt x="90" y="103"/>
                    </a:cubicBezTo>
                    <a:cubicBezTo>
                      <a:pt x="95" y="106"/>
                      <a:pt x="98" y="111"/>
                      <a:pt x="96" y="112"/>
                    </a:cubicBezTo>
                    <a:cubicBezTo>
                      <a:pt x="92" y="115"/>
                      <a:pt x="89" y="112"/>
                      <a:pt x="86" y="110"/>
                    </a:cubicBezTo>
                    <a:cubicBezTo>
                      <a:pt x="85" y="110"/>
                      <a:pt x="84" y="109"/>
                      <a:pt x="83" y="108"/>
                    </a:cubicBezTo>
                    <a:cubicBezTo>
                      <a:pt x="82" y="112"/>
                      <a:pt x="82" y="116"/>
                      <a:pt x="81" y="120"/>
                    </a:cubicBezTo>
                    <a:cubicBezTo>
                      <a:pt x="74" y="118"/>
                      <a:pt x="72" y="114"/>
                      <a:pt x="73" y="108"/>
                    </a:cubicBezTo>
                    <a:cubicBezTo>
                      <a:pt x="76" y="95"/>
                      <a:pt x="81" y="83"/>
                      <a:pt x="88" y="71"/>
                    </a:cubicBezTo>
                    <a:cubicBezTo>
                      <a:pt x="84" y="74"/>
                      <a:pt x="80" y="76"/>
                      <a:pt x="76" y="78"/>
                    </a:cubicBezTo>
                    <a:cubicBezTo>
                      <a:pt x="71" y="81"/>
                      <a:pt x="65" y="84"/>
                      <a:pt x="60" y="87"/>
                    </a:cubicBezTo>
                    <a:cubicBezTo>
                      <a:pt x="60" y="87"/>
                      <a:pt x="60" y="87"/>
                      <a:pt x="59" y="87"/>
                    </a:cubicBezTo>
                    <a:cubicBezTo>
                      <a:pt x="57" y="88"/>
                      <a:pt x="54" y="88"/>
                      <a:pt x="53" y="89"/>
                    </a:cubicBezTo>
                    <a:cubicBezTo>
                      <a:pt x="51" y="93"/>
                      <a:pt x="49" y="97"/>
                      <a:pt x="49" y="101"/>
                    </a:cubicBezTo>
                    <a:cubicBezTo>
                      <a:pt x="49" y="110"/>
                      <a:pt x="50" y="119"/>
                      <a:pt x="51" y="128"/>
                    </a:cubicBezTo>
                    <a:cubicBezTo>
                      <a:pt x="51" y="131"/>
                      <a:pt x="51" y="134"/>
                      <a:pt x="51" y="137"/>
                    </a:cubicBezTo>
                    <a:cubicBezTo>
                      <a:pt x="48" y="136"/>
                      <a:pt x="45" y="136"/>
                      <a:pt x="43" y="134"/>
                    </a:cubicBezTo>
                    <a:cubicBezTo>
                      <a:pt x="40" y="132"/>
                      <a:pt x="37" y="130"/>
                      <a:pt x="38" y="125"/>
                    </a:cubicBezTo>
                    <a:cubicBezTo>
                      <a:pt x="40" y="119"/>
                      <a:pt x="39" y="113"/>
                      <a:pt x="39" y="107"/>
                    </a:cubicBezTo>
                    <a:cubicBezTo>
                      <a:pt x="38" y="107"/>
                      <a:pt x="38" y="107"/>
                      <a:pt x="37" y="106"/>
                    </a:cubicBezTo>
                    <a:cubicBezTo>
                      <a:pt x="36" y="109"/>
                      <a:pt x="34" y="111"/>
                      <a:pt x="33" y="114"/>
                    </a:cubicBezTo>
                    <a:cubicBezTo>
                      <a:pt x="30" y="120"/>
                      <a:pt x="25" y="122"/>
                      <a:pt x="21" y="120"/>
                    </a:cubicBezTo>
                    <a:cubicBezTo>
                      <a:pt x="16" y="118"/>
                      <a:pt x="15" y="113"/>
                      <a:pt x="17" y="108"/>
                    </a:cubicBezTo>
                    <a:cubicBezTo>
                      <a:pt x="20" y="99"/>
                      <a:pt x="23" y="91"/>
                      <a:pt x="26" y="81"/>
                    </a:cubicBezTo>
                    <a:cubicBezTo>
                      <a:pt x="19" y="90"/>
                      <a:pt x="12" y="85"/>
                      <a:pt x="5" y="81"/>
                    </a:cubicBezTo>
                    <a:cubicBezTo>
                      <a:pt x="0" y="79"/>
                      <a:pt x="0" y="76"/>
                      <a:pt x="5" y="73"/>
                    </a:cubicBezTo>
                    <a:cubicBezTo>
                      <a:pt x="15" y="68"/>
                      <a:pt x="25" y="62"/>
                      <a:pt x="34" y="56"/>
                    </a:cubicBezTo>
                    <a:cubicBezTo>
                      <a:pt x="35" y="55"/>
                      <a:pt x="37" y="54"/>
                      <a:pt x="37" y="52"/>
                    </a:cubicBezTo>
                    <a:cubicBezTo>
                      <a:pt x="38" y="46"/>
                      <a:pt x="38" y="39"/>
                      <a:pt x="38" y="33"/>
                    </a:cubicBezTo>
                    <a:cubicBezTo>
                      <a:pt x="38" y="32"/>
                      <a:pt x="38" y="32"/>
                      <a:pt x="37" y="32"/>
                    </a:cubicBezTo>
                    <a:cubicBezTo>
                      <a:pt x="32" y="40"/>
                      <a:pt x="27" y="48"/>
                      <a:pt x="22" y="55"/>
                    </a:cubicBezTo>
                    <a:cubicBezTo>
                      <a:pt x="22" y="56"/>
                      <a:pt x="22" y="56"/>
                      <a:pt x="23" y="57"/>
                    </a:cubicBezTo>
                    <a:cubicBezTo>
                      <a:pt x="20" y="56"/>
                      <a:pt x="17" y="56"/>
                      <a:pt x="14" y="55"/>
                    </a:cubicBezTo>
                    <a:cubicBezTo>
                      <a:pt x="9" y="53"/>
                      <a:pt x="7" y="49"/>
                      <a:pt x="9" y="44"/>
                    </a:cubicBezTo>
                    <a:cubicBezTo>
                      <a:pt x="10" y="42"/>
                      <a:pt x="10" y="39"/>
                      <a:pt x="11" y="36"/>
                    </a:cubicBezTo>
                    <a:cubicBezTo>
                      <a:pt x="13" y="28"/>
                      <a:pt x="18" y="23"/>
                      <a:pt x="26" y="20"/>
                    </a:cubicBezTo>
                    <a:cubicBezTo>
                      <a:pt x="27" y="19"/>
                      <a:pt x="30" y="20"/>
                      <a:pt x="32" y="22"/>
                    </a:cubicBezTo>
                    <a:cubicBezTo>
                      <a:pt x="34" y="23"/>
                      <a:pt x="32" y="25"/>
                      <a:pt x="31" y="27"/>
                    </a:cubicBezTo>
                    <a:cubicBezTo>
                      <a:pt x="29" y="28"/>
                      <a:pt x="29" y="31"/>
                      <a:pt x="28" y="33"/>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01" name="Freeform 6">
                <a:extLst>
                  <a:ext uri="{FF2B5EF4-FFF2-40B4-BE49-F238E27FC236}">
                    <a16:creationId xmlns:a16="http://schemas.microsoft.com/office/drawing/2014/main" id="{CC1FA68D-3307-481A-8E89-D3CB2E8693F4}"/>
                  </a:ext>
                </a:extLst>
              </p:cNvPr>
              <p:cNvSpPr>
                <a:spLocks/>
              </p:cNvSpPr>
              <p:nvPr/>
            </p:nvSpPr>
            <p:spPr bwMode="auto">
              <a:xfrm>
                <a:off x="12756799" y="2388393"/>
                <a:ext cx="307975" cy="463550"/>
              </a:xfrm>
              <a:custGeom>
                <a:avLst/>
                <a:gdLst>
                  <a:gd name="T0" fmla="*/ 33 w 72"/>
                  <a:gd name="T1" fmla="*/ 76 h 109"/>
                  <a:gd name="T2" fmla="*/ 44 w 72"/>
                  <a:gd name="T3" fmla="*/ 73 h 109"/>
                  <a:gd name="T4" fmla="*/ 59 w 72"/>
                  <a:gd name="T5" fmla="*/ 71 h 109"/>
                  <a:gd name="T6" fmla="*/ 69 w 72"/>
                  <a:gd name="T7" fmla="*/ 92 h 109"/>
                  <a:gd name="T8" fmla="*/ 66 w 72"/>
                  <a:gd name="T9" fmla="*/ 94 h 109"/>
                  <a:gd name="T10" fmla="*/ 49 w 72"/>
                  <a:gd name="T11" fmla="*/ 96 h 109"/>
                  <a:gd name="T12" fmla="*/ 28 w 72"/>
                  <a:gd name="T13" fmla="*/ 106 h 109"/>
                  <a:gd name="T14" fmla="*/ 16 w 72"/>
                  <a:gd name="T15" fmla="*/ 106 h 109"/>
                  <a:gd name="T16" fmla="*/ 1 w 72"/>
                  <a:gd name="T17" fmla="*/ 80 h 109"/>
                  <a:gd name="T18" fmla="*/ 2 w 72"/>
                  <a:gd name="T19" fmla="*/ 74 h 109"/>
                  <a:gd name="T20" fmla="*/ 23 w 72"/>
                  <a:gd name="T21" fmla="*/ 31 h 109"/>
                  <a:gd name="T22" fmla="*/ 22 w 72"/>
                  <a:gd name="T23" fmla="*/ 26 h 109"/>
                  <a:gd name="T24" fmla="*/ 12 w 72"/>
                  <a:gd name="T25" fmla="*/ 16 h 109"/>
                  <a:gd name="T26" fmla="*/ 15 w 72"/>
                  <a:gd name="T27" fmla="*/ 10 h 109"/>
                  <a:gd name="T28" fmla="*/ 32 w 72"/>
                  <a:gd name="T29" fmla="*/ 5 h 109"/>
                  <a:gd name="T30" fmla="*/ 60 w 72"/>
                  <a:gd name="T31" fmla="*/ 18 h 109"/>
                  <a:gd name="T32" fmla="*/ 59 w 72"/>
                  <a:gd name="T33" fmla="*/ 26 h 109"/>
                  <a:gd name="T34" fmla="*/ 52 w 72"/>
                  <a:gd name="T35" fmla="*/ 36 h 109"/>
                  <a:gd name="T36" fmla="*/ 34 w 72"/>
                  <a:gd name="T37" fmla="*/ 72 h 109"/>
                  <a:gd name="T38" fmla="*/ 33 w 72"/>
                  <a:gd name="T39" fmla="*/ 76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2" h="109">
                    <a:moveTo>
                      <a:pt x="33" y="76"/>
                    </a:moveTo>
                    <a:cubicBezTo>
                      <a:pt x="37" y="74"/>
                      <a:pt x="40" y="73"/>
                      <a:pt x="44" y="73"/>
                    </a:cubicBezTo>
                    <a:cubicBezTo>
                      <a:pt x="49" y="72"/>
                      <a:pt x="54" y="71"/>
                      <a:pt x="59" y="71"/>
                    </a:cubicBezTo>
                    <a:cubicBezTo>
                      <a:pt x="66" y="72"/>
                      <a:pt x="72" y="85"/>
                      <a:pt x="69" y="92"/>
                    </a:cubicBezTo>
                    <a:cubicBezTo>
                      <a:pt x="68" y="93"/>
                      <a:pt x="67" y="94"/>
                      <a:pt x="66" y="94"/>
                    </a:cubicBezTo>
                    <a:cubicBezTo>
                      <a:pt x="60" y="95"/>
                      <a:pt x="54" y="94"/>
                      <a:pt x="49" y="96"/>
                    </a:cubicBezTo>
                    <a:cubicBezTo>
                      <a:pt x="42" y="99"/>
                      <a:pt x="35" y="102"/>
                      <a:pt x="28" y="106"/>
                    </a:cubicBezTo>
                    <a:cubicBezTo>
                      <a:pt x="24" y="108"/>
                      <a:pt x="21" y="109"/>
                      <a:pt x="16" y="106"/>
                    </a:cubicBezTo>
                    <a:cubicBezTo>
                      <a:pt x="7" y="100"/>
                      <a:pt x="3" y="90"/>
                      <a:pt x="1" y="80"/>
                    </a:cubicBezTo>
                    <a:cubicBezTo>
                      <a:pt x="0" y="78"/>
                      <a:pt x="1" y="76"/>
                      <a:pt x="2" y="74"/>
                    </a:cubicBezTo>
                    <a:cubicBezTo>
                      <a:pt x="9" y="60"/>
                      <a:pt x="16" y="45"/>
                      <a:pt x="23" y="31"/>
                    </a:cubicBezTo>
                    <a:cubicBezTo>
                      <a:pt x="23" y="30"/>
                      <a:pt x="23" y="28"/>
                      <a:pt x="22" y="26"/>
                    </a:cubicBezTo>
                    <a:cubicBezTo>
                      <a:pt x="19" y="23"/>
                      <a:pt x="15" y="20"/>
                      <a:pt x="12" y="16"/>
                    </a:cubicBezTo>
                    <a:cubicBezTo>
                      <a:pt x="10" y="13"/>
                      <a:pt x="11" y="11"/>
                      <a:pt x="15" y="10"/>
                    </a:cubicBezTo>
                    <a:cubicBezTo>
                      <a:pt x="21" y="9"/>
                      <a:pt x="26" y="7"/>
                      <a:pt x="32" y="5"/>
                    </a:cubicBezTo>
                    <a:cubicBezTo>
                      <a:pt x="44" y="0"/>
                      <a:pt x="57" y="6"/>
                      <a:pt x="60" y="18"/>
                    </a:cubicBezTo>
                    <a:cubicBezTo>
                      <a:pt x="61" y="21"/>
                      <a:pt x="60" y="24"/>
                      <a:pt x="59" y="26"/>
                    </a:cubicBezTo>
                    <a:cubicBezTo>
                      <a:pt x="57" y="29"/>
                      <a:pt x="54" y="33"/>
                      <a:pt x="52" y="36"/>
                    </a:cubicBezTo>
                    <a:cubicBezTo>
                      <a:pt x="46" y="48"/>
                      <a:pt x="40" y="60"/>
                      <a:pt x="34" y="72"/>
                    </a:cubicBezTo>
                    <a:cubicBezTo>
                      <a:pt x="34" y="72"/>
                      <a:pt x="34" y="74"/>
                      <a:pt x="33" y="76"/>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grpSp>
            <p:nvGrpSpPr>
              <p:cNvPr id="102" name="组合 101">
                <a:extLst>
                  <a:ext uri="{FF2B5EF4-FFF2-40B4-BE49-F238E27FC236}">
                    <a16:creationId xmlns:a16="http://schemas.microsoft.com/office/drawing/2014/main" id="{C7A6E3E5-9A1F-4E06-9E71-F1D7E5C11C32}"/>
                  </a:ext>
                </a:extLst>
              </p:cNvPr>
              <p:cNvGrpSpPr/>
              <p:nvPr/>
            </p:nvGrpSpPr>
            <p:grpSpPr>
              <a:xfrm>
                <a:off x="10340336" y="2247899"/>
                <a:ext cx="547688" cy="679451"/>
                <a:chOff x="5548313" y="2084388"/>
                <a:chExt cx="547688" cy="679451"/>
              </a:xfrm>
              <a:grpFill/>
            </p:grpSpPr>
            <p:sp>
              <p:nvSpPr>
                <p:cNvPr id="107" name="Freeform 7">
                  <a:extLst>
                    <a:ext uri="{FF2B5EF4-FFF2-40B4-BE49-F238E27FC236}">
                      <a16:creationId xmlns:a16="http://schemas.microsoft.com/office/drawing/2014/main" id="{02368C72-9CA0-44B0-93EC-F396645A3423}"/>
                    </a:ext>
                  </a:extLst>
                </p:cNvPr>
                <p:cNvSpPr>
                  <a:spLocks/>
                </p:cNvSpPr>
                <p:nvPr/>
              </p:nvSpPr>
              <p:spPr bwMode="auto">
                <a:xfrm>
                  <a:off x="5548313" y="2084388"/>
                  <a:ext cx="547688" cy="446088"/>
                </a:xfrm>
                <a:custGeom>
                  <a:avLst/>
                  <a:gdLst>
                    <a:gd name="T0" fmla="*/ 101 w 128"/>
                    <a:gd name="T1" fmla="*/ 58 h 105"/>
                    <a:gd name="T2" fmla="*/ 74 w 128"/>
                    <a:gd name="T3" fmla="*/ 56 h 105"/>
                    <a:gd name="T4" fmla="*/ 68 w 128"/>
                    <a:gd name="T5" fmla="*/ 57 h 105"/>
                    <a:gd name="T6" fmla="*/ 51 w 128"/>
                    <a:gd name="T7" fmla="*/ 59 h 105"/>
                    <a:gd name="T8" fmla="*/ 36 w 128"/>
                    <a:gd name="T9" fmla="*/ 65 h 105"/>
                    <a:gd name="T10" fmla="*/ 28 w 128"/>
                    <a:gd name="T11" fmla="*/ 73 h 105"/>
                    <a:gd name="T12" fmla="*/ 16 w 128"/>
                    <a:gd name="T13" fmla="*/ 102 h 105"/>
                    <a:gd name="T14" fmla="*/ 13 w 128"/>
                    <a:gd name="T15" fmla="*/ 104 h 105"/>
                    <a:gd name="T16" fmla="*/ 1 w 128"/>
                    <a:gd name="T17" fmla="*/ 98 h 105"/>
                    <a:gd name="T18" fmla="*/ 0 w 128"/>
                    <a:gd name="T19" fmla="*/ 93 h 105"/>
                    <a:gd name="T20" fmla="*/ 15 w 128"/>
                    <a:gd name="T21" fmla="*/ 60 h 105"/>
                    <a:gd name="T22" fmla="*/ 16 w 128"/>
                    <a:gd name="T23" fmla="*/ 58 h 105"/>
                    <a:gd name="T24" fmla="*/ 20 w 128"/>
                    <a:gd name="T25" fmla="*/ 52 h 105"/>
                    <a:gd name="T26" fmla="*/ 32 w 128"/>
                    <a:gd name="T27" fmla="*/ 54 h 105"/>
                    <a:gd name="T28" fmla="*/ 39 w 128"/>
                    <a:gd name="T29" fmla="*/ 55 h 105"/>
                    <a:gd name="T30" fmla="*/ 72 w 128"/>
                    <a:gd name="T31" fmla="*/ 21 h 105"/>
                    <a:gd name="T32" fmla="*/ 74 w 128"/>
                    <a:gd name="T33" fmla="*/ 16 h 105"/>
                    <a:gd name="T34" fmla="*/ 74 w 128"/>
                    <a:gd name="T35" fmla="*/ 11 h 105"/>
                    <a:gd name="T36" fmla="*/ 71 w 128"/>
                    <a:gd name="T37" fmla="*/ 11 h 105"/>
                    <a:gd name="T38" fmla="*/ 68 w 128"/>
                    <a:gd name="T39" fmla="*/ 15 h 105"/>
                    <a:gd name="T40" fmla="*/ 68 w 128"/>
                    <a:gd name="T41" fmla="*/ 21 h 105"/>
                    <a:gd name="T42" fmla="*/ 59 w 128"/>
                    <a:gd name="T43" fmla="*/ 29 h 105"/>
                    <a:gd name="T44" fmla="*/ 53 w 128"/>
                    <a:gd name="T45" fmla="*/ 27 h 105"/>
                    <a:gd name="T46" fmla="*/ 47 w 128"/>
                    <a:gd name="T47" fmla="*/ 24 h 105"/>
                    <a:gd name="T48" fmla="*/ 47 w 128"/>
                    <a:gd name="T49" fmla="*/ 32 h 105"/>
                    <a:gd name="T50" fmla="*/ 47 w 128"/>
                    <a:gd name="T51" fmla="*/ 34 h 105"/>
                    <a:gd name="T52" fmla="*/ 43 w 128"/>
                    <a:gd name="T53" fmla="*/ 45 h 105"/>
                    <a:gd name="T54" fmla="*/ 31 w 128"/>
                    <a:gd name="T55" fmla="*/ 39 h 105"/>
                    <a:gd name="T56" fmla="*/ 29 w 128"/>
                    <a:gd name="T57" fmla="*/ 23 h 105"/>
                    <a:gd name="T58" fmla="*/ 33 w 128"/>
                    <a:gd name="T59" fmla="*/ 14 h 105"/>
                    <a:gd name="T60" fmla="*/ 36 w 128"/>
                    <a:gd name="T61" fmla="*/ 9 h 105"/>
                    <a:gd name="T62" fmla="*/ 42 w 128"/>
                    <a:gd name="T63" fmla="*/ 13 h 105"/>
                    <a:gd name="T64" fmla="*/ 44 w 128"/>
                    <a:gd name="T65" fmla="*/ 16 h 105"/>
                    <a:gd name="T66" fmla="*/ 57 w 128"/>
                    <a:gd name="T67" fmla="*/ 14 h 105"/>
                    <a:gd name="T68" fmla="*/ 62 w 128"/>
                    <a:gd name="T69" fmla="*/ 11 h 105"/>
                    <a:gd name="T70" fmla="*/ 84 w 128"/>
                    <a:gd name="T71" fmla="*/ 0 h 105"/>
                    <a:gd name="T72" fmla="*/ 96 w 128"/>
                    <a:gd name="T73" fmla="*/ 7 h 105"/>
                    <a:gd name="T74" fmla="*/ 96 w 128"/>
                    <a:gd name="T75" fmla="*/ 20 h 105"/>
                    <a:gd name="T76" fmla="*/ 83 w 128"/>
                    <a:gd name="T77" fmla="*/ 43 h 105"/>
                    <a:gd name="T78" fmla="*/ 94 w 128"/>
                    <a:gd name="T79" fmla="*/ 44 h 105"/>
                    <a:gd name="T80" fmla="*/ 122 w 128"/>
                    <a:gd name="T81" fmla="*/ 59 h 105"/>
                    <a:gd name="T82" fmla="*/ 120 w 128"/>
                    <a:gd name="T83" fmla="*/ 73 h 105"/>
                    <a:gd name="T84" fmla="*/ 98 w 128"/>
                    <a:gd name="T85" fmla="*/ 73 h 105"/>
                    <a:gd name="T86" fmla="*/ 97 w 128"/>
                    <a:gd name="T87" fmla="*/ 66 h 105"/>
                    <a:gd name="T88" fmla="*/ 101 w 128"/>
                    <a:gd name="T89" fmla="*/ 58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8" h="105">
                      <a:moveTo>
                        <a:pt x="101" y="58"/>
                      </a:moveTo>
                      <a:cubicBezTo>
                        <a:pt x="94" y="52"/>
                        <a:pt x="81" y="52"/>
                        <a:pt x="74" y="56"/>
                      </a:cubicBezTo>
                      <a:cubicBezTo>
                        <a:pt x="73" y="57"/>
                        <a:pt x="70" y="58"/>
                        <a:pt x="68" y="57"/>
                      </a:cubicBezTo>
                      <a:cubicBezTo>
                        <a:pt x="62" y="56"/>
                        <a:pt x="57" y="57"/>
                        <a:pt x="51" y="59"/>
                      </a:cubicBezTo>
                      <a:cubicBezTo>
                        <a:pt x="46" y="61"/>
                        <a:pt x="41" y="63"/>
                        <a:pt x="36" y="65"/>
                      </a:cubicBezTo>
                      <a:cubicBezTo>
                        <a:pt x="32" y="67"/>
                        <a:pt x="29" y="69"/>
                        <a:pt x="28" y="73"/>
                      </a:cubicBezTo>
                      <a:cubicBezTo>
                        <a:pt x="24" y="82"/>
                        <a:pt x="20" y="92"/>
                        <a:pt x="16" y="102"/>
                      </a:cubicBezTo>
                      <a:cubicBezTo>
                        <a:pt x="16" y="103"/>
                        <a:pt x="14" y="105"/>
                        <a:pt x="13" y="104"/>
                      </a:cubicBezTo>
                      <a:cubicBezTo>
                        <a:pt x="9" y="103"/>
                        <a:pt x="5" y="100"/>
                        <a:pt x="1" y="98"/>
                      </a:cubicBezTo>
                      <a:cubicBezTo>
                        <a:pt x="0" y="97"/>
                        <a:pt x="0" y="95"/>
                        <a:pt x="0" y="93"/>
                      </a:cubicBezTo>
                      <a:cubicBezTo>
                        <a:pt x="5" y="82"/>
                        <a:pt x="10" y="71"/>
                        <a:pt x="15" y="60"/>
                      </a:cubicBezTo>
                      <a:cubicBezTo>
                        <a:pt x="15" y="59"/>
                        <a:pt x="16" y="59"/>
                        <a:pt x="16" y="58"/>
                      </a:cubicBezTo>
                      <a:cubicBezTo>
                        <a:pt x="18" y="56"/>
                        <a:pt x="19" y="52"/>
                        <a:pt x="20" y="52"/>
                      </a:cubicBezTo>
                      <a:cubicBezTo>
                        <a:pt x="24" y="52"/>
                        <a:pt x="29" y="52"/>
                        <a:pt x="32" y="54"/>
                      </a:cubicBezTo>
                      <a:cubicBezTo>
                        <a:pt x="35" y="55"/>
                        <a:pt x="36" y="56"/>
                        <a:pt x="39" y="55"/>
                      </a:cubicBezTo>
                      <a:cubicBezTo>
                        <a:pt x="57" y="50"/>
                        <a:pt x="66" y="37"/>
                        <a:pt x="72" y="21"/>
                      </a:cubicBezTo>
                      <a:cubicBezTo>
                        <a:pt x="72" y="20"/>
                        <a:pt x="73" y="18"/>
                        <a:pt x="74" y="16"/>
                      </a:cubicBezTo>
                      <a:cubicBezTo>
                        <a:pt x="74" y="14"/>
                        <a:pt x="74" y="13"/>
                        <a:pt x="74" y="11"/>
                      </a:cubicBezTo>
                      <a:cubicBezTo>
                        <a:pt x="74" y="11"/>
                        <a:pt x="72" y="10"/>
                        <a:pt x="71" y="11"/>
                      </a:cubicBezTo>
                      <a:cubicBezTo>
                        <a:pt x="70" y="12"/>
                        <a:pt x="68" y="13"/>
                        <a:pt x="68" y="15"/>
                      </a:cubicBezTo>
                      <a:cubicBezTo>
                        <a:pt x="67" y="17"/>
                        <a:pt x="68" y="19"/>
                        <a:pt x="68" y="21"/>
                      </a:cubicBezTo>
                      <a:cubicBezTo>
                        <a:pt x="69" y="28"/>
                        <a:pt x="68" y="30"/>
                        <a:pt x="59" y="29"/>
                      </a:cubicBezTo>
                      <a:cubicBezTo>
                        <a:pt x="57" y="29"/>
                        <a:pt x="55" y="28"/>
                        <a:pt x="53" y="27"/>
                      </a:cubicBezTo>
                      <a:cubicBezTo>
                        <a:pt x="51" y="26"/>
                        <a:pt x="49" y="25"/>
                        <a:pt x="47" y="24"/>
                      </a:cubicBezTo>
                      <a:cubicBezTo>
                        <a:pt x="47" y="27"/>
                        <a:pt x="47" y="29"/>
                        <a:pt x="47" y="32"/>
                      </a:cubicBezTo>
                      <a:cubicBezTo>
                        <a:pt x="47" y="33"/>
                        <a:pt x="47" y="33"/>
                        <a:pt x="47" y="34"/>
                      </a:cubicBezTo>
                      <a:cubicBezTo>
                        <a:pt x="47" y="38"/>
                        <a:pt x="48" y="43"/>
                        <a:pt x="43" y="45"/>
                      </a:cubicBezTo>
                      <a:cubicBezTo>
                        <a:pt x="39" y="46"/>
                        <a:pt x="34" y="44"/>
                        <a:pt x="31" y="39"/>
                      </a:cubicBezTo>
                      <a:cubicBezTo>
                        <a:pt x="28" y="34"/>
                        <a:pt x="25" y="29"/>
                        <a:pt x="29" y="23"/>
                      </a:cubicBezTo>
                      <a:cubicBezTo>
                        <a:pt x="31" y="20"/>
                        <a:pt x="31" y="17"/>
                        <a:pt x="33" y="14"/>
                      </a:cubicBezTo>
                      <a:cubicBezTo>
                        <a:pt x="34" y="12"/>
                        <a:pt x="35" y="9"/>
                        <a:pt x="36" y="9"/>
                      </a:cubicBezTo>
                      <a:cubicBezTo>
                        <a:pt x="38" y="10"/>
                        <a:pt x="40" y="11"/>
                        <a:pt x="42" y="13"/>
                      </a:cubicBezTo>
                      <a:cubicBezTo>
                        <a:pt x="42" y="13"/>
                        <a:pt x="43" y="15"/>
                        <a:pt x="44" y="16"/>
                      </a:cubicBezTo>
                      <a:cubicBezTo>
                        <a:pt x="48" y="13"/>
                        <a:pt x="52" y="11"/>
                        <a:pt x="57" y="14"/>
                      </a:cubicBezTo>
                      <a:cubicBezTo>
                        <a:pt x="58" y="15"/>
                        <a:pt x="61" y="13"/>
                        <a:pt x="62" y="11"/>
                      </a:cubicBezTo>
                      <a:cubicBezTo>
                        <a:pt x="69" y="5"/>
                        <a:pt x="75" y="0"/>
                        <a:pt x="84" y="0"/>
                      </a:cubicBezTo>
                      <a:cubicBezTo>
                        <a:pt x="89" y="0"/>
                        <a:pt x="93" y="2"/>
                        <a:pt x="96" y="7"/>
                      </a:cubicBezTo>
                      <a:cubicBezTo>
                        <a:pt x="99" y="11"/>
                        <a:pt x="98" y="15"/>
                        <a:pt x="96" y="20"/>
                      </a:cubicBezTo>
                      <a:cubicBezTo>
                        <a:pt x="91" y="27"/>
                        <a:pt x="87" y="35"/>
                        <a:pt x="83" y="43"/>
                      </a:cubicBezTo>
                      <a:cubicBezTo>
                        <a:pt x="88" y="43"/>
                        <a:pt x="91" y="44"/>
                        <a:pt x="94" y="44"/>
                      </a:cubicBezTo>
                      <a:cubicBezTo>
                        <a:pt x="105" y="46"/>
                        <a:pt x="115" y="50"/>
                        <a:pt x="122" y="59"/>
                      </a:cubicBezTo>
                      <a:cubicBezTo>
                        <a:pt x="128" y="65"/>
                        <a:pt x="127" y="68"/>
                        <a:pt x="120" y="73"/>
                      </a:cubicBezTo>
                      <a:cubicBezTo>
                        <a:pt x="113" y="77"/>
                        <a:pt x="105" y="77"/>
                        <a:pt x="98" y="73"/>
                      </a:cubicBezTo>
                      <a:cubicBezTo>
                        <a:pt x="95" y="71"/>
                        <a:pt x="95" y="69"/>
                        <a:pt x="97" y="66"/>
                      </a:cubicBezTo>
                      <a:cubicBezTo>
                        <a:pt x="98" y="64"/>
                        <a:pt x="100" y="61"/>
                        <a:pt x="101" y="5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8" name="Freeform 8">
                  <a:extLst>
                    <a:ext uri="{FF2B5EF4-FFF2-40B4-BE49-F238E27FC236}">
                      <a16:creationId xmlns:a16="http://schemas.microsoft.com/office/drawing/2014/main" id="{68AB8704-3F31-41E0-B209-31D0A83BAA2E}"/>
                    </a:ext>
                  </a:extLst>
                </p:cNvPr>
                <p:cNvSpPr>
                  <a:spLocks/>
                </p:cNvSpPr>
                <p:nvPr/>
              </p:nvSpPr>
              <p:spPr bwMode="auto">
                <a:xfrm>
                  <a:off x="5664200" y="2355851"/>
                  <a:ext cx="341313" cy="407988"/>
                </a:xfrm>
                <a:custGeom>
                  <a:avLst/>
                  <a:gdLst>
                    <a:gd name="T0" fmla="*/ 46 w 80"/>
                    <a:gd name="T1" fmla="*/ 29 h 96"/>
                    <a:gd name="T2" fmla="*/ 65 w 80"/>
                    <a:gd name="T3" fmla="*/ 29 h 96"/>
                    <a:gd name="T4" fmla="*/ 79 w 80"/>
                    <a:gd name="T5" fmla="*/ 41 h 96"/>
                    <a:gd name="T6" fmla="*/ 74 w 80"/>
                    <a:gd name="T7" fmla="*/ 43 h 96"/>
                    <a:gd name="T8" fmla="*/ 60 w 80"/>
                    <a:gd name="T9" fmla="*/ 43 h 96"/>
                    <a:gd name="T10" fmla="*/ 52 w 80"/>
                    <a:gd name="T11" fmla="*/ 50 h 96"/>
                    <a:gd name="T12" fmla="*/ 49 w 80"/>
                    <a:gd name="T13" fmla="*/ 87 h 96"/>
                    <a:gd name="T14" fmla="*/ 37 w 80"/>
                    <a:gd name="T15" fmla="*/ 95 h 96"/>
                    <a:gd name="T16" fmla="*/ 21 w 80"/>
                    <a:gd name="T17" fmla="*/ 68 h 96"/>
                    <a:gd name="T18" fmla="*/ 22 w 80"/>
                    <a:gd name="T19" fmla="*/ 62 h 96"/>
                    <a:gd name="T20" fmla="*/ 30 w 80"/>
                    <a:gd name="T21" fmla="*/ 72 h 96"/>
                    <a:gd name="T22" fmla="*/ 40 w 80"/>
                    <a:gd name="T23" fmla="*/ 70 h 96"/>
                    <a:gd name="T24" fmla="*/ 43 w 80"/>
                    <a:gd name="T25" fmla="*/ 46 h 96"/>
                    <a:gd name="T26" fmla="*/ 24 w 80"/>
                    <a:gd name="T27" fmla="*/ 52 h 96"/>
                    <a:gd name="T28" fmla="*/ 19 w 80"/>
                    <a:gd name="T29" fmla="*/ 54 h 96"/>
                    <a:gd name="T30" fmla="*/ 6 w 80"/>
                    <a:gd name="T31" fmla="*/ 54 h 96"/>
                    <a:gd name="T32" fmla="*/ 2 w 80"/>
                    <a:gd name="T33" fmla="*/ 40 h 96"/>
                    <a:gd name="T34" fmla="*/ 6 w 80"/>
                    <a:gd name="T35" fmla="*/ 37 h 96"/>
                    <a:gd name="T36" fmla="*/ 28 w 80"/>
                    <a:gd name="T37" fmla="*/ 33 h 96"/>
                    <a:gd name="T38" fmla="*/ 33 w 80"/>
                    <a:gd name="T39" fmla="*/ 32 h 96"/>
                    <a:gd name="T40" fmla="*/ 36 w 80"/>
                    <a:gd name="T41" fmla="*/ 22 h 96"/>
                    <a:gd name="T42" fmla="*/ 46 w 80"/>
                    <a:gd name="T43" fmla="*/ 12 h 96"/>
                    <a:gd name="T44" fmla="*/ 45 w 80"/>
                    <a:gd name="T45" fmla="*/ 10 h 96"/>
                    <a:gd name="T46" fmla="*/ 26 w 80"/>
                    <a:gd name="T47" fmla="*/ 17 h 96"/>
                    <a:gd name="T48" fmla="*/ 15 w 80"/>
                    <a:gd name="T49" fmla="*/ 24 h 96"/>
                    <a:gd name="T50" fmla="*/ 5 w 80"/>
                    <a:gd name="T51" fmla="*/ 22 h 96"/>
                    <a:gd name="T52" fmla="*/ 1 w 80"/>
                    <a:gd name="T53" fmla="*/ 17 h 96"/>
                    <a:gd name="T54" fmla="*/ 36 w 80"/>
                    <a:gd name="T55" fmla="*/ 2 h 96"/>
                    <a:gd name="T56" fmla="*/ 55 w 80"/>
                    <a:gd name="T57" fmla="*/ 0 h 96"/>
                    <a:gd name="T58" fmla="*/ 61 w 80"/>
                    <a:gd name="T59" fmla="*/ 6 h 96"/>
                    <a:gd name="T60" fmla="*/ 59 w 80"/>
                    <a:gd name="T61" fmla="*/ 13 h 96"/>
                    <a:gd name="T62" fmla="*/ 46 w 80"/>
                    <a:gd name="T63" fmla="*/ 29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 h="96">
                      <a:moveTo>
                        <a:pt x="46" y="29"/>
                      </a:moveTo>
                      <a:cubicBezTo>
                        <a:pt x="53" y="30"/>
                        <a:pt x="59" y="31"/>
                        <a:pt x="65" y="29"/>
                      </a:cubicBezTo>
                      <a:cubicBezTo>
                        <a:pt x="71" y="27"/>
                        <a:pt x="80" y="34"/>
                        <a:pt x="79" y="41"/>
                      </a:cubicBezTo>
                      <a:cubicBezTo>
                        <a:pt x="79" y="42"/>
                        <a:pt x="76" y="43"/>
                        <a:pt x="74" y="43"/>
                      </a:cubicBezTo>
                      <a:cubicBezTo>
                        <a:pt x="70" y="43"/>
                        <a:pt x="65" y="43"/>
                        <a:pt x="60" y="43"/>
                      </a:cubicBezTo>
                      <a:cubicBezTo>
                        <a:pt x="53" y="42"/>
                        <a:pt x="52" y="44"/>
                        <a:pt x="52" y="50"/>
                      </a:cubicBezTo>
                      <a:cubicBezTo>
                        <a:pt x="51" y="62"/>
                        <a:pt x="51" y="75"/>
                        <a:pt x="49" y="87"/>
                      </a:cubicBezTo>
                      <a:cubicBezTo>
                        <a:pt x="48" y="95"/>
                        <a:pt x="45" y="96"/>
                        <a:pt x="37" y="95"/>
                      </a:cubicBezTo>
                      <a:cubicBezTo>
                        <a:pt x="25" y="92"/>
                        <a:pt x="15" y="82"/>
                        <a:pt x="21" y="68"/>
                      </a:cubicBezTo>
                      <a:cubicBezTo>
                        <a:pt x="21" y="66"/>
                        <a:pt x="21" y="64"/>
                        <a:pt x="22" y="62"/>
                      </a:cubicBezTo>
                      <a:cubicBezTo>
                        <a:pt x="24" y="65"/>
                        <a:pt x="27" y="69"/>
                        <a:pt x="30" y="72"/>
                      </a:cubicBezTo>
                      <a:cubicBezTo>
                        <a:pt x="33" y="76"/>
                        <a:pt x="39" y="75"/>
                        <a:pt x="40" y="70"/>
                      </a:cubicBezTo>
                      <a:cubicBezTo>
                        <a:pt x="41" y="62"/>
                        <a:pt x="42" y="54"/>
                        <a:pt x="43" y="46"/>
                      </a:cubicBezTo>
                      <a:cubicBezTo>
                        <a:pt x="35" y="45"/>
                        <a:pt x="30" y="49"/>
                        <a:pt x="24" y="52"/>
                      </a:cubicBezTo>
                      <a:cubicBezTo>
                        <a:pt x="22" y="52"/>
                        <a:pt x="21" y="54"/>
                        <a:pt x="19" y="54"/>
                      </a:cubicBezTo>
                      <a:cubicBezTo>
                        <a:pt x="14" y="58"/>
                        <a:pt x="11" y="57"/>
                        <a:pt x="6" y="54"/>
                      </a:cubicBezTo>
                      <a:cubicBezTo>
                        <a:pt x="3" y="51"/>
                        <a:pt x="0" y="44"/>
                        <a:pt x="2" y="40"/>
                      </a:cubicBezTo>
                      <a:cubicBezTo>
                        <a:pt x="2" y="39"/>
                        <a:pt x="5" y="37"/>
                        <a:pt x="6" y="37"/>
                      </a:cubicBezTo>
                      <a:cubicBezTo>
                        <a:pt x="14" y="39"/>
                        <a:pt x="20" y="35"/>
                        <a:pt x="28" y="33"/>
                      </a:cubicBezTo>
                      <a:cubicBezTo>
                        <a:pt x="29" y="33"/>
                        <a:pt x="31" y="32"/>
                        <a:pt x="33" y="32"/>
                      </a:cubicBezTo>
                      <a:cubicBezTo>
                        <a:pt x="31" y="27"/>
                        <a:pt x="31" y="24"/>
                        <a:pt x="36" y="22"/>
                      </a:cubicBezTo>
                      <a:cubicBezTo>
                        <a:pt x="39" y="19"/>
                        <a:pt x="42" y="15"/>
                        <a:pt x="46" y="12"/>
                      </a:cubicBezTo>
                      <a:cubicBezTo>
                        <a:pt x="45" y="11"/>
                        <a:pt x="45" y="11"/>
                        <a:pt x="45" y="10"/>
                      </a:cubicBezTo>
                      <a:cubicBezTo>
                        <a:pt x="38" y="13"/>
                        <a:pt x="32" y="15"/>
                        <a:pt x="26" y="17"/>
                      </a:cubicBezTo>
                      <a:cubicBezTo>
                        <a:pt x="22" y="19"/>
                        <a:pt x="18" y="22"/>
                        <a:pt x="15" y="24"/>
                      </a:cubicBezTo>
                      <a:cubicBezTo>
                        <a:pt x="11" y="26"/>
                        <a:pt x="7" y="27"/>
                        <a:pt x="5" y="22"/>
                      </a:cubicBezTo>
                      <a:cubicBezTo>
                        <a:pt x="4" y="20"/>
                        <a:pt x="3" y="19"/>
                        <a:pt x="1" y="17"/>
                      </a:cubicBezTo>
                      <a:cubicBezTo>
                        <a:pt x="13" y="12"/>
                        <a:pt x="25" y="6"/>
                        <a:pt x="36" y="2"/>
                      </a:cubicBezTo>
                      <a:cubicBezTo>
                        <a:pt x="42" y="0"/>
                        <a:pt x="49" y="0"/>
                        <a:pt x="55" y="0"/>
                      </a:cubicBezTo>
                      <a:cubicBezTo>
                        <a:pt x="57" y="0"/>
                        <a:pt x="60" y="4"/>
                        <a:pt x="61" y="6"/>
                      </a:cubicBezTo>
                      <a:cubicBezTo>
                        <a:pt x="62" y="8"/>
                        <a:pt x="61" y="11"/>
                        <a:pt x="59" y="13"/>
                      </a:cubicBezTo>
                      <a:cubicBezTo>
                        <a:pt x="55" y="18"/>
                        <a:pt x="51" y="23"/>
                        <a:pt x="46"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103" name="组合 102">
                <a:extLst>
                  <a:ext uri="{FF2B5EF4-FFF2-40B4-BE49-F238E27FC236}">
                    <a16:creationId xmlns:a16="http://schemas.microsoft.com/office/drawing/2014/main" id="{B92E7EB9-3312-4310-B5FA-50F0FA6CFB99}"/>
                  </a:ext>
                </a:extLst>
              </p:cNvPr>
              <p:cNvGrpSpPr/>
              <p:nvPr/>
            </p:nvGrpSpPr>
            <p:grpSpPr>
              <a:xfrm>
                <a:off x="11192276" y="2400300"/>
                <a:ext cx="322175" cy="373063"/>
                <a:chOff x="3792874" y="3138488"/>
                <a:chExt cx="322175" cy="373063"/>
              </a:xfrm>
              <a:grpFill/>
            </p:grpSpPr>
            <p:sp>
              <p:nvSpPr>
                <p:cNvPr id="104" name="Freeform 15">
                  <a:extLst>
                    <a:ext uri="{FF2B5EF4-FFF2-40B4-BE49-F238E27FC236}">
                      <a16:creationId xmlns:a16="http://schemas.microsoft.com/office/drawing/2014/main" id="{4A24723D-38DD-4916-B1AF-76A903317407}"/>
                    </a:ext>
                  </a:extLst>
                </p:cNvPr>
                <p:cNvSpPr>
                  <a:spLocks/>
                </p:cNvSpPr>
                <p:nvPr/>
              </p:nvSpPr>
              <p:spPr bwMode="auto">
                <a:xfrm>
                  <a:off x="3792874" y="3235325"/>
                  <a:ext cx="112625" cy="246063"/>
                </a:xfrm>
                <a:custGeom>
                  <a:avLst/>
                  <a:gdLst>
                    <a:gd name="T0" fmla="*/ 16 w 39"/>
                    <a:gd name="T1" fmla="*/ 29 h 58"/>
                    <a:gd name="T2" fmla="*/ 27 w 39"/>
                    <a:gd name="T3" fmla="*/ 7 h 58"/>
                    <a:gd name="T4" fmla="*/ 31 w 39"/>
                    <a:gd name="T5" fmla="*/ 1 h 58"/>
                    <a:gd name="T6" fmla="*/ 34 w 39"/>
                    <a:gd name="T7" fmla="*/ 6 h 58"/>
                    <a:gd name="T8" fmla="*/ 35 w 39"/>
                    <a:gd name="T9" fmla="*/ 26 h 58"/>
                    <a:gd name="T10" fmla="*/ 20 w 39"/>
                    <a:gd name="T11" fmla="*/ 52 h 58"/>
                    <a:gd name="T12" fmla="*/ 9 w 39"/>
                    <a:gd name="T13" fmla="*/ 57 h 58"/>
                    <a:gd name="T14" fmla="*/ 1 w 39"/>
                    <a:gd name="T15" fmla="*/ 43 h 58"/>
                    <a:gd name="T16" fmla="*/ 4 w 39"/>
                    <a:gd name="T17" fmla="*/ 6 h 58"/>
                    <a:gd name="T18" fmla="*/ 8 w 39"/>
                    <a:gd name="T19" fmla="*/ 0 h 58"/>
                    <a:gd name="T20" fmla="*/ 15 w 39"/>
                    <a:gd name="T21" fmla="*/ 6 h 58"/>
                    <a:gd name="T22" fmla="*/ 14 w 39"/>
                    <a:gd name="T23" fmla="*/ 20 h 58"/>
                    <a:gd name="T24" fmla="*/ 14 w 39"/>
                    <a:gd name="T25" fmla="*/ 28 h 58"/>
                    <a:gd name="T26" fmla="*/ 16 w 39"/>
                    <a:gd name="T27" fmla="*/ 29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9" h="58">
                      <a:moveTo>
                        <a:pt x="16" y="29"/>
                      </a:moveTo>
                      <a:cubicBezTo>
                        <a:pt x="19" y="21"/>
                        <a:pt x="23" y="14"/>
                        <a:pt x="27" y="7"/>
                      </a:cubicBezTo>
                      <a:cubicBezTo>
                        <a:pt x="28" y="5"/>
                        <a:pt x="29" y="3"/>
                        <a:pt x="31" y="1"/>
                      </a:cubicBezTo>
                      <a:cubicBezTo>
                        <a:pt x="32" y="3"/>
                        <a:pt x="33" y="4"/>
                        <a:pt x="34" y="6"/>
                      </a:cubicBezTo>
                      <a:cubicBezTo>
                        <a:pt x="37" y="12"/>
                        <a:pt x="39" y="19"/>
                        <a:pt x="35" y="26"/>
                      </a:cubicBezTo>
                      <a:cubicBezTo>
                        <a:pt x="30" y="34"/>
                        <a:pt x="25" y="43"/>
                        <a:pt x="20" y="52"/>
                      </a:cubicBezTo>
                      <a:cubicBezTo>
                        <a:pt x="18" y="56"/>
                        <a:pt x="12" y="58"/>
                        <a:pt x="9" y="57"/>
                      </a:cubicBezTo>
                      <a:cubicBezTo>
                        <a:pt x="2" y="54"/>
                        <a:pt x="0" y="50"/>
                        <a:pt x="1" y="43"/>
                      </a:cubicBezTo>
                      <a:cubicBezTo>
                        <a:pt x="2" y="31"/>
                        <a:pt x="3" y="18"/>
                        <a:pt x="4" y="6"/>
                      </a:cubicBezTo>
                      <a:cubicBezTo>
                        <a:pt x="4" y="4"/>
                        <a:pt x="4" y="0"/>
                        <a:pt x="8" y="0"/>
                      </a:cubicBezTo>
                      <a:cubicBezTo>
                        <a:pt x="11" y="0"/>
                        <a:pt x="15" y="1"/>
                        <a:pt x="15" y="6"/>
                      </a:cubicBezTo>
                      <a:cubicBezTo>
                        <a:pt x="15" y="10"/>
                        <a:pt x="14" y="15"/>
                        <a:pt x="14" y="20"/>
                      </a:cubicBezTo>
                      <a:cubicBezTo>
                        <a:pt x="14" y="23"/>
                        <a:pt x="14" y="25"/>
                        <a:pt x="14" y="28"/>
                      </a:cubicBezTo>
                      <a:cubicBezTo>
                        <a:pt x="14" y="28"/>
                        <a:pt x="15" y="28"/>
                        <a:pt x="16"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5" name="Freeform 16">
                  <a:extLst>
                    <a:ext uri="{FF2B5EF4-FFF2-40B4-BE49-F238E27FC236}">
                      <a16:creationId xmlns:a16="http://schemas.microsoft.com/office/drawing/2014/main" id="{FB4C6AFE-87EF-4FB7-829C-F7529116EE44}"/>
                    </a:ext>
                  </a:extLst>
                </p:cNvPr>
                <p:cNvSpPr>
                  <a:spLocks/>
                </p:cNvSpPr>
                <p:nvPr/>
              </p:nvSpPr>
              <p:spPr bwMode="auto">
                <a:xfrm>
                  <a:off x="3980111" y="3138488"/>
                  <a:ext cx="134938" cy="373063"/>
                </a:xfrm>
                <a:custGeom>
                  <a:avLst/>
                  <a:gdLst>
                    <a:gd name="T0" fmla="*/ 9 w 47"/>
                    <a:gd name="T1" fmla="*/ 73 h 88"/>
                    <a:gd name="T2" fmla="*/ 3 w 47"/>
                    <a:gd name="T3" fmla="*/ 67 h 88"/>
                    <a:gd name="T4" fmla="*/ 3 w 47"/>
                    <a:gd name="T5" fmla="*/ 57 h 88"/>
                    <a:gd name="T6" fmla="*/ 20 w 47"/>
                    <a:gd name="T7" fmla="*/ 38 h 88"/>
                    <a:gd name="T8" fmla="*/ 33 w 47"/>
                    <a:gd name="T9" fmla="*/ 20 h 88"/>
                    <a:gd name="T10" fmla="*/ 33 w 47"/>
                    <a:gd name="T11" fmla="*/ 4 h 88"/>
                    <a:gd name="T12" fmla="*/ 32 w 47"/>
                    <a:gd name="T13" fmla="*/ 1 h 88"/>
                    <a:gd name="T14" fmla="*/ 33 w 47"/>
                    <a:gd name="T15" fmla="*/ 0 h 88"/>
                    <a:gd name="T16" fmla="*/ 41 w 47"/>
                    <a:gd name="T17" fmla="*/ 6 h 88"/>
                    <a:gd name="T18" fmla="*/ 43 w 47"/>
                    <a:gd name="T19" fmla="*/ 26 h 88"/>
                    <a:gd name="T20" fmla="*/ 29 w 47"/>
                    <a:gd name="T21" fmla="*/ 48 h 88"/>
                    <a:gd name="T22" fmla="*/ 30 w 47"/>
                    <a:gd name="T23" fmla="*/ 52 h 88"/>
                    <a:gd name="T24" fmla="*/ 40 w 47"/>
                    <a:gd name="T25" fmla="*/ 73 h 88"/>
                    <a:gd name="T26" fmla="*/ 41 w 47"/>
                    <a:gd name="T27" fmla="*/ 84 h 88"/>
                    <a:gd name="T28" fmla="*/ 37 w 47"/>
                    <a:gd name="T29" fmla="*/ 86 h 88"/>
                    <a:gd name="T30" fmla="*/ 31 w 47"/>
                    <a:gd name="T31" fmla="*/ 75 h 88"/>
                    <a:gd name="T32" fmla="*/ 28 w 47"/>
                    <a:gd name="T33" fmla="*/ 60 h 88"/>
                    <a:gd name="T34" fmla="*/ 22 w 47"/>
                    <a:gd name="T35" fmla="*/ 59 h 88"/>
                    <a:gd name="T36" fmla="*/ 9 w 47"/>
                    <a:gd name="T37" fmla="*/ 73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7" h="88">
                      <a:moveTo>
                        <a:pt x="9" y="73"/>
                      </a:moveTo>
                      <a:cubicBezTo>
                        <a:pt x="7" y="71"/>
                        <a:pt x="5" y="69"/>
                        <a:pt x="3" y="67"/>
                      </a:cubicBezTo>
                      <a:cubicBezTo>
                        <a:pt x="1" y="64"/>
                        <a:pt x="0" y="61"/>
                        <a:pt x="3" y="57"/>
                      </a:cubicBezTo>
                      <a:cubicBezTo>
                        <a:pt x="9" y="51"/>
                        <a:pt x="14" y="45"/>
                        <a:pt x="20" y="38"/>
                      </a:cubicBezTo>
                      <a:cubicBezTo>
                        <a:pt x="24" y="32"/>
                        <a:pt x="28" y="26"/>
                        <a:pt x="33" y="20"/>
                      </a:cubicBezTo>
                      <a:cubicBezTo>
                        <a:pt x="36" y="15"/>
                        <a:pt x="36" y="9"/>
                        <a:pt x="33" y="4"/>
                      </a:cubicBezTo>
                      <a:cubicBezTo>
                        <a:pt x="32" y="3"/>
                        <a:pt x="32" y="2"/>
                        <a:pt x="32" y="1"/>
                      </a:cubicBezTo>
                      <a:cubicBezTo>
                        <a:pt x="32" y="1"/>
                        <a:pt x="33" y="0"/>
                        <a:pt x="33" y="0"/>
                      </a:cubicBezTo>
                      <a:cubicBezTo>
                        <a:pt x="36" y="2"/>
                        <a:pt x="39" y="4"/>
                        <a:pt x="41" y="6"/>
                      </a:cubicBezTo>
                      <a:cubicBezTo>
                        <a:pt x="46" y="11"/>
                        <a:pt x="47" y="20"/>
                        <a:pt x="43" y="26"/>
                      </a:cubicBezTo>
                      <a:cubicBezTo>
                        <a:pt x="39" y="33"/>
                        <a:pt x="34" y="40"/>
                        <a:pt x="29" y="48"/>
                      </a:cubicBezTo>
                      <a:cubicBezTo>
                        <a:pt x="29" y="49"/>
                        <a:pt x="29" y="52"/>
                        <a:pt x="30" y="52"/>
                      </a:cubicBezTo>
                      <a:cubicBezTo>
                        <a:pt x="38" y="57"/>
                        <a:pt x="38" y="65"/>
                        <a:pt x="40" y="73"/>
                      </a:cubicBezTo>
                      <a:cubicBezTo>
                        <a:pt x="41" y="76"/>
                        <a:pt x="41" y="80"/>
                        <a:pt x="41" y="84"/>
                      </a:cubicBezTo>
                      <a:cubicBezTo>
                        <a:pt x="41" y="87"/>
                        <a:pt x="39" y="88"/>
                        <a:pt x="37" y="86"/>
                      </a:cubicBezTo>
                      <a:cubicBezTo>
                        <a:pt x="33" y="83"/>
                        <a:pt x="31" y="81"/>
                        <a:pt x="31" y="75"/>
                      </a:cubicBezTo>
                      <a:cubicBezTo>
                        <a:pt x="31" y="70"/>
                        <a:pt x="30" y="65"/>
                        <a:pt x="28" y="60"/>
                      </a:cubicBezTo>
                      <a:cubicBezTo>
                        <a:pt x="27" y="55"/>
                        <a:pt x="25" y="56"/>
                        <a:pt x="22" y="59"/>
                      </a:cubicBezTo>
                      <a:cubicBezTo>
                        <a:pt x="18" y="64"/>
                        <a:pt x="14" y="68"/>
                        <a:pt x="9"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6" name="Freeform 17">
                  <a:extLst>
                    <a:ext uri="{FF2B5EF4-FFF2-40B4-BE49-F238E27FC236}">
                      <a16:creationId xmlns:a16="http://schemas.microsoft.com/office/drawing/2014/main" id="{7BBE01C1-D3BA-489E-BE5E-C63059DA7AF9}"/>
                    </a:ext>
                  </a:extLst>
                </p:cNvPr>
                <p:cNvSpPr>
                  <a:spLocks/>
                </p:cNvSpPr>
                <p:nvPr/>
              </p:nvSpPr>
              <p:spPr bwMode="auto">
                <a:xfrm>
                  <a:off x="3872924" y="3138488"/>
                  <a:ext cx="75438" cy="79375"/>
                </a:xfrm>
                <a:custGeom>
                  <a:avLst/>
                  <a:gdLst>
                    <a:gd name="T0" fmla="*/ 0 w 26"/>
                    <a:gd name="T1" fmla="*/ 0 h 19"/>
                    <a:gd name="T2" fmla="*/ 20 w 26"/>
                    <a:gd name="T3" fmla="*/ 1 h 19"/>
                    <a:gd name="T4" fmla="*/ 23 w 26"/>
                    <a:gd name="T5" fmla="*/ 12 h 19"/>
                    <a:gd name="T6" fmla="*/ 12 w 26"/>
                    <a:gd name="T7" fmla="*/ 18 h 19"/>
                    <a:gd name="T8" fmla="*/ 3 w 26"/>
                    <a:gd name="T9" fmla="*/ 11 h 19"/>
                    <a:gd name="T10" fmla="*/ 0 w 26"/>
                    <a:gd name="T11" fmla="*/ 0 h 19"/>
                  </a:gdLst>
                  <a:ahLst/>
                  <a:cxnLst>
                    <a:cxn ang="0">
                      <a:pos x="T0" y="T1"/>
                    </a:cxn>
                    <a:cxn ang="0">
                      <a:pos x="T2" y="T3"/>
                    </a:cxn>
                    <a:cxn ang="0">
                      <a:pos x="T4" y="T5"/>
                    </a:cxn>
                    <a:cxn ang="0">
                      <a:pos x="T6" y="T7"/>
                    </a:cxn>
                    <a:cxn ang="0">
                      <a:pos x="T8" y="T9"/>
                    </a:cxn>
                    <a:cxn ang="0">
                      <a:pos x="T10" y="T11"/>
                    </a:cxn>
                  </a:cxnLst>
                  <a:rect l="0" t="0" r="r" b="b"/>
                  <a:pathLst>
                    <a:path w="26" h="19">
                      <a:moveTo>
                        <a:pt x="0" y="0"/>
                      </a:moveTo>
                      <a:cubicBezTo>
                        <a:pt x="8" y="1"/>
                        <a:pt x="14" y="1"/>
                        <a:pt x="20" y="1"/>
                      </a:cubicBezTo>
                      <a:cubicBezTo>
                        <a:pt x="24" y="1"/>
                        <a:pt x="26" y="8"/>
                        <a:pt x="23" y="12"/>
                      </a:cubicBezTo>
                      <a:cubicBezTo>
                        <a:pt x="21" y="16"/>
                        <a:pt x="17" y="19"/>
                        <a:pt x="12" y="18"/>
                      </a:cubicBezTo>
                      <a:cubicBezTo>
                        <a:pt x="8" y="18"/>
                        <a:pt x="5" y="15"/>
                        <a:pt x="3" y="11"/>
                      </a:cubicBezTo>
                      <a:cubicBezTo>
                        <a:pt x="2" y="8"/>
                        <a:pt x="1" y="4"/>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grpSp>
          <p:nvGrpSpPr>
            <p:cNvPr id="87" name="组合 86">
              <a:extLst>
                <a:ext uri="{FF2B5EF4-FFF2-40B4-BE49-F238E27FC236}">
                  <a16:creationId xmlns:a16="http://schemas.microsoft.com/office/drawing/2014/main" id="{E582171C-E91E-4DDB-B720-D9EDE8C54B5C}"/>
                </a:ext>
              </a:extLst>
            </p:cNvPr>
            <p:cNvGrpSpPr/>
            <p:nvPr/>
          </p:nvGrpSpPr>
          <p:grpSpPr>
            <a:xfrm>
              <a:off x="598941" y="6399999"/>
              <a:ext cx="1102619" cy="276499"/>
              <a:chOff x="6738929" y="2270918"/>
              <a:chExt cx="2766486" cy="693738"/>
            </a:xfrm>
            <a:grpFill/>
          </p:grpSpPr>
          <p:grpSp>
            <p:nvGrpSpPr>
              <p:cNvPr id="88" name="组合 87">
                <a:extLst>
                  <a:ext uri="{FF2B5EF4-FFF2-40B4-BE49-F238E27FC236}">
                    <a16:creationId xmlns:a16="http://schemas.microsoft.com/office/drawing/2014/main" id="{4EB45816-40C4-4065-9181-C29D2BECD84E}"/>
                  </a:ext>
                </a:extLst>
              </p:cNvPr>
              <p:cNvGrpSpPr/>
              <p:nvPr/>
            </p:nvGrpSpPr>
            <p:grpSpPr>
              <a:xfrm>
                <a:off x="8180494" y="2355056"/>
                <a:ext cx="484188" cy="509588"/>
                <a:chOff x="6113463" y="3541713"/>
                <a:chExt cx="484188" cy="509588"/>
              </a:xfrm>
              <a:grpFill/>
            </p:grpSpPr>
            <p:sp>
              <p:nvSpPr>
                <p:cNvPr id="98" name="Freeform 9">
                  <a:extLst>
                    <a:ext uri="{FF2B5EF4-FFF2-40B4-BE49-F238E27FC236}">
                      <a16:creationId xmlns:a16="http://schemas.microsoft.com/office/drawing/2014/main" id="{70888479-5294-457A-8111-462CE4F104F2}"/>
                    </a:ext>
                  </a:extLst>
                </p:cNvPr>
                <p:cNvSpPr>
                  <a:spLocks noEditPoints="1"/>
                </p:cNvSpPr>
                <p:nvPr/>
              </p:nvSpPr>
              <p:spPr bwMode="auto">
                <a:xfrm>
                  <a:off x="6113463" y="3579813"/>
                  <a:ext cx="252413" cy="428625"/>
                </a:xfrm>
                <a:custGeom>
                  <a:avLst/>
                  <a:gdLst>
                    <a:gd name="T0" fmla="*/ 39 w 59"/>
                    <a:gd name="T1" fmla="*/ 78 h 101"/>
                    <a:gd name="T2" fmla="*/ 17 w 59"/>
                    <a:gd name="T3" fmla="*/ 94 h 101"/>
                    <a:gd name="T4" fmla="*/ 8 w 59"/>
                    <a:gd name="T5" fmla="*/ 94 h 101"/>
                    <a:gd name="T6" fmla="*/ 0 w 59"/>
                    <a:gd name="T7" fmla="*/ 79 h 101"/>
                    <a:gd name="T8" fmla="*/ 17 w 59"/>
                    <a:gd name="T9" fmla="*/ 73 h 101"/>
                    <a:gd name="T10" fmla="*/ 10 w 59"/>
                    <a:gd name="T11" fmla="*/ 68 h 101"/>
                    <a:gd name="T12" fmla="*/ 8 w 59"/>
                    <a:gd name="T13" fmla="*/ 60 h 101"/>
                    <a:gd name="T14" fmla="*/ 18 w 59"/>
                    <a:gd name="T15" fmla="*/ 23 h 101"/>
                    <a:gd name="T16" fmla="*/ 26 w 59"/>
                    <a:gd name="T17" fmla="*/ 17 h 101"/>
                    <a:gd name="T18" fmla="*/ 36 w 59"/>
                    <a:gd name="T19" fmla="*/ 26 h 101"/>
                    <a:gd name="T20" fmla="*/ 36 w 59"/>
                    <a:gd name="T21" fmla="*/ 27 h 101"/>
                    <a:gd name="T22" fmla="*/ 43 w 59"/>
                    <a:gd name="T23" fmla="*/ 40 h 101"/>
                    <a:gd name="T24" fmla="*/ 42 w 59"/>
                    <a:gd name="T25" fmla="*/ 12 h 101"/>
                    <a:gd name="T26" fmla="*/ 21 w 59"/>
                    <a:gd name="T27" fmla="*/ 5 h 101"/>
                    <a:gd name="T28" fmla="*/ 44 w 59"/>
                    <a:gd name="T29" fmla="*/ 1 h 101"/>
                    <a:gd name="T30" fmla="*/ 57 w 59"/>
                    <a:gd name="T31" fmla="*/ 17 h 101"/>
                    <a:gd name="T32" fmla="*/ 56 w 59"/>
                    <a:gd name="T33" fmla="*/ 48 h 101"/>
                    <a:gd name="T34" fmla="*/ 57 w 59"/>
                    <a:gd name="T35" fmla="*/ 55 h 101"/>
                    <a:gd name="T36" fmla="*/ 55 w 59"/>
                    <a:gd name="T37" fmla="*/ 64 h 101"/>
                    <a:gd name="T38" fmla="*/ 54 w 59"/>
                    <a:gd name="T39" fmla="*/ 71 h 101"/>
                    <a:gd name="T40" fmla="*/ 52 w 59"/>
                    <a:gd name="T41" fmla="*/ 95 h 101"/>
                    <a:gd name="T42" fmla="*/ 49 w 59"/>
                    <a:gd name="T43" fmla="*/ 101 h 101"/>
                    <a:gd name="T44" fmla="*/ 43 w 59"/>
                    <a:gd name="T45" fmla="*/ 98 h 101"/>
                    <a:gd name="T46" fmla="*/ 38 w 59"/>
                    <a:gd name="T47" fmla="*/ 86 h 101"/>
                    <a:gd name="T48" fmla="*/ 39 w 59"/>
                    <a:gd name="T49" fmla="*/ 78 h 101"/>
                    <a:gd name="T50" fmla="*/ 42 w 59"/>
                    <a:gd name="T51" fmla="*/ 47 h 101"/>
                    <a:gd name="T52" fmla="*/ 32 w 59"/>
                    <a:gd name="T53" fmla="*/ 44 h 101"/>
                    <a:gd name="T54" fmla="*/ 29 w 59"/>
                    <a:gd name="T55" fmla="*/ 64 h 101"/>
                    <a:gd name="T56" fmla="*/ 42 w 59"/>
                    <a:gd name="T57" fmla="*/ 4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9" h="101">
                      <a:moveTo>
                        <a:pt x="39" y="78"/>
                      </a:moveTo>
                      <a:cubicBezTo>
                        <a:pt x="31" y="84"/>
                        <a:pt x="24" y="89"/>
                        <a:pt x="17" y="94"/>
                      </a:cubicBezTo>
                      <a:cubicBezTo>
                        <a:pt x="14" y="97"/>
                        <a:pt x="11" y="96"/>
                        <a:pt x="8" y="94"/>
                      </a:cubicBezTo>
                      <a:cubicBezTo>
                        <a:pt x="4" y="90"/>
                        <a:pt x="0" y="86"/>
                        <a:pt x="0" y="79"/>
                      </a:cubicBezTo>
                      <a:cubicBezTo>
                        <a:pt x="6" y="82"/>
                        <a:pt x="12" y="80"/>
                        <a:pt x="17" y="73"/>
                      </a:cubicBezTo>
                      <a:cubicBezTo>
                        <a:pt x="15" y="72"/>
                        <a:pt x="13" y="70"/>
                        <a:pt x="10" y="68"/>
                      </a:cubicBezTo>
                      <a:cubicBezTo>
                        <a:pt x="7" y="66"/>
                        <a:pt x="7" y="63"/>
                        <a:pt x="8" y="60"/>
                      </a:cubicBezTo>
                      <a:cubicBezTo>
                        <a:pt x="11" y="48"/>
                        <a:pt x="15" y="36"/>
                        <a:pt x="18" y="23"/>
                      </a:cubicBezTo>
                      <a:cubicBezTo>
                        <a:pt x="19" y="20"/>
                        <a:pt x="20" y="16"/>
                        <a:pt x="26" y="17"/>
                      </a:cubicBezTo>
                      <a:cubicBezTo>
                        <a:pt x="32" y="18"/>
                        <a:pt x="36" y="21"/>
                        <a:pt x="36" y="26"/>
                      </a:cubicBezTo>
                      <a:cubicBezTo>
                        <a:pt x="36" y="26"/>
                        <a:pt x="36" y="27"/>
                        <a:pt x="36" y="27"/>
                      </a:cubicBezTo>
                      <a:cubicBezTo>
                        <a:pt x="35" y="33"/>
                        <a:pt x="38" y="37"/>
                        <a:pt x="43" y="40"/>
                      </a:cubicBezTo>
                      <a:cubicBezTo>
                        <a:pt x="43" y="31"/>
                        <a:pt x="42" y="22"/>
                        <a:pt x="42" y="12"/>
                      </a:cubicBezTo>
                      <a:cubicBezTo>
                        <a:pt x="30" y="16"/>
                        <a:pt x="20" y="12"/>
                        <a:pt x="21" y="5"/>
                      </a:cubicBezTo>
                      <a:cubicBezTo>
                        <a:pt x="29" y="3"/>
                        <a:pt x="36" y="1"/>
                        <a:pt x="44" y="1"/>
                      </a:cubicBezTo>
                      <a:cubicBezTo>
                        <a:pt x="54" y="0"/>
                        <a:pt x="59" y="8"/>
                        <a:pt x="57" y="17"/>
                      </a:cubicBezTo>
                      <a:cubicBezTo>
                        <a:pt x="56" y="27"/>
                        <a:pt x="56" y="38"/>
                        <a:pt x="56" y="48"/>
                      </a:cubicBezTo>
                      <a:cubicBezTo>
                        <a:pt x="56" y="50"/>
                        <a:pt x="57" y="52"/>
                        <a:pt x="57" y="55"/>
                      </a:cubicBezTo>
                      <a:cubicBezTo>
                        <a:pt x="57" y="58"/>
                        <a:pt x="56" y="61"/>
                        <a:pt x="55" y="64"/>
                      </a:cubicBezTo>
                      <a:cubicBezTo>
                        <a:pt x="55" y="66"/>
                        <a:pt x="54" y="68"/>
                        <a:pt x="54" y="71"/>
                      </a:cubicBezTo>
                      <a:cubicBezTo>
                        <a:pt x="53" y="79"/>
                        <a:pt x="53" y="87"/>
                        <a:pt x="52" y="95"/>
                      </a:cubicBezTo>
                      <a:cubicBezTo>
                        <a:pt x="52" y="97"/>
                        <a:pt x="51" y="100"/>
                        <a:pt x="49" y="101"/>
                      </a:cubicBezTo>
                      <a:cubicBezTo>
                        <a:pt x="47" y="101"/>
                        <a:pt x="44" y="100"/>
                        <a:pt x="43" y="98"/>
                      </a:cubicBezTo>
                      <a:cubicBezTo>
                        <a:pt x="39" y="95"/>
                        <a:pt x="36" y="92"/>
                        <a:pt x="38" y="86"/>
                      </a:cubicBezTo>
                      <a:cubicBezTo>
                        <a:pt x="39" y="84"/>
                        <a:pt x="39" y="81"/>
                        <a:pt x="39" y="78"/>
                      </a:cubicBezTo>
                      <a:close/>
                      <a:moveTo>
                        <a:pt x="42" y="47"/>
                      </a:moveTo>
                      <a:cubicBezTo>
                        <a:pt x="39" y="46"/>
                        <a:pt x="36" y="45"/>
                        <a:pt x="32" y="44"/>
                      </a:cubicBezTo>
                      <a:cubicBezTo>
                        <a:pt x="31" y="51"/>
                        <a:pt x="30" y="57"/>
                        <a:pt x="29" y="64"/>
                      </a:cubicBezTo>
                      <a:cubicBezTo>
                        <a:pt x="39" y="61"/>
                        <a:pt x="42" y="57"/>
                        <a:pt x="42" y="4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9" name="Freeform 10">
                  <a:extLst>
                    <a:ext uri="{FF2B5EF4-FFF2-40B4-BE49-F238E27FC236}">
                      <a16:creationId xmlns:a16="http://schemas.microsoft.com/office/drawing/2014/main" id="{3C581795-C09D-460E-9472-8181F266F0EF}"/>
                    </a:ext>
                  </a:extLst>
                </p:cNvPr>
                <p:cNvSpPr>
                  <a:spLocks noEditPoints="1"/>
                </p:cNvSpPr>
                <p:nvPr/>
              </p:nvSpPr>
              <p:spPr bwMode="auto">
                <a:xfrm>
                  <a:off x="6361113" y="3541713"/>
                  <a:ext cx="236538" cy="509588"/>
                </a:xfrm>
                <a:custGeom>
                  <a:avLst/>
                  <a:gdLst>
                    <a:gd name="T0" fmla="*/ 11 w 55"/>
                    <a:gd name="T1" fmla="*/ 89 h 120"/>
                    <a:gd name="T2" fmla="*/ 10 w 55"/>
                    <a:gd name="T3" fmla="*/ 100 h 120"/>
                    <a:gd name="T4" fmla="*/ 6 w 55"/>
                    <a:gd name="T5" fmla="*/ 104 h 120"/>
                    <a:gd name="T6" fmla="*/ 1 w 55"/>
                    <a:gd name="T7" fmla="*/ 99 h 120"/>
                    <a:gd name="T8" fmla="*/ 3 w 55"/>
                    <a:gd name="T9" fmla="*/ 84 h 120"/>
                    <a:gd name="T10" fmla="*/ 14 w 55"/>
                    <a:gd name="T11" fmla="*/ 37 h 120"/>
                    <a:gd name="T12" fmla="*/ 22 w 55"/>
                    <a:gd name="T13" fmla="*/ 11 h 120"/>
                    <a:gd name="T14" fmla="*/ 26 w 55"/>
                    <a:gd name="T15" fmla="*/ 19 h 120"/>
                    <a:gd name="T16" fmla="*/ 20 w 55"/>
                    <a:gd name="T17" fmla="*/ 40 h 120"/>
                    <a:gd name="T18" fmla="*/ 27 w 55"/>
                    <a:gd name="T19" fmla="*/ 35 h 120"/>
                    <a:gd name="T20" fmla="*/ 35 w 55"/>
                    <a:gd name="T21" fmla="*/ 30 h 120"/>
                    <a:gd name="T22" fmla="*/ 33 w 55"/>
                    <a:gd name="T23" fmla="*/ 9 h 120"/>
                    <a:gd name="T24" fmla="*/ 28 w 55"/>
                    <a:gd name="T25" fmla="*/ 8 h 120"/>
                    <a:gd name="T26" fmla="*/ 19 w 55"/>
                    <a:gd name="T27" fmla="*/ 12 h 120"/>
                    <a:gd name="T28" fmla="*/ 12 w 55"/>
                    <a:gd name="T29" fmla="*/ 15 h 120"/>
                    <a:gd name="T30" fmla="*/ 9 w 55"/>
                    <a:gd name="T31" fmla="*/ 11 h 120"/>
                    <a:gd name="T32" fmla="*/ 11 w 55"/>
                    <a:gd name="T33" fmla="*/ 8 h 120"/>
                    <a:gd name="T34" fmla="*/ 31 w 55"/>
                    <a:gd name="T35" fmla="*/ 0 h 120"/>
                    <a:gd name="T36" fmla="*/ 45 w 55"/>
                    <a:gd name="T37" fmla="*/ 15 h 120"/>
                    <a:gd name="T38" fmla="*/ 44 w 55"/>
                    <a:gd name="T39" fmla="*/ 46 h 120"/>
                    <a:gd name="T40" fmla="*/ 48 w 55"/>
                    <a:gd name="T41" fmla="*/ 54 h 120"/>
                    <a:gd name="T42" fmla="*/ 48 w 55"/>
                    <a:gd name="T43" fmla="*/ 71 h 120"/>
                    <a:gd name="T44" fmla="*/ 44 w 55"/>
                    <a:gd name="T45" fmla="*/ 77 h 120"/>
                    <a:gd name="T46" fmla="*/ 44 w 55"/>
                    <a:gd name="T47" fmla="*/ 110 h 120"/>
                    <a:gd name="T48" fmla="*/ 44 w 55"/>
                    <a:gd name="T49" fmla="*/ 114 h 120"/>
                    <a:gd name="T50" fmla="*/ 41 w 55"/>
                    <a:gd name="T51" fmla="*/ 120 h 120"/>
                    <a:gd name="T52" fmla="*/ 32 w 55"/>
                    <a:gd name="T53" fmla="*/ 118 h 120"/>
                    <a:gd name="T54" fmla="*/ 13 w 55"/>
                    <a:gd name="T55" fmla="*/ 91 h 120"/>
                    <a:gd name="T56" fmla="*/ 12 w 55"/>
                    <a:gd name="T57" fmla="*/ 89 h 120"/>
                    <a:gd name="T58" fmla="*/ 11 w 55"/>
                    <a:gd name="T59" fmla="*/ 89 h 120"/>
                    <a:gd name="T60" fmla="*/ 24 w 55"/>
                    <a:gd name="T61" fmla="*/ 76 h 120"/>
                    <a:gd name="T62" fmla="*/ 23 w 55"/>
                    <a:gd name="T63" fmla="*/ 74 h 120"/>
                    <a:gd name="T64" fmla="*/ 27 w 55"/>
                    <a:gd name="T65" fmla="*/ 71 h 120"/>
                    <a:gd name="T66" fmla="*/ 33 w 55"/>
                    <a:gd name="T67" fmla="*/ 67 h 120"/>
                    <a:gd name="T68" fmla="*/ 32 w 55"/>
                    <a:gd name="T69" fmla="*/ 63 h 120"/>
                    <a:gd name="T70" fmla="*/ 22 w 55"/>
                    <a:gd name="T71" fmla="*/ 52 h 120"/>
                    <a:gd name="T72" fmla="*/ 18 w 55"/>
                    <a:gd name="T73" fmla="*/ 89 h 120"/>
                    <a:gd name="T74" fmla="*/ 33 w 55"/>
                    <a:gd name="T75" fmla="*/ 107 h 120"/>
                    <a:gd name="T76" fmla="*/ 35 w 55"/>
                    <a:gd name="T77" fmla="*/ 77 h 120"/>
                    <a:gd name="T78" fmla="*/ 31 w 55"/>
                    <a:gd name="T79" fmla="*/ 75 h 120"/>
                    <a:gd name="T80" fmla="*/ 24 w 55"/>
                    <a:gd name="T81" fmla="*/ 76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5" h="120">
                      <a:moveTo>
                        <a:pt x="11" y="89"/>
                      </a:moveTo>
                      <a:cubicBezTo>
                        <a:pt x="10" y="93"/>
                        <a:pt x="10" y="96"/>
                        <a:pt x="10" y="100"/>
                      </a:cubicBezTo>
                      <a:cubicBezTo>
                        <a:pt x="9" y="102"/>
                        <a:pt x="9" y="104"/>
                        <a:pt x="6" y="104"/>
                      </a:cubicBezTo>
                      <a:cubicBezTo>
                        <a:pt x="3" y="104"/>
                        <a:pt x="0" y="103"/>
                        <a:pt x="1" y="99"/>
                      </a:cubicBezTo>
                      <a:cubicBezTo>
                        <a:pt x="2" y="94"/>
                        <a:pt x="2" y="89"/>
                        <a:pt x="3" y="84"/>
                      </a:cubicBezTo>
                      <a:cubicBezTo>
                        <a:pt x="7" y="68"/>
                        <a:pt x="10" y="53"/>
                        <a:pt x="14" y="37"/>
                      </a:cubicBezTo>
                      <a:cubicBezTo>
                        <a:pt x="16" y="29"/>
                        <a:pt x="19" y="20"/>
                        <a:pt x="22" y="11"/>
                      </a:cubicBezTo>
                      <a:cubicBezTo>
                        <a:pt x="26" y="13"/>
                        <a:pt x="27" y="15"/>
                        <a:pt x="26" y="19"/>
                      </a:cubicBezTo>
                      <a:cubicBezTo>
                        <a:pt x="24" y="25"/>
                        <a:pt x="22" y="32"/>
                        <a:pt x="20" y="40"/>
                      </a:cubicBezTo>
                      <a:cubicBezTo>
                        <a:pt x="23" y="37"/>
                        <a:pt x="25" y="36"/>
                        <a:pt x="27" y="35"/>
                      </a:cubicBezTo>
                      <a:cubicBezTo>
                        <a:pt x="30" y="33"/>
                        <a:pt x="34" y="32"/>
                        <a:pt x="35" y="30"/>
                      </a:cubicBezTo>
                      <a:cubicBezTo>
                        <a:pt x="36" y="23"/>
                        <a:pt x="37" y="16"/>
                        <a:pt x="33" y="9"/>
                      </a:cubicBezTo>
                      <a:cubicBezTo>
                        <a:pt x="33" y="8"/>
                        <a:pt x="30" y="7"/>
                        <a:pt x="28" y="8"/>
                      </a:cubicBezTo>
                      <a:cubicBezTo>
                        <a:pt x="25" y="9"/>
                        <a:pt x="22" y="11"/>
                        <a:pt x="19" y="12"/>
                      </a:cubicBezTo>
                      <a:cubicBezTo>
                        <a:pt x="17" y="13"/>
                        <a:pt x="15" y="15"/>
                        <a:pt x="12" y="15"/>
                      </a:cubicBezTo>
                      <a:cubicBezTo>
                        <a:pt x="11" y="15"/>
                        <a:pt x="9" y="13"/>
                        <a:pt x="9" y="11"/>
                      </a:cubicBezTo>
                      <a:cubicBezTo>
                        <a:pt x="8" y="11"/>
                        <a:pt x="10" y="9"/>
                        <a:pt x="11" y="8"/>
                      </a:cubicBezTo>
                      <a:cubicBezTo>
                        <a:pt x="17" y="4"/>
                        <a:pt x="23" y="0"/>
                        <a:pt x="31" y="0"/>
                      </a:cubicBezTo>
                      <a:cubicBezTo>
                        <a:pt x="41" y="1"/>
                        <a:pt x="46" y="5"/>
                        <a:pt x="45" y="15"/>
                      </a:cubicBezTo>
                      <a:cubicBezTo>
                        <a:pt x="45" y="25"/>
                        <a:pt x="45" y="36"/>
                        <a:pt x="44" y="46"/>
                      </a:cubicBezTo>
                      <a:cubicBezTo>
                        <a:pt x="44" y="50"/>
                        <a:pt x="45" y="52"/>
                        <a:pt x="48" y="54"/>
                      </a:cubicBezTo>
                      <a:cubicBezTo>
                        <a:pt x="55" y="60"/>
                        <a:pt x="55" y="66"/>
                        <a:pt x="48" y="71"/>
                      </a:cubicBezTo>
                      <a:cubicBezTo>
                        <a:pt x="45" y="72"/>
                        <a:pt x="44" y="74"/>
                        <a:pt x="44" y="77"/>
                      </a:cubicBezTo>
                      <a:cubicBezTo>
                        <a:pt x="45" y="88"/>
                        <a:pt x="44" y="99"/>
                        <a:pt x="44" y="110"/>
                      </a:cubicBezTo>
                      <a:cubicBezTo>
                        <a:pt x="44" y="112"/>
                        <a:pt x="45" y="113"/>
                        <a:pt x="44" y="114"/>
                      </a:cubicBezTo>
                      <a:cubicBezTo>
                        <a:pt x="43" y="116"/>
                        <a:pt x="42" y="120"/>
                        <a:pt x="41" y="120"/>
                      </a:cubicBezTo>
                      <a:cubicBezTo>
                        <a:pt x="38" y="120"/>
                        <a:pt x="34" y="120"/>
                        <a:pt x="32" y="118"/>
                      </a:cubicBezTo>
                      <a:cubicBezTo>
                        <a:pt x="25" y="109"/>
                        <a:pt x="19" y="100"/>
                        <a:pt x="13" y="91"/>
                      </a:cubicBezTo>
                      <a:cubicBezTo>
                        <a:pt x="12" y="90"/>
                        <a:pt x="12" y="90"/>
                        <a:pt x="12" y="89"/>
                      </a:cubicBezTo>
                      <a:cubicBezTo>
                        <a:pt x="11" y="89"/>
                        <a:pt x="11" y="89"/>
                        <a:pt x="11" y="89"/>
                      </a:cubicBezTo>
                      <a:close/>
                      <a:moveTo>
                        <a:pt x="24" y="76"/>
                      </a:moveTo>
                      <a:cubicBezTo>
                        <a:pt x="23" y="75"/>
                        <a:pt x="23" y="75"/>
                        <a:pt x="23" y="74"/>
                      </a:cubicBezTo>
                      <a:cubicBezTo>
                        <a:pt x="24" y="73"/>
                        <a:pt x="26" y="72"/>
                        <a:pt x="27" y="71"/>
                      </a:cubicBezTo>
                      <a:cubicBezTo>
                        <a:pt x="29" y="70"/>
                        <a:pt x="31" y="69"/>
                        <a:pt x="33" y="67"/>
                      </a:cubicBezTo>
                      <a:cubicBezTo>
                        <a:pt x="35" y="66"/>
                        <a:pt x="35" y="63"/>
                        <a:pt x="32" y="63"/>
                      </a:cubicBezTo>
                      <a:cubicBezTo>
                        <a:pt x="27" y="61"/>
                        <a:pt x="24" y="58"/>
                        <a:pt x="22" y="52"/>
                      </a:cubicBezTo>
                      <a:cubicBezTo>
                        <a:pt x="17" y="65"/>
                        <a:pt x="13" y="77"/>
                        <a:pt x="18" y="89"/>
                      </a:cubicBezTo>
                      <a:cubicBezTo>
                        <a:pt x="21" y="97"/>
                        <a:pt x="27" y="101"/>
                        <a:pt x="33" y="107"/>
                      </a:cubicBezTo>
                      <a:cubicBezTo>
                        <a:pt x="34" y="97"/>
                        <a:pt x="34" y="87"/>
                        <a:pt x="35" y="77"/>
                      </a:cubicBezTo>
                      <a:cubicBezTo>
                        <a:pt x="35" y="77"/>
                        <a:pt x="32" y="75"/>
                        <a:pt x="31" y="75"/>
                      </a:cubicBezTo>
                      <a:cubicBezTo>
                        <a:pt x="29" y="75"/>
                        <a:pt x="26" y="76"/>
                        <a:pt x="24" y="7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89" name="组合 88">
                <a:extLst>
                  <a:ext uri="{FF2B5EF4-FFF2-40B4-BE49-F238E27FC236}">
                    <a16:creationId xmlns:a16="http://schemas.microsoft.com/office/drawing/2014/main" id="{C43281D5-D15F-4210-8FEF-5D0B83A54FD6}"/>
                  </a:ext>
                </a:extLst>
              </p:cNvPr>
              <p:cNvGrpSpPr/>
              <p:nvPr/>
            </p:nvGrpSpPr>
            <p:grpSpPr>
              <a:xfrm>
                <a:off x="6738929" y="2270918"/>
                <a:ext cx="549275" cy="693738"/>
                <a:chOff x="6108700" y="2066926"/>
                <a:chExt cx="549275" cy="693738"/>
              </a:xfrm>
              <a:grpFill/>
            </p:grpSpPr>
            <p:sp>
              <p:nvSpPr>
                <p:cNvPr id="96" name="Freeform 13">
                  <a:extLst>
                    <a:ext uri="{FF2B5EF4-FFF2-40B4-BE49-F238E27FC236}">
                      <a16:creationId xmlns:a16="http://schemas.microsoft.com/office/drawing/2014/main" id="{0965091B-D712-42AC-844D-24578409DB9A}"/>
                    </a:ext>
                  </a:extLst>
                </p:cNvPr>
                <p:cNvSpPr>
                  <a:spLocks noEditPoints="1"/>
                </p:cNvSpPr>
                <p:nvPr/>
              </p:nvSpPr>
              <p:spPr bwMode="auto">
                <a:xfrm>
                  <a:off x="6108700" y="2066926"/>
                  <a:ext cx="549275" cy="655638"/>
                </a:xfrm>
                <a:custGeom>
                  <a:avLst/>
                  <a:gdLst>
                    <a:gd name="T0" fmla="*/ 54 w 128"/>
                    <a:gd name="T1" fmla="*/ 76 h 154"/>
                    <a:gd name="T2" fmla="*/ 66 w 128"/>
                    <a:gd name="T3" fmla="*/ 53 h 154"/>
                    <a:gd name="T4" fmla="*/ 49 w 128"/>
                    <a:gd name="T5" fmla="*/ 47 h 154"/>
                    <a:gd name="T6" fmla="*/ 64 w 128"/>
                    <a:gd name="T7" fmla="*/ 44 h 154"/>
                    <a:gd name="T8" fmla="*/ 83 w 128"/>
                    <a:gd name="T9" fmla="*/ 6 h 154"/>
                    <a:gd name="T10" fmla="*/ 91 w 128"/>
                    <a:gd name="T11" fmla="*/ 11 h 154"/>
                    <a:gd name="T12" fmla="*/ 96 w 128"/>
                    <a:gd name="T13" fmla="*/ 36 h 154"/>
                    <a:gd name="T14" fmla="*/ 106 w 128"/>
                    <a:gd name="T15" fmla="*/ 41 h 154"/>
                    <a:gd name="T16" fmla="*/ 82 w 128"/>
                    <a:gd name="T17" fmla="*/ 50 h 154"/>
                    <a:gd name="T18" fmla="*/ 71 w 128"/>
                    <a:gd name="T19" fmla="*/ 65 h 154"/>
                    <a:gd name="T20" fmla="*/ 110 w 128"/>
                    <a:gd name="T21" fmla="*/ 74 h 154"/>
                    <a:gd name="T22" fmla="*/ 101 w 128"/>
                    <a:gd name="T23" fmla="*/ 87 h 154"/>
                    <a:gd name="T24" fmla="*/ 111 w 128"/>
                    <a:gd name="T25" fmla="*/ 98 h 154"/>
                    <a:gd name="T26" fmla="*/ 92 w 128"/>
                    <a:gd name="T27" fmla="*/ 104 h 154"/>
                    <a:gd name="T28" fmla="*/ 86 w 128"/>
                    <a:gd name="T29" fmla="*/ 116 h 154"/>
                    <a:gd name="T30" fmla="*/ 124 w 128"/>
                    <a:gd name="T31" fmla="*/ 112 h 154"/>
                    <a:gd name="T32" fmla="*/ 120 w 128"/>
                    <a:gd name="T33" fmla="*/ 122 h 154"/>
                    <a:gd name="T34" fmla="*/ 111 w 128"/>
                    <a:gd name="T35" fmla="*/ 144 h 154"/>
                    <a:gd name="T36" fmla="*/ 105 w 128"/>
                    <a:gd name="T37" fmla="*/ 153 h 154"/>
                    <a:gd name="T38" fmla="*/ 55 w 128"/>
                    <a:gd name="T39" fmla="*/ 129 h 154"/>
                    <a:gd name="T40" fmla="*/ 53 w 128"/>
                    <a:gd name="T41" fmla="*/ 121 h 154"/>
                    <a:gd name="T42" fmla="*/ 61 w 128"/>
                    <a:gd name="T43" fmla="*/ 125 h 154"/>
                    <a:gd name="T44" fmla="*/ 94 w 128"/>
                    <a:gd name="T45" fmla="*/ 140 h 154"/>
                    <a:gd name="T46" fmla="*/ 85 w 128"/>
                    <a:gd name="T47" fmla="*/ 127 h 154"/>
                    <a:gd name="T48" fmla="*/ 71 w 128"/>
                    <a:gd name="T49" fmla="*/ 108 h 154"/>
                    <a:gd name="T50" fmla="*/ 52 w 128"/>
                    <a:gd name="T51" fmla="*/ 113 h 154"/>
                    <a:gd name="T52" fmla="*/ 38 w 128"/>
                    <a:gd name="T53" fmla="*/ 97 h 154"/>
                    <a:gd name="T54" fmla="*/ 51 w 128"/>
                    <a:gd name="T55" fmla="*/ 97 h 154"/>
                    <a:gd name="T56" fmla="*/ 34 w 128"/>
                    <a:gd name="T57" fmla="*/ 93 h 154"/>
                    <a:gd name="T58" fmla="*/ 35 w 128"/>
                    <a:gd name="T59" fmla="*/ 105 h 154"/>
                    <a:gd name="T60" fmla="*/ 26 w 128"/>
                    <a:gd name="T61" fmla="*/ 154 h 154"/>
                    <a:gd name="T62" fmla="*/ 20 w 128"/>
                    <a:gd name="T63" fmla="*/ 118 h 154"/>
                    <a:gd name="T64" fmla="*/ 0 w 128"/>
                    <a:gd name="T65" fmla="*/ 103 h 154"/>
                    <a:gd name="T66" fmla="*/ 19 w 128"/>
                    <a:gd name="T67" fmla="*/ 72 h 154"/>
                    <a:gd name="T68" fmla="*/ 25 w 128"/>
                    <a:gd name="T69" fmla="*/ 51 h 154"/>
                    <a:gd name="T70" fmla="*/ 39 w 128"/>
                    <a:gd name="T71" fmla="*/ 14 h 154"/>
                    <a:gd name="T72" fmla="*/ 51 w 128"/>
                    <a:gd name="T73" fmla="*/ 24 h 154"/>
                    <a:gd name="T74" fmla="*/ 39 w 128"/>
                    <a:gd name="T75" fmla="*/ 44 h 154"/>
                    <a:gd name="T76" fmla="*/ 48 w 128"/>
                    <a:gd name="T77" fmla="*/ 73 h 154"/>
                    <a:gd name="T78" fmla="*/ 81 w 128"/>
                    <a:gd name="T79" fmla="*/ 90 h 154"/>
                    <a:gd name="T80" fmla="*/ 92 w 128"/>
                    <a:gd name="T81" fmla="*/ 71 h 154"/>
                    <a:gd name="T82" fmla="*/ 81 w 128"/>
                    <a:gd name="T83" fmla="*/ 80 h 154"/>
                    <a:gd name="T84" fmla="*/ 76 w 128"/>
                    <a:gd name="T85" fmla="*/ 73 h 154"/>
                    <a:gd name="T86" fmla="*/ 67 w 128"/>
                    <a:gd name="T87" fmla="*/ 79 h 154"/>
                    <a:gd name="T88" fmla="*/ 76 w 128"/>
                    <a:gd name="T89" fmla="*/ 73 h 154"/>
                    <a:gd name="T90" fmla="*/ 56 w 128"/>
                    <a:gd name="T91" fmla="*/ 88 h 154"/>
                    <a:gd name="T92" fmla="*/ 63 w 128"/>
                    <a:gd name="T93" fmla="*/ 81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28" h="154">
                      <a:moveTo>
                        <a:pt x="48" y="73"/>
                      </a:moveTo>
                      <a:cubicBezTo>
                        <a:pt x="50" y="74"/>
                        <a:pt x="52" y="75"/>
                        <a:pt x="54" y="76"/>
                      </a:cubicBezTo>
                      <a:cubicBezTo>
                        <a:pt x="57" y="74"/>
                        <a:pt x="60" y="72"/>
                        <a:pt x="63" y="70"/>
                      </a:cubicBezTo>
                      <a:cubicBezTo>
                        <a:pt x="58" y="63"/>
                        <a:pt x="65" y="59"/>
                        <a:pt x="66" y="53"/>
                      </a:cubicBezTo>
                      <a:cubicBezTo>
                        <a:pt x="63" y="53"/>
                        <a:pt x="59" y="53"/>
                        <a:pt x="56" y="52"/>
                      </a:cubicBezTo>
                      <a:cubicBezTo>
                        <a:pt x="54" y="51"/>
                        <a:pt x="51" y="49"/>
                        <a:pt x="49" y="47"/>
                      </a:cubicBezTo>
                      <a:cubicBezTo>
                        <a:pt x="49" y="46"/>
                        <a:pt x="50" y="46"/>
                        <a:pt x="50" y="46"/>
                      </a:cubicBezTo>
                      <a:cubicBezTo>
                        <a:pt x="55" y="45"/>
                        <a:pt x="59" y="45"/>
                        <a:pt x="64" y="44"/>
                      </a:cubicBezTo>
                      <a:cubicBezTo>
                        <a:pt x="68" y="44"/>
                        <a:pt x="70" y="42"/>
                        <a:pt x="71" y="38"/>
                      </a:cubicBezTo>
                      <a:cubicBezTo>
                        <a:pt x="75" y="27"/>
                        <a:pt x="79" y="16"/>
                        <a:pt x="83" y="6"/>
                      </a:cubicBezTo>
                      <a:cubicBezTo>
                        <a:pt x="84" y="3"/>
                        <a:pt x="84" y="0"/>
                        <a:pt x="88" y="2"/>
                      </a:cubicBezTo>
                      <a:cubicBezTo>
                        <a:pt x="92" y="4"/>
                        <a:pt x="94" y="9"/>
                        <a:pt x="91" y="11"/>
                      </a:cubicBezTo>
                      <a:cubicBezTo>
                        <a:pt x="83" y="19"/>
                        <a:pt x="83" y="30"/>
                        <a:pt x="80" y="41"/>
                      </a:cubicBezTo>
                      <a:cubicBezTo>
                        <a:pt x="85" y="39"/>
                        <a:pt x="91" y="37"/>
                        <a:pt x="96" y="36"/>
                      </a:cubicBezTo>
                      <a:cubicBezTo>
                        <a:pt x="98" y="35"/>
                        <a:pt x="101" y="35"/>
                        <a:pt x="102" y="36"/>
                      </a:cubicBezTo>
                      <a:cubicBezTo>
                        <a:pt x="104" y="37"/>
                        <a:pt x="106" y="39"/>
                        <a:pt x="106" y="41"/>
                      </a:cubicBezTo>
                      <a:cubicBezTo>
                        <a:pt x="106" y="42"/>
                        <a:pt x="105" y="44"/>
                        <a:pt x="103" y="44"/>
                      </a:cubicBezTo>
                      <a:cubicBezTo>
                        <a:pt x="96" y="46"/>
                        <a:pt x="89" y="48"/>
                        <a:pt x="82" y="50"/>
                      </a:cubicBezTo>
                      <a:cubicBezTo>
                        <a:pt x="78" y="50"/>
                        <a:pt x="77" y="51"/>
                        <a:pt x="76" y="54"/>
                      </a:cubicBezTo>
                      <a:cubicBezTo>
                        <a:pt x="74" y="58"/>
                        <a:pt x="73" y="61"/>
                        <a:pt x="71" y="65"/>
                      </a:cubicBezTo>
                      <a:cubicBezTo>
                        <a:pt x="82" y="63"/>
                        <a:pt x="92" y="62"/>
                        <a:pt x="102" y="66"/>
                      </a:cubicBezTo>
                      <a:cubicBezTo>
                        <a:pt x="106" y="67"/>
                        <a:pt x="110" y="69"/>
                        <a:pt x="110" y="74"/>
                      </a:cubicBezTo>
                      <a:cubicBezTo>
                        <a:pt x="111" y="79"/>
                        <a:pt x="109" y="83"/>
                        <a:pt x="104" y="85"/>
                      </a:cubicBezTo>
                      <a:cubicBezTo>
                        <a:pt x="103" y="85"/>
                        <a:pt x="102" y="86"/>
                        <a:pt x="101" y="87"/>
                      </a:cubicBezTo>
                      <a:cubicBezTo>
                        <a:pt x="103" y="88"/>
                        <a:pt x="105" y="88"/>
                        <a:pt x="106" y="89"/>
                      </a:cubicBezTo>
                      <a:cubicBezTo>
                        <a:pt x="110" y="91"/>
                        <a:pt x="112" y="94"/>
                        <a:pt x="111" y="98"/>
                      </a:cubicBezTo>
                      <a:cubicBezTo>
                        <a:pt x="110" y="102"/>
                        <a:pt x="107" y="103"/>
                        <a:pt x="104" y="103"/>
                      </a:cubicBezTo>
                      <a:cubicBezTo>
                        <a:pt x="100" y="103"/>
                        <a:pt x="96" y="104"/>
                        <a:pt x="92" y="104"/>
                      </a:cubicBezTo>
                      <a:cubicBezTo>
                        <a:pt x="86" y="105"/>
                        <a:pt x="81" y="111"/>
                        <a:pt x="82" y="117"/>
                      </a:cubicBezTo>
                      <a:cubicBezTo>
                        <a:pt x="83" y="117"/>
                        <a:pt x="85" y="117"/>
                        <a:pt x="86" y="116"/>
                      </a:cubicBezTo>
                      <a:cubicBezTo>
                        <a:pt x="95" y="111"/>
                        <a:pt x="104" y="109"/>
                        <a:pt x="114" y="109"/>
                      </a:cubicBezTo>
                      <a:cubicBezTo>
                        <a:pt x="118" y="110"/>
                        <a:pt x="121" y="111"/>
                        <a:pt x="124" y="112"/>
                      </a:cubicBezTo>
                      <a:cubicBezTo>
                        <a:pt x="128" y="114"/>
                        <a:pt x="128" y="117"/>
                        <a:pt x="126" y="120"/>
                      </a:cubicBezTo>
                      <a:cubicBezTo>
                        <a:pt x="125" y="123"/>
                        <a:pt x="122" y="123"/>
                        <a:pt x="120" y="122"/>
                      </a:cubicBezTo>
                      <a:cubicBezTo>
                        <a:pt x="111" y="118"/>
                        <a:pt x="104" y="120"/>
                        <a:pt x="97" y="123"/>
                      </a:cubicBezTo>
                      <a:cubicBezTo>
                        <a:pt x="101" y="130"/>
                        <a:pt x="106" y="137"/>
                        <a:pt x="111" y="144"/>
                      </a:cubicBezTo>
                      <a:cubicBezTo>
                        <a:pt x="112" y="146"/>
                        <a:pt x="112" y="150"/>
                        <a:pt x="111" y="152"/>
                      </a:cubicBezTo>
                      <a:cubicBezTo>
                        <a:pt x="111" y="153"/>
                        <a:pt x="107" y="153"/>
                        <a:pt x="105" y="153"/>
                      </a:cubicBezTo>
                      <a:cubicBezTo>
                        <a:pt x="91" y="150"/>
                        <a:pt x="77" y="146"/>
                        <a:pt x="66" y="138"/>
                      </a:cubicBezTo>
                      <a:cubicBezTo>
                        <a:pt x="62" y="135"/>
                        <a:pt x="59" y="132"/>
                        <a:pt x="55" y="129"/>
                      </a:cubicBezTo>
                      <a:cubicBezTo>
                        <a:pt x="54" y="128"/>
                        <a:pt x="53" y="127"/>
                        <a:pt x="53" y="126"/>
                      </a:cubicBezTo>
                      <a:cubicBezTo>
                        <a:pt x="53" y="124"/>
                        <a:pt x="53" y="122"/>
                        <a:pt x="53" y="121"/>
                      </a:cubicBezTo>
                      <a:cubicBezTo>
                        <a:pt x="55" y="121"/>
                        <a:pt x="57" y="121"/>
                        <a:pt x="58" y="121"/>
                      </a:cubicBezTo>
                      <a:cubicBezTo>
                        <a:pt x="59" y="122"/>
                        <a:pt x="60" y="123"/>
                        <a:pt x="61" y="125"/>
                      </a:cubicBezTo>
                      <a:cubicBezTo>
                        <a:pt x="70" y="134"/>
                        <a:pt x="80" y="139"/>
                        <a:pt x="92" y="140"/>
                      </a:cubicBezTo>
                      <a:cubicBezTo>
                        <a:pt x="93" y="140"/>
                        <a:pt x="93" y="140"/>
                        <a:pt x="94" y="140"/>
                      </a:cubicBezTo>
                      <a:cubicBezTo>
                        <a:pt x="92" y="136"/>
                        <a:pt x="90" y="132"/>
                        <a:pt x="88" y="128"/>
                      </a:cubicBezTo>
                      <a:cubicBezTo>
                        <a:pt x="88" y="128"/>
                        <a:pt x="86" y="127"/>
                        <a:pt x="85" y="127"/>
                      </a:cubicBezTo>
                      <a:cubicBezTo>
                        <a:pt x="71" y="126"/>
                        <a:pt x="70" y="124"/>
                        <a:pt x="71" y="111"/>
                      </a:cubicBezTo>
                      <a:cubicBezTo>
                        <a:pt x="71" y="110"/>
                        <a:pt x="71" y="109"/>
                        <a:pt x="71" y="108"/>
                      </a:cubicBezTo>
                      <a:cubicBezTo>
                        <a:pt x="68" y="109"/>
                        <a:pt x="65" y="109"/>
                        <a:pt x="62" y="110"/>
                      </a:cubicBezTo>
                      <a:cubicBezTo>
                        <a:pt x="59" y="111"/>
                        <a:pt x="55" y="112"/>
                        <a:pt x="52" y="113"/>
                      </a:cubicBezTo>
                      <a:cubicBezTo>
                        <a:pt x="48" y="114"/>
                        <a:pt x="44" y="115"/>
                        <a:pt x="41" y="111"/>
                      </a:cubicBezTo>
                      <a:cubicBezTo>
                        <a:pt x="37" y="107"/>
                        <a:pt x="37" y="102"/>
                        <a:pt x="38" y="97"/>
                      </a:cubicBezTo>
                      <a:cubicBezTo>
                        <a:pt x="38" y="96"/>
                        <a:pt x="40" y="96"/>
                        <a:pt x="42" y="96"/>
                      </a:cubicBezTo>
                      <a:cubicBezTo>
                        <a:pt x="45" y="96"/>
                        <a:pt x="48" y="96"/>
                        <a:pt x="51" y="97"/>
                      </a:cubicBezTo>
                      <a:cubicBezTo>
                        <a:pt x="48" y="90"/>
                        <a:pt x="46" y="84"/>
                        <a:pt x="43" y="78"/>
                      </a:cubicBezTo>
                      <a:cubicBezTo>
                        <a:pt x="40" y="83"/>
                        <a:pt x="37" y="88"/>
                        <a:pt x="34" y="93"/>
                      </a:cubicBezTo>
                      <a:cubicBezTo>
                        <a:pt x="33" y="94"/>
                        <a:pt x="33" y="96"/>
                        <a:pt x="34" y="98"/>
                      </a:cubicBezTo>
                      <a:cubicBezTo>
                        <a:pt x="34" y="100"/>
                        <a:pt x="35" y="103"/>
                        <a:pt x="35" y="105"/>
                      </a:cubicBezTo>
                      <a:cubicBezTo>
                        <a:pt x="32" y="121"/>
                        <a:pt x="29" y="136"/>
                        <a:pt x="27" y="151"/>
                      </a:cubicBezTo>
                      <a:cubicBezTo>
                        <a:pt x="26" y="152"/>
                        <a:pt x="26" y="153"/>
                        <a:pt x="26" y="154"/>
                      </a:cubicBezTo>
                      <a:cubicBezTo>
                        <a:pt x="17" y="153"/>
                        <a:pt x="14" y="149"/>
                        <a:pt x="15" y="141"/>
                      </a:cubicBezTo>
                      <a:cubicBezTo>
                        <a:pt x="17" y="134"/>
                        <a:pt x="18" y="126"/>
                        <a:pt x="20" y="118"/>
                      </a:cubicBezTo>
                      <a:cubicBezTo>
                        <a:pt x="15" y="123"/>
                        <a:pt x="12" y="122"/>
                        <a:pt x="7" y="118"/>
                      </a:cubicBezTo>
                      <a:cubicBezTo>
                        <a:pt x="3" y="114"/>
                        <a:pt x="0" y="109"/>
                        <a:pt x="0" y="103"/>
                      </a:cubicBezTo>
                      <a:cubicBezTo>
                        <a:pt x="0" y="102"/>
                        <a:pt x="1" y="101"/>
                        <a:pt x="1" y="100"/>
                      </a:cubicBezTo>
                      <a:cubicBezTo>
                        <a:pt x="7" y="91"/>
                        <a:pt x="14" y="82"/>
                        <a:pt x="19" y="72"/>
                      </a:cubicBezTo>
                      <a:cubicBezTo>
                        <a:pt x="22" y="67"/>
                        <a:pt x="24" y="61"/>
                        <a:pt x="26" y="55"/>
                      </a:cubicBezTo>
                      <a:cubicBezTo>
                        <a:pt x="27" y="54"/>
                        <a:pt x="25" y="53"/>
                        <a:pt x="25" y="51"/>
                      </a:cubicBezTo>
                      <a:cubicBezTo>
                        <a:pt x="18" y="43"/>
                        <a:pt x="18" y="39"/>
                        <a:pt x="23" y="30"/>
                      </a:cubicBezTo>
                      <a:cubicBezTo>
                        <a:pt x="27" y="23"/>
                        <a:pt x="32" y="17"/>
                        <a:pt x="39" y="14"/>
                      </a:cubicBezTo>
                      <a:cubicBezTo>
                        <a:pt x="45" y="11"/>
                        <a:pt x="50" y="12"/>
                        <a:pt x="53" y="16"/>
                      </a:cubicBezTo>
                      <a:cubicBezTo>
                        <a:pt x="56" y="20"/>
                        <a:pt x="56" y="22"/>
                        <a:pt x="51" y="24"/>
                      </a:cubicBezTo>
                      <a:cubicBezTo>
                        <a:pt x="44" y="26"/>
                        <a:pt x="41" y="31"/>
                        <a:pt x="37" y="36"/>
                      </a:cubicBezTo>
                      <a:cubicBezTo>
                        <a:pt x="36" y="39"/>
                        <a:pt x="36" y="42"/>
                        <a:pt x="39" y="44"/>
                      </a:cubicBezTo>
                      <a:cubicBezTo>
                        <a:pt x="41" y="45"/>
                        <a:pt x="42" y="47"/>
                        <a:pt x="43" y="48"/>
                      </a:cubicBezTo>
                      <a:cubicBezTo>
                        <a:pt x="52" y="58"/>
                        <a:pt x="54" y="62"/>
                        <a:pt x="48" y="73"/>
                      </a:cubicBezTo>
                      <a:close/>
                      <a:moveTo>
                        <a:pt x="79" y="89"/>
                      </a:moveTo>
                      <a:cubicBezTo>
                        <a:pt x="80" y="89"/>
                        <a:pt x="80" y="90"/>
                        <a:pt x="81" y="90"/>
                      </a:cubicBezTo>
                      <a:cubicBezTo>
                        <a:pt x="85" y="86"/>
                        <a:pt x="90" y="81"/>
                        <a:pt x="95" y="76"/>
                      </a:cubicBezTo>
                      <a:cubicBezTo>
                        <a:pt x="97" y="73"/>
                        <a:pt x="95" y="71"/>
                        <a:pt x="92" y="71"/>
                      </a:cubicBezTo>
                      <a:cubicBezTo>
                        <a:pt x="88" y="71"/>
                        <a:pt x="85" y="71"/>
                        <a:pt x="81" y="71"/>
                      </a:cubicBezTo>
                      <a:cubicBezTo>
                        <a:pt x="81" y="75"/>
                        <a:pt x="81" y="77"/>
                        <a:pt x="81" y="80"/>
                      </a:cubicBezTo>
                      <a:cubicBezTo>
                        <a:pt x="81" y="83"/>
                        <a:pt x="80" y="86"/>
                        <a:pt x="79" y="89"/>
                      </a:cubicBezTo>
                      <a:close/>
                      <a:moveTo>
                        <a:pt x="76" y="73"/>
                      </a:moveTo>
                      <a:cubicBezTo>
                        <a:pt x="73" y="74"/>
                        <a:pt x="71" y="75"/>
                        <a:pt x="69" y="77"/>
                      </a:cubicBezTo>
                      <a:cubicBezTo>
                        <a:pt x="68" y="77"/>
                        <a:pt x="67" y="78"/>
                        <a:pt x="67" y="79"/>
                      </a:cubicBezTo>
                      <a:cubicBezTo>
                        <a:pt x="67" y="84"/>
                        <a:pt x="68" y="88"/>
                        <a:pt x="68" y="92"/>
                      </a:cubicBezTo>
                      <a:cubicBezTo>
                        <a:pt x="74" y="91"/>
                        <a:pt x="77" y="83"/>
                        <a:pt x="76" y="73"/>
                      </a:cubicBezTo>
                      <a:close/>
                      <a:moveTo>
                        <a:pt x="63" y="81"/>
                      </a:moveTo>
                      <a:cubicBezTo>
                        <a:pt x="55" y="84"/>
                        <a:pt x="54" y="85"/>
                        <a:pt x="56" y="88"/>
                      </a:cubicBezTo>
                      <a:cubicBezTo>
                        <a:pt x="58" y="94"/>
                        <a:pt x="60" y="95"/>
                        <a:pt x="65" y="93"/>
                      </a:cubicBezTo>
                      <a:cubicBezTo>
                        <a:pt x="64" y="89"/>
                        <a:pt x="63" y="85"/>
                        <a:pt x="63" y="8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7" name="Freeform 14">
                  <a:extLst>
                    <a:ext uri="{FF2B5EF4-FFF2-40B4-BE49-F238E27FC236}">
                      <a16:creationId xmlns:a16="http://schemas.microsoft.com/office/drawing/2014/main" id="{EDF1A89C-87D3-4066-B020-1AF4B9A41344}"/>
                    </a:ext>
                  </a:extLst>
                </p:cNvPr>
                <p:cNvSpPr>
                  <a:spLocks/>
                </p:cNvSpPr>
                <p:nvPr/>
              </p:nvSpPr>
              <p:spPr bwMode="auto">
                <a:xfrm>
                  <a:off x="6259513" y="2578101"/>
                  <a:ext cx="68263" cy="182563"/>
                </a:xfrm>
                <a:custGeom>
                  <a:avLst/>
                  <a:gdLst>
                    <a:gd name="T0" fmla="*/ 9 w 16"/>
                    <a:gd name="T1" fmla="*/ 0 h 43"/>
                    <a:gd name="T2" fmla="*/ 15 w 16"/>
                    <a:gd name="T3" fmla="*/ 11 h 43"/>
                    <a:gd name="T4" fmla="*/ 9 w 16"/>
                    <a:gd name="T5" fmla="*/ 43 h 43"/>
                    <a:gd name="T6" fmla="*/ 2 w 16"/>
                    <a:gd name="T7" fmla="*/ 39 h 43"/>
                    <a:gd name="T8" fmla="*/ 0 w 16"/>
                    <a:gd name="T9" fmla="*/ 35 h 43"/>
                    <a:gd name="T10" fmla="*/ 9 w 16"/>
                    <a:gd name="T11" fmla="*/ 0 h 43"/>
                  </a:gdLst>
                  <a:ahLst/>
                  <a:cxnLst>
                    <a:cxn ang="0">
                      <a:pos x="T0" y="T1"/>
                    </a:cxn>
                    <a:cxn ang="0">
                      <a:pos x="T2" y="T3"/>
                    </a:cxn>
                    <a:cxn ang="0">
                      <a:pos x="T4" y="T5"/>
                    </a:cxn>
                    <a:cxn ang="0">
                      <a:pos x="T6" y="T7"/>
                    </a:cxn>
                    <a:cxn ang="0">
                      <a:pos x="T8" y="T9"/>
                    </a:cxn>
                    <a:cxn ang="0">
                      <a:pos x="T10" y="T11"/>
                    </a:cxn>
                  </a:cxnLst>
                  <a:rect l="0" t="0" r="r" b="b"/>
                  <a:pathLst>
                    <a:path w="16" h="43">
                      <a:moveTo>
                        <a:pt x="9" y="0"/>
                      </a:moveTo>
                      <a:cubicBezTo>
                        <a:pt x="15" y="3"/>
                        <a:pt x="16" y="6"/>
                        <a:pt x="15" y="11"/>
                      </a:cubicBezTo>
                      <a:cubicBezTo>
                        <a:pt x="12" y="21"/>
                        <a:pt x="11" y="32"/>
                        <a:pt x="9" y="43"/>
                      </a:cubicBezTo>
                      <a:cubicBezTo>
                        <a:pt x="6" y="41"/>
                        <a:pt x="4" y="40"/>
                        <a:pt x="2" y="39"/>
                      </a:cubicBezTo>
                      <a:cubicBezTo>
                        <a:pt x="1" y="38"/>
                        <a:pt x="0" y="37"/>
                        <a:pt x="0" y="35"/>
                      </a:cubicBezTo>
                      <a:cubicBezTo>
                        <a:pt x="3" y="24"/>
                        <a:pt x="6" y="12"/>
                        <a:pt x="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90" name="组合 89">
                <a:extLst>
                  <a:ext uri="{FF2B5EF4-FFF2-40B4-BE49-F238E27FC236}">
                    <a16:creationId xmlns:a16="http://schemas.microsoft.com/office/drawing/2014/main" id="{CD1C2EA2-DECB-4C4E-997D-8417E76BE944}"/>
                  </a:ext>
                </a:extLst>
              </p:cNvPr>
              <p:cNvGrpSpPr/>
              <p:nvPr/>
            </p:nvGrpSpPr>
            <p:grpSpPr>
              <a:xfrm>
                <a:off x="7532962" y="2451100"/>
                <a:ext cx="368300" cy="317500"/>
                <a:chOff x="6186488" y="2930526"/>
                <a:chExt cx="368300" cy="317500"/>
              </a:xfrm>
              <a:grpFill/>
            </p:grpSpPr>
            <p:sp>
              <p:nvSpPr>
                <p:cNvPr id="93" name="Freeform 18">
                  <a:extLst>
                    <a:ext uri="{FF2B5EF4-FFF2-40B4-BE49-F238E27FC236}">
                      <a16:creationId xmlns:a16="http://schemas.microsoft.com/office/drawing/2014/main" id="{58E0037C-7932-4788-ADA9-47256329EEB7}"/>
                    </a:ext>
                  </a:extLst>
                </p:cNvPr>
                <p:cNvSpPr>
                  <a:spLocks/>
                </p:cNvSpPr>
                <p:nvPr/>
              </p:nvSpPr>
              <p:spPr bwMode="auto">
                <a:xfrm>
                  <a:off x="6310313" y="2930526"/>
                  <a:ext cx="244475" cy="317500"/>
                </a:xfrm>
                <a:custGeom>
                  <a:avLst/>
                  <a:gdLst>
                    <a:gd name="T0" fmla="*/ 49 w 57"/>
                    <a:gd name="T1" fmla="*/ 74 h 75"/>
                    <a:gd name="T2" fmla="*/ 40 w 57"/>
                    <a:gd name="T3" fmla="*/ 67 h 75"/>
                    <a:gd name="T4" fmla="*/ 33 w 57"/>
                    <a:gd name="T5" fmla="*/ 48 h 75"/>
                    <a:gd name="T6" fmla="*/ 27 w 57"/>
                    <a:gd name="T7" fmla="*/ 46 h 75"/>
                    <a:gd name="T8" fmla="*/ 11 w 57"/>
                    <a:gd name="T9" fmla="*/ 60 h 75"/>
                    <a:gd name="T10" fmla="*/ 5 w 57"/>
                    <a:gd name="T11" fmla="*/ 60 h 75"/>
                    <a:gd name="T12" fmla="*/ 6 w 57"/>
                    <a:gd name="T13" fmla="*/ 46 h 75"/>
                    <a:gd name="T14" fmla="*/ 27 w 57"/>
                    <a:gd name="T15" fmla="*/ 26 h 75"/>
                    <a:gd name="T16" fmla="*/ 40 w 57"/>
                    <a:gd name="T17" fmla="*/ 10 h 75"/>
                    <a:gd name="T18" fmla="*/ 41 w 57"/>
                    <a:gd name="T19" fmla="*/ 6 h 75"/>
                    <a:gd name="T20" fmla="*/ 45 w 57"/>
                    <a:gd name="T21" fmla="*/ 0 h 75"/>
                    <a:gd name="T22" fmla="*/ 53 w 57"/>
                    <a:gd name="T23" fmla="*/ 3 h 75"/>
                    <a:gd name="T24" fmla="*/ 53 w 57"/>
                    <a:gd name="T25" fmla="*/ 20 h 75"/>
                    <a:gd name="T26" fmla="*/ 37 w 57"/>
                    <a:gd name="T27" fmla="*/ 38 h 75"/>
                    <a:gd name="T28" fmla="*/ 49 w 57"/>
                    <a:gd name="T29" fmla="*/ 74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7" h="75">
                      <a:moveTo>
                        <a:pt x="49" y="74"/>
                      </a:moveTo>
                      <a:cubicBezTo>
                        <a:pt x="43" y="75"/>
                        <a:pt x="41" y="72"/>
                        <a:pt x="40" y="67"/>
                      </a:cubicBezTo>
                      <a:cubicBezTo>
                        <a:pt x="38" y="61"/>
                        <a:pt x="35" y="54"/>
                        <a:pt x="33" y="48"/>
                      </a:cubicBezTo>
                      <a:cubicBezTo>
                        <a:pt x="32" y="45"/>
                        <a:pt x="30" y="44"/>
                        <a:pt x="27" y="46"/>
                      </a:cubicBezTo>
                      <a:cubicBezTo>
                        <a:pt x="22" y="51"/>
                        <a:pt x="16" y="55"/>
                        <a:pt x="11" y="60"/>
                      </a:cubicBezTo>
                      <a:cubicBezTo>
                        <a:pt x="8" y="63"/>
                        <a:pt x="7" y="62"/>
                        <a:pt x="5" y="60"/>
                      </a:cubicBezTo>
                      <a:cubicBezTo>
                        <a:pt x="0" y="54"/>
                        <a:pt x="0" y="51"/>
                        <a:pt x="6" y="46"/>
                      </a:cubicBezTo>
                      <a:cubicBezTo>
                        <a:pt x="13" y="39"/>
                        <a:pt x="20" y="33"/>
                        <a:pt x="27" y="26"/>
                      </a:cubicBezTo>
                      <a:cubicBezTo>
                        <a:pt x="32" y="21"/>
                        <a:pt x="36" y="15"/>
                        <a:pt x="40" y="10"/>
                      </a:cubicBezTo>
                      <a:cubicBezTo>
                        <a:pt x="40" y="9"/>
                        <a:pt x="41" y="7"/>
                        <a:pt x="41" y="6"/>
                      </a:cubicBezTo>
                      <a:cubicBezTo>
                        <a:pt x="40" y="3"/>
                        <a:pt x="42" y="0"/>
                        <a:pt x="45" y="0"/>
                      </a:cubicBezTo>
                      <a:cubicBezTo>
                        <a:pt x="48" y="0"/>
                        <a:pt x="51" y="1"/>
                        <a:pt x="53" y="3"/>
                      </a:cubicBezTo>
                      <a:cubicBezTo>
                        <a:pt x="57" y="6"/>
                        <a:pt x="57" y="16"/>
                        <a:pt x="53" y="20"/>
                      </a:cubicBezTo>
                      <a:cubicBezTo>
                        <a:pt x="48" y="26"/>
                        <a:pt x="42" y="32"/>
                        <a:pt x="37" y="38"/>
                      </a:cubicBezTo>
                      <a:cubicBezTo>
                        <a:pt x="44" y="49"/>
                        <a:pt x="49" y="61"/>
                        <a:pt x="49" y="7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4" name="Freeform 19">
                  <a:extLst>
                    <a:ext uri="{FF2B5EF4-FFF2-40B4-BE49-F238E27FC236}">
                      <a16:creationId xmlns:a16="http://schemas.microsoft.com/office/drawing/2014/main" id="{B78F413E-1D51-491F-A6EC-02810949F837}"/>
                    </a:ext>
                  </a:extLst>
                </p:cNvPr>
                <p:cNvSpPr>
                  <a:spLocks/>
                </p:cNvSpPr>
                <p:nvPr/>
              </p:nvSpPr>
              <p:spPr bwMode="auto">
                <a:xfrm>
                  <a:off x="6186488" y="3009901"/>
                  <a:ext cx="123825" cy="234950"/>
                </a:xfrm>
                <a:custGeom>
                  <a:avLst/>
                  <a:gdLst>
                    <a:gd name="T0" fmla="*/ 12 w 29"/>
                    <a:gd name="T1" fmla="*/ 30 h 55"/>
                    <a:gd name="T2" fmla="*/ 20 w 29"/>
                    <a:gd name="T3" fmla="*/ 7 h 55"/>
                    <a:gd name="T4" fmla="*/ 25 w 29"/>
                    <a:gd name="T5" fmla="*/ 1 h 55"/>
                    <a:gd name="T6" fmla="*/ 26 w 29"/>
                    <a:gd name="T7" fmla="*/ 9 h 55"/>
                    <a:gd name="T8" fmla="*/ 16 w 29"/>
                    <a:gd name="T9" fmla="*/ 39 h 55"/>
                    <a:gd name="T10" fmla="*/ 13 w 29"/>
                    <a:gd name="T11" fmla="*/ 52 h 55"/>
                    <a:gd name="T12" fmla="*/ 7 w 29"/>
                    <a:gd name="T13" fmla="*/ 54 h 55"/>
                    <a:gd name="T14" fmla="*/ 2 w 29"/>
                    <a:gd name="T15" fmla="*/ 41 h 55"/>
                    <a:gd name="T16" fmla="*/ 3 w 29"/>
                    <a:gd name="T17" fmla="*/ 32 h 55"/>
                    <a:gd name="T18" fmla="*/ 2 w 29"/>
                    <a:gd name="T19" fmla="*/ 6 h 55"/>
                    <a:gd name="T20" fmla="*/ 6 w 29"/>
                    <a:gd name="T21" fmla="*/ 5 h 55"/>
                    <a:gd name="T22" fmla="*/ 10 w 29"/>
                    <a:gd name="T23" fmla="*/ 14 h 55"/>
                    <a:gd name="T24" fmla="*/ 11 w 29"/>
                    <a:gd name="T25" fmla="*/ 30 h 55"/>
                    <a:gd name="T26" fmla="*/ 12 w 29"/>
                    <a:gd name="T27" fmla="*/ 3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55">
                      <a:moveTo>
                        <a:pt x="12" y="30"/>
                      </a:moveTo>
                      <a:cubicBezTo>
                        <a:pt x="15" y="23"/>
                        <a:pt x="17" y="15"/>
                        <a:pt x="20" y="7"/>
                      </a:cubicBezTo>
                      <a:cubicBezTo>
                        <a:pt x="21" y="5"/>
                        <a:pt x="21" y="0"/>
                        <a:pt x="25" y="1"/>
                      </a:cubicBezTo>
                      <a:cubicBezTo>
                        <a:pt x="29" y="2"/>
                        <a:pt x="27" y="6"/>
                        <a:pt x="26" y="9"/>
                      </a:cubicBezTo>
                      <a:cubicBezTo>
                        <a:pt x="23" y="19"/>
                        <a:pt x="19" y="29"/>
                        <a:pt x="16" y="39"/>
                      </a:cubicBezTo>
                      <a:cubicBezTo>
                        <a:pt x="15" y="43"/>
                        <a:pt x="14" y="48"/>
                        <a:pt x="13" y="52"/>
                      </a:cubicBezTo>
                      <a:cubicBezTo>
                        <a:pt x="12" y="55"/>
                        <a:pt x="10" y="55"/>
                        <a:pt x="7" y="54"/>
                      </a:cubicBezTo>
                      <a:cubicBezTo>
                        <a:pt x="1" y="50"/>
                        <a:pt x="0" y="49"/>
                        <a:pt x="2" y="41"/>
                      </a:cubicBezTo>
                      <a:cubicBezTo>
                        <a:pt x="3" y="38"/>
                        <a:pt x="3" y="35"/>
                        <a:pt x="3" y="32"/>
                      </a:cubicBezTo>
                      <a:cubicBezTo>
                        <a:pt x="3" y="23"/>
                        <a:pt x="2" y="15"/>
                        <a:pt x="2" y="6"/>
                      </a:cubicBezTo>
                      <a:cubicBezTo>
                        <a:pt x="2" y="3"/>
                        <a:pt x="5" y="3"/>
                        <a:pt x="6" y="5"/>
                      </a:cubicBezTo>
                      <a:cubicBezTo>
                        <a:pt x="8" y="7"/>
                        <a:pt x="10" y="11"/>
                        <a:pt x="10" y="14"/>
                      </a:cubicBezTo>
                      <a:cubicBezTo>
                        <a:pt x="11" y="19"/>
                        <a:pt x="11" y="25"/>
                        <a:pt x="11" y="30"/>
                      </a:cubicBezTo>
                      <a:cubicBezTo>
                        <a:pt x="11" y="30"/>
                        <a:pt x="12" y="30"/>
                        <a:pt x="12"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5" name="Freeform 20">
                  <a:extLst>
                    <a:ext uri="{FF2B5EF4-FFF2-40B4-BE49-F238E27FC236}">
                      <a16:creationId xmlns:a16="http://schemas.microsoft.com/office/drawing/2014/main" id="{28D425C4-CE02-4413-BBE1-2E9FA0CC0E90}"/>
                    </a:ext>
                  </a:extLst>
                </p:cNvPr>
                <p:cNvSpPr>
                  <a:spLocks/>
                </p:cNvSpPr>
                <p:nvPr/>
              </p:nvSpPr>
              <p:spPr bwMode="auto">
                <a:xfrm>
                  <a:off x="6259513" y="2933701"/>
                  <a:ext cx="114300" cy="73025"/>
                </a:xfrm>
                <a:custGeom>
                  <a:avLst/>
                  <a:gdLst>
                    <a:gd name="T0" fmla="*/ 27 w 27"/>
                    <a:gd name="T1" fmla="*/ 1 h 17"/>
                    <a:gd name="T2" fmla="*/ 16 w 27"/>
                    <a:gd name="T3" fmla="*/ 14 h 17"/>
                    <a:gd name="T4" fmla="*/ 5 w 27"/>
                    <a:gd name="T5" fmla="*/ 13 h 17"/>
                    <a:gd name="T6" fmla="*/ 0 w 27"/>
                    <a:gd name="T7" fmla="*/ 4 h 17"/>
                    <a:gd name="T8" fmla="*/ 9 w 27"/>
                    <a:gd name="T9" fmla="*/ 2 h 17"/>
                    <a:gd name="T10" fmla="*/ 27 w 27"/>
                    <a:gd name="T11" fmla="*/ 0 h 17"/>
                    <a:gd name="T12" fmla="*/ 27 w 27"/>
                    <a:gd name="T13" fmla="*/ 1 h 17"/>
                  </a:gdLst>
                  <a:ahLst/>
                  <a:cxnLst>
                    <a:cxn ang="0">
                      <a:pos x="T0" y="T1"/>
                    </a:cxn>
                    <a:cxn ang="0">
                      <a:pos x="T2" y="T3"/>
                    </a:cxn>
                    <a:cxn ang="0">
                      <a:pos x="T4" y="T5"/>
                    </a:cxn>
                    <a:cxn ang="0">
                      <a:pos x="T6" y="T7"/>
                    </a:cxn>
                    <a:cxn ang="0">
                      <a:pos x="T8" y="T9"/>
                    </a:cxn>
                    <a:cxn ang="0">
                      <a:pos x="T10" y="T11"/>
                    </a:cxn>
                    <a:cxn ang="0">
                      <a:pos x="T12" y="T13"/>
                    </a:cxn>
                  </a:cxnLst>
                  <a:rect l="0" t="0" r="r" b="b"/>
                  <a:pathLst>
                    <a:path w="27" h="17">
                      <a:moveTo>
                        <a:pt x="27" y="1"/>
                      </a:moveTo>
                      <a:cubicBezTo>
                        <a:pt x="24" y="6"/>
                        <a:pt x="20" y="10"/>
                        <a:pt x="16" y="14"/>
                      </a:cubicBezTo>
                      <a:cubicBezTo>
                        <a:pt x="14" y="17"/>
                        <a:pt x="8" y="16"/>
                        <a:pt x="5" y="13"/>
                      </a:cubicBezTo>
                      <a:cubicBezTo>
                        <a:pt x="3" y="10"/>
                        <a:pt x="1" y="7"/>
                        <a:pt x="0" y="4"/>
                      </a:cubicBezTo>
                      <a:cubicBezTo>
                        <a:pt x="3" y="3"/>
                        <a:pt x="6" y="2"/>
                        <a:pt x="9" y="2"/>
                      </a:cubicBezTo>
                      <a:cubicBezTo>
                        <a:pt x="15" y="1"/>
                        <a:pt x="21" y="1"/>
                        <a:pt x="27" y="0"/>
                      </a:cubicBezTo>
                      <a:cubicBezTo>
                        <a:pt x="27" y="1"/>
                        <a:pt x="27" y="1"/>
                        <a:pt x="2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sp>
            <p:nvSpPr>
              <p:cNvPr id="91" name="Freeform 11">
                <a:extLst>
                  <a:ext uri="{FF2B5EF4-FFF2-40B4-BE49-F238E27FC236}">
                    <a16:creationId xmlns:a16="http://schemas.microsoft.com/office/drawing/2014/main" id="{9E7CBDC3-9BA0-4307-8967-3267E5966ED9}"/>
                  </a:ext>
                </a:extLst>
              </p:cNvPr>
              <p:cNvSpPr>
                <a:spLocks noEditPoints="1"/>
              </p:cNvSpPr>
              <p:nvPr/>
            </p:nvSpPr>
            <p:spPr bwMode="auto">
              <a:xfrm>
                <a:off x="9065451" y="2270918"/>
                <a:ext cx="439964" cy="615950"/>
              </a:xfrm>
              <a:custGeom>
                <a:avLst/>
                <a:gdLst>
                  <a:gd name="T0" fmla="*/ 29 w 72"/>
                  <a:gd name="T1" fmla="*/ 49 h 102"/>
                  <a:gd name="T2" fmla="*/ 15 w 72"/>
                  <a:gd name="T3" fmla="*/ 43 h 102"/>
                  <a:gd name="T4" fmla="*/ 10 w 72"/>
                  <a:gd name="T5" fmla="*/ 21 h 102"/>
                  <a:gd name="T6" fmla="*/ 13 w 72"/>
                  <a:gd name="T7" fmla="*/ 15 h 102"/>
                  <a:gd name="T8" fmla="*/ 19 w 72"/>
                  <a:gd name="T9" fmla="*/ 18 h 102"/>
                  <a:gd name="T10" fmla="*/ 20 w 72"/>
                  <a:gd name="T11" fmla="*/ 26 h 102"/>
                  <a:gd name="T12" fmla="*/ 35 w 72"/>
                  <a:gd name="T13" fmla="*/ 22 h 102"/>
                  <a:gd name="T14" fmla="*/ 40 w 72"/>
                  <a:gd name="T15" fmla="*/ 16 h 102"/>
                  <a:gd name="T16" fmla="*/ 43 w 72"/>
                  <a:gd name="T17" fmla="*/ 14 h 102"/>
                  <a:gd name="T18" fmla="*/ 44 w 72"/>
                  <a:gd name="T19" fmla="*/ 19 h 102"/>
                  <a:gd name="T20" fmla="*/ 43 w 72"/>
                  <a:gd name="T21" fmla="*/ 28 h 102"/>
                  <a:gd name="T22" fmla="*/ 36 w 72"/>
                  <a:gd name="T23" fmla="*/ 40 h 102"/>
                  <a:gd name="T24" fmla="*/ 37 w 72"/>
                  <a:gd name="T25" fmla="*/ 42 h 102"/>
                  <a:gd name="T26" fmla="*/ 44 w 72"/>
                  <a:gd name="T27" fmla="*/ 38 h 102"/>
                  <a:gd name="T28" fmla="*/ 56 w 72"/>
                  <a:gd name="T29" fmla="*/ 20 h 102"/>
                  <a:gd name="T30" fmla="*/ 49 w 72"/>
                  <a:gd name="T31" fmla="*/ 9 h 102"/>
                  <a:gd name="T32" fmla="*/ 28 w 72"/>
                  <a:gd name="T33" fmla="*/ 14 h 102"/>
                  <a:gd name="T34" fmla="*/ 20 w 72"/>
                  <a:gd name="T35" fmla="*/ 13 h 102"/>
                  <a:gd name="T36" fmla="*/ 22 w 72"/>
                  <a:gd name="T37" fmla="*/ 6 h 102"/>
                  <a:gd name="T38" fmla="*/ 50 w 72"/>
                  <a:gd name="T39" fmla="*/ 1 h 102"/>
                  <a:gd name="T40" fmla="*/ 68 w 72"/>
                  <a:gd name="T41" fmla="*/ 12 h 102"/>
                  <a:gd name="T42" fmla="*/ 67 w 72"/>
                  <a:gd name="T43" fmla="*/ 24 h 102"/>
                  <a:gd name="T44" fmla="*/ 49 w 72"/>
                  <a:gd name="T45" fmla="*/ 48 h 102"/>
                  <a:gd name="T46" fmla="*/ 42 w 72"/>
                  <a:gd name="T47" fmla="*/ 49 h 102"/>
                  <a:gd name="T48" fmla="*/ 37 w 72"/>
                  <a:gd name="T49" fmla="*/ 47 h 102"/>
                  <a:gd name="T50" fmla="*/ 35 w 72"/>
                  <a:gd name="T51" fmla="*/ 52 h 102"/>
                  <a:gd name="T52" fmla="*/ 41 w 72"/>
                  <a:gd name="T53" fmla="*/ 58 h 102"/>
                  <a:gd name="T54" fmla="*/ 48 w 72"/>
                  <a:gd name="T55" fmla="*/ 57 h 102"/>
                  <a:gd name="T56" fmla="*/ 53 w 72"/>
                  <a:gd name="T57" fmla="*/ 59 h 102"/>
                  <a:gd name="T58" fmla="*/ 53 w 72"/>
                  <a:gd name="T59" fmla="*/ 66 h 102"/>
                  <a:gd name="T60" fmla="*/ 48 w 72"/>
                  <a:gd name="T61" fmla="*/ 70 h 102"/>
                  <a:gd name="T62" fmla="*/ 37 w 72"/>
                  <a:gd name="T63" fmla="*/ 81 h 102"/>
                  <a:gd name="T64" fmla="*/ 45 w 72"/>
                  <a:gd name="T65" fmla="*/ 81 h 102"/>
                  <a:gd name="T66" fmla="*/ 57 w 72"/>
                  <a:gd name="T67" fmla="*/ 89 h 102"/>
                  <a:gd name="T68" fmla="*/ 51 w 72"/>
                  <a:gd name="T69" fmla="*/ 98 h 102"/>
                  <a:gd name="T70" fmla="*/ 26 w 72"/>
                  <a:gd name="T71" fmla="*/ 101 h 102"/>
                  <a:gd name="T72" fmla="*/ 17 w 72"/>
                  <a:gd name="T73" fmla="*/ 96 h 102"/>
                  <a:gd name="T74" fmla="*/ 15 w 72"/>
                  <a:gd name="T75" fmla="*/ 94 h 102"/>
                  <a:gd name="T76" fmla="*/ 19 w 72"/>
                  <a:gd name="T77" fmla="*/ 77 h 102"/>
                  <a:gd name="T78" fmla="*/ 27 w 72"/>
                  <a:gd name="T79" fmla="*/ 70 h 102"/>
                  <a:gd name="T80" fmla="*/ 27 w 72"/>
                  <a:gd name="T81" fmla="*/ 69 h 102"/>
                  <a:gd name="T82" fmla="*/ 21 w 72"/>
                  <a:gd name="T83" fmla="*/ 71 h 102"/>
                  <a:gd name="T84" fmla="*/ 9 w 72"/>
                  <a:gd name="T85" fmla="*/ 76 h 102"/>
                  <a:gd name="T86" fmla="*/ 3 w 72"/>
                  <a:gd name="T87" fmla="*/ 75 h 102"/>
                  <a:gd name="T88" fmla="*/ 4 w 72"/>
                  <a:gd name="T89" fmla="*/ 69 h 102"/>
                  <a:gd name="T90" fmla="*/ 26 w 72"/>
                  <a:gd name="T91" fmla="*/ 60 h 102"/>
                  <a:gd name="T92" fmla="*/ 28 w 72"/>
                  <a:gd name="T93" fmla="*/ 57 h 102"/>
                  <a:gd name="T94" fmla="*/ 29 w 72"/>
                  <a:gd name="T95" fmla="*/ 49 h 102"/>
                  <a:gd name="T96" fmla="*/ 34 w 72"/>
                  <a:gd name="T97" fmla="*/ 29 h 102"/>
                  <a:gd name="T98" fmla="*/ 33 w 72"/>
                  <a:gd name="T99" fmla="*/ 28 h 102"/>
                  <a:gd name="T100" fmla="*/ 26 w 72"/>
                  <a:gd name="T101" fmla="*/ 32 h 102"/>
                  <a:gd name="T102" fmla="*/ 23 w 72"/>
                  <a:gd name="T103" fmla="*/ 36 h 102"/>
                  <a:gd name="T104" fmla="*/ 26 w 72"/>
                  <a:gd name="T105" fmla="*/ 42 h 102"/>
                  <a:gd name="T106" fmla="*/ 31 w 72"/>
                  <a:gd name="T107" fmla="*/ 40 h 102"/>
                  <a:gd name="T108" fmla="*/ 34 w 72"/>
                  <a:gd name="T109" fmla="*/ 29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2" h="102">
                    <a:moveTo>
                      <a:pt x="29" y="49"/>
                    </a:moveTo>
                    <a:cubicBezTo>
                      <a:pt x="19" y="52"/>
                      <a:pt x="18" y="52"/>
                      <a:pt x="15" y="43"/>
                    </a:cubicBezTo>
                    <a:cubicBezTo>
                      <a:pt x="13" y="36"/>
                      <a:pt x="11" y="28"/>
                      <a:pt x="10" y="21"/>
                    </a:cubicBezTo>
                    <a:cubicBezTo>
                      <a:pt x="9" y="19"/>
                      <a:pt x="11" y="16"/>
                      <a:pt x="13" y="15"/>
                    </a:cubicBezTo>
                    <a:cubicBezTo>
                      <a:pt x="16" y="13"/>
                      <a:pt x="18" y="16"/>
                      <a:pt x="19" y="18"/>
                    </a:cubicBezTo>
                    <a:cubicBezTo>
                      <a:pt x="19" y="21"/>
                      <a:pt x="20" y="23"/>
                      <a:pt x="20" y="26"/>
                    </a:cubicBezTo>
                    <a:cubicBezTo>
                      <a:pt x="26" y="25"/>
                      <a:pt x="31" y="24"/>
                      <a:pt x="35" y="22"/>
                    </a:cubicBezTo>
                    <a:cubicBezTo>
                      <a:pt x="37" y="21"/>
                      <a:pt x="38" y="18"/>
                      <a:pt x="40" y="16"/>
                    </a:cubicBezTo>
                    <a:cubicBezTo>
                      <a:pt x="41" y="15"/>
                      <a:pt x="42" y="14"/>
                      <a:pt x="43" y="14"/>
                    </a:cubicBezTo>
                    <a:cubicBezTo>
                      <a:pt x="44" y="15"/>
                      <a:pt x="44" y="17"/>
                      <a:pt x="44" y="19"/>
                    </a:cubicBezTo>
                    <a:cubicBezTo>
                      <a:pt x="44" y="22"/>
                      <a:pt x="43" y="25"/>
                      <a:pt x="43" y="28"/>
                    </a:cubicBezTo>
                    <a:cubicBezTo>
                      <a:pt x="37" y="29"/>
                      <a:pt x="39" y="36"/>
                      <a:pt x="36" y="40"/>
                    </a:cubicBezTo>
                    <a:cubicBezTo>
                      <a:pt x="36" y="41"/>
                      <a:pt x="37" y="41"/>
                      <a:pt x="37" y="42"/>
                    </a:cubicBezTo>
                    <a:cubicBezTo>
                      <a:pt x="39" y="41"/>
                      <a:pt x="42" y="40"/>
                      <a:pt x="44" y="38"/>
                    </a:cubicBezTo>
                    <a:cubicBezTo>
                      <a:pt x="48" y="32"/>
                      <a:pt x="52" y="26"/>
                      <a:pt x="56" y="20"/>
                    </a:cubicBezTo>
                    <a:cubicBezTo>
                      <a:pt x="59" y="15"/>
                      <a:pt x="56" y="9"/>
                      <a:pt x="49" y="9"/>
                    </a:cubicBezTo>
                    <a:cubicBezTo>
                      <a:pt x="42" y="8"/>
                      <a:pt x="34" y="10"/>
                      <a:pt x="28" y="14"/>
                    </a:cubicBezTo>
                    <a:cubicBezTo>
                      <a:pt x="25" y="16"/>
                      <a:pt x="22" y="15"/>
                      <a:pt x="20" y="13"/>
                    </a:cubicBezTo>
                    <a:cubicBezTo>
                      <a:pt x="17" y="9"/>
                      <a:pt x="17" y="7"/>
                      <a:pt x="22" y="6"/>
                    </a:cubicBezTo>
                    <a:cubicBezTo>
                      <a:pt x="31" y="3"/>
                      <a:pt x="40" y="0"/>
                      <a:pt x="50" y="1"/>
                    </a:cubicBezTo>
                    <a:cubicBezTo>
                      <a:pt x="58" y="1"/>
                      <a:pt x="63" y="7"/>
                      <a:pt x="68" y="12"/>
                    </a:cubicBezTo>
                    <a:cubicBezTo>
                      <a:pt x="72" y="15"/>
                      <a:pt x="70" y="20"/>
                      <a:pt x="67" y="24"/>
                    </a:cubicBezTo>
                    <a:cubicBezTo>
                      <a:pt x="61" y="32"/>
                      <a:pt x="55" y="40"/>
                      <a:pt x="49" y="48"/>
                    </a:cubicBezTo>
                    <a:cubicBezTo>
                      <a:pt x="47" y="51"/>
                      <a:pt x="45" y="52"/>
                      <a:pt x="42" y="49"/>
                    </a:cubicBezTo>
                    <a:cubicBezTo>
                      <a:pt x="41" y="48"/>
                      <a:pt x="38" y="47"/>
                      <a:pt x="37" y="47"/>
                    </a:cubicBezTo>
                    <a:cubicBezTo>
                      <a:pt x="36" y="48"/>
                      <a:pt x="35" y="50"/>
                      <a:pt x="35" y="52"/>
                    </a:cubicBezTo>
                    <a:cubicBezTo>
                      <a:pt x="34" y="59"/>
                      <a:pt x="34" y="59"/>
                      <a:pt x="41" y="58"/>
                    </a:cubicBezTo>
                    <a:cubicBezTo>
                      <a:pt x="43" y="57"/>
                      <a:pt x="46" y="56"/>
                      <a:pt x="48" y="57"/>
                    </a:cubicBezTo>
                    <a:cubicBezTo>
                      <a:pt x="50" y="57"/>
                      <a:pt x="53" y="58"/>
                      <a:pt x="53" y="59"/>
                    </a:cubicBezTo>
                    <a:cubicBezTo>
                      <a:pt x="54" y="61"/>
                      <a:pt x="54" y="64"/>
                      <a:pt x="53" y="66"/>
                    </a:cubicBezTo>
                    <a:cubicBezTo>
                      <a:pt x="52" y="68"/>
                      <a:pt x="50" y="69"/>
                      <a:pt x="48" y="70"/>
                    </a:cubicBezTo>
                    <a:cubicBezTo>
                      <a:pt x="44" y="73"/>
                      <a:pt x="39" y="75"/>
                      <a:pt x="37" y="81"/>
                    </a:cubicBezTo>
                    <a:cubicBezTo>
                      <a:pt x="40" y="81"/>
                      <a:pt x="43" y="81"/>
                      <a:pt x="45" y="81"/>
                    </a:cubicBezTo>
                    <a:cubicBezTo>
                      <a:pt x="51" y="81"/>
                      <a:pt x="56" y="84"/>
                      <a:pt x="57" y="89"/>
                    </a:cubicBezTo>
                    <a:cubicBezTo>
                      <a:pt x="58" y="93"/>
                      <a:pt x="55" y="97"/>
                      <a:pt x="51" y="98"/>
                    </a:cubicBezTo>
                    <a:cubicBezTo>
                      <a:pt x="43" y="99"/>
                      <a:pt x="35" y="100"/>
                      <a:pt x="26" y="101"/>
                    </a:cubicBezTo>
                    <a:cubicBezTo>
                      <a:pt x="22" y="102"/>
                      <a:pt x="19" y="100"/>
                      <a:pt x="17" y="96"/>
                    </a:cubicBezTo>
                    <a:cubicBezTo>
                      <a:pt x="16" y="96"/>
                      <a:pt x="16" y="95"/>
                      <a:pt x="15" y="94"/>
                    </a:cubicBezTo>
                    <a:cubicBezTo>
                      <a:pt x="11" y="84"/>
                      <a:pt x="11" y="84"/>
                      <a:pt x="19" y="77"/>
                    </a:cubicBezTo>
                    <a:cubicBezTo>
                      <a:pt x="22" y="75"/>
                      <a:pt x="24" y="72"/>
                      <a:pt x="27" y="70"/>
                    </a:cubicBezTo>
                    <a:cubicBezTo>
                      <a:pt x="27" y="70"/>
                      <a:pt x="27" y="69"/>
                      <a:pt x="27" y="69"/>
                    </a:cubicBezTo>
                    <a:cubicBezTo>
                      <a:pt x="25" y="69"/>
                      <a:pt x="23" y="70"/>
                      <a:pt x="21" y="71"/>
                    </a:cubicBezTo>
                    <a:cubicBezTo>
                      <a:pt x="17" y="72"/>
                      <a:pt x="13" y="74"/>
                      <a:pt x="9" y="76"/>
                    </a:cubicBezTo>
                    <a:cubicBezTo>
                      <a:pt x="7" y="76"/>
                      <a:pt x="5" y="76"/>
                      <a:pt x="3" y="75"/>
                    </a:cubicBezTo>
                    <a:cubicBezTo>
                      <a:pt x="0" y="72"/>
                      <a:pt x="0" y="71"/>
                      <a:pt x="4" y="69"/>
                    </a:cubicBezTo>
                    <a:cubicBezTo>
                      <a:pt x="12" y="66"/>
                      <a:pt x="19" y="63"/>
                      <a:pt x="26" y="60"/>
                    </a:cubicBezTo>
                    <a:cubicBezTo>
                      <a:pt x="27" y="60"/>
                      <a:pt x="28" y="58"/>
                      <a:pt x="28" y="57"/>
                    </a:cubicBezTo>
                    <a:cubicBezTo>
                      <a:pt x="29" y="55"/>
                      <a:pt x="29" y="52"/>
                      <a:pt x="29" y="49"/>
                    </a:cubicBezTo>
                    <a:close/>
                    <a:moveTo>
                      <a:pt x="34" y="29"/>
                    </a:moveTo>
                    <a:cubicBezTo>
                      <a:pt x="34" y="29"/>
                      <a:pt x="34" y="29"/>
                      <a:pt x="33" y="28"/>
                    </a:cubicBezTo>
                    <a:cubicBezTo>
                      <a:pt x="31" y="29"/>
                      <a:pt x="28" y="30"/>
                      <a:pt x="26" y="32"/>
                    </a:cubicBezTo>
                    <a:cubicBezTo>
                      <a:pt x="24" y="32"/>
                      <a:pt x="22" y="34"/>
                      <a:pt x="23" y="36"/>
                    </a:cubicBezTo>
                    <a:cubicBezTo>
                      <a:pt x="23" y="38"/>
                      <a:pt x="25" y="40"/>
                      <a:pt x="26" y="42"/>
                    </a:cubicBezTo>
                    <a:cubicBezTo>
                      <a:pt x="27" y="42"/>
                      <a:pt x="30" y="41"/>
                      <a:pt x="31" y="40"/>
                    </a:cubicBezTo>
                    <a:cubicBezTo>
                      <a:pt x="32" y="37"/>
                      <a:pt x="33" y="33"/>
                      <a:pt x="34" y="29"/>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2" name="Freeform 12">
                <a:extLst>
                  <a:ext uri="{FF2B5EF4-FFF2-40B4-BE49-F238E27FC236}">
                    <a16:creationId xmlns:a16="http://schemas.microsoft.com/office/drawing/2014/main" id="{D88D9717-3185-4A77-8E18-2A8659D441F7}"/>
                  </a:ext>
                </a:extLst>
              </p:cNvPr>
              <p:cNvSpPr>
                <a:spLocks/>
              </p:cNvSpPr>
              <p:nvPr/>
            </p:nvSpPr>
            <p:spPr bwMode="auto">
              <a:xfrm>
                <a:off x="8878184" y="2293480"/>
                <a:ext cx="236904" cy="593388"/>
              </a:xfrm>
              <a:custGeom>
                <a:avLst/>
                <a:gdLst>
                  <a:gd name="T0" fmla="*/ 30 w 39"/>
                  <a:gd name="T1" fmla="*/ 44 h 98"/>
                  <a:gd name="T2" fmla="*/ 36 w 39"/>
                  <a:gd name="T3" fmla="*/ 34 h 98"/>
                  <a:gd name="T4" fmla="*/ 37 w 39"/>
                  <a:gd name="T5" fmla="*/ 51 h 98"/>
                  <a:gd name="T6" fmla="*/ 25 w 39"/>
                  <a:gd name="T7" fmla="*/ 82 h 98"/>
                  <a:gd name="T8" fmla="*/ 21 w 39"/>
                  <a:gd name="T9" fmla="*/ 98 h 98"/>
                  <a:gd name="T10" fmla="*/ 13 w 39"/>
                  <a:gd name="T11" fmla="*/ 96 h 98"/>
                  <a:gd name="T12" fmla="*/ 5 w 39"/>
                  <a:gd name="T13" fmla="*/ 83 h 98"/>
                  <a:gd name="T14" fmla="*/ 11 w 39"/>
                  <a:gd name="T15" fmla="*/ 62 h 98"/>
                  <a:gd name="T16" fmla="*/ 9 w 39"/>
                  <a:gd name="T17" fmla="*/ 43 h 98"/>
                  <a:gd name="T18" fmla="*/ 12 w 39"/>
                  <a:gd name="T19" fmla="*/ 38 h 98"/>
                  <a:gd name="T20" fmla="*/ 18 w 39"/>
                  <a:gd name="T21" fmla="*/ 33 h 98"/>
                  <a:gd name="T22" fmla="*/ 23 w 39"/>
                  <a:gd name="T23" fmla="*/ 12 h 98"/>
                  <a:gd name="T24" fmla="*/ 11 w 39"/>
                  <a:gd name="T25" fmla="*/ 16 h 98"/>
                  <a:gd name="T26" fmla="*/ 2 w 39"/>
                  <a:gd name="T27" fmla="*/ 16 h 98"/>
                  <a:gd name="T28" fmla="*/ 0 w 39"/>
                  <a:gd name="T29" fmla="*/ 12 h 98"/>
                  <a:gd name="T30" fmla="*/ 3 w 39"/>
                  <a:gd name="T31" fmla="*/ 10 h 98"/>
                  <a:gd name="T32" fmla="*/ 16 w 39"/>
                  <a:gd name="T33" fmla="*/ 7 h 98"/>
                  <a:gd name="T34" fmla="*/ 26 w 39"/>
                  <a:gd name="T35" fmla="*/ 2 h 98"/>
                  <a:gd name="T36" fmla="*/ 32 w 39"/>
                  <a:gd name="T37" fmla="*/ 1 h 98"/>
                  <a:gd name="T38" fmla="*/ 35 w 39"/>
                  <a:gd name="T39" fmla="*/ 9 h 98"/>
                  <a:gd name="T40" fmla="*/ 34 w 39"/>
                  <a:gd name="T41" fmla="*/ 11 h 98"/>
                  <a:gd name="T42" fmla="*/ 27 w 39"/>
                  <a:gd name="T43" fmla="*/ 38 h 98"/>
                  <a:gd name="T44" fmla="*/ 28 w 39"/>
                  <a:gd name="T45" fmla="*/ 44 h 98"/>
                  <a:gd name="T46" fmla="*/ 30 w 39"/>
                  <a:gd name="T47" fmla="*/ 44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9" h="98">
                    <a:moveTo>
                      <a:pt x="30" y="44"/>
                    </a:moveTo>
                    <a:cubicBezTo>
                      <a:pt x="32" y="41"/>
                      <a:pt x="34" y="38"/>
                      <a:pt x="36" y="34"/>
                    </a:cubicBezTo>
                    <a:cubicBezTo>
                      <a:pt x="37" y="40"/>
                      <a:pt x="39" y="45"/>
                      <a:pt x="37" y="51"/>
                    </a:cubicBezTo>
                    <a:cubicBezTo>
                      <a:pt x="33" y="61"/>
                      <a:pt x="29" y="72"/>
                      <a:pt x="25" y="82"/>
                    </a:cubicBezTo>
                    <a:cubicBezTo>
                      <a:pt x="23" y="87"/>
                      <a:pt x="23" y="92"/>
                      <a:pt x="21" y="98"/>
                    </a:cubicBezTo>
                    <a:cubicBezTo>
                      <a:pt x="18" y="97"/>
                      <a:pt x="15" y="97"/>
                      <a:pt x="13" y="96"/>
                    </a:cubicBezTo>
                    <a:cubicBezTo>
                      <a:pt x="7" y="94"/>
                      <a:pt x="3" y="89"/>
                      <a:pt x="5" y="83"/>
                    </a:cubicBezTo>
                    <a:cubicBezTo>
                      <a:pt x="7" y="76"/>
                      <a:pt x="9" y="69"/>
                      <a:pt x="11" y="62"/>
                    </a:cubicBezTo>
                    <a:cubicBezTo>
                      <a:pt x="13" y="56"/>
                      <a:pt x="14" y="49"/>
                      <a:pt x="9" y="43"/>
                    </a:cubicBezTo>
                    <a:cubicBezTo>
                      <a:pt x="7" y="39"/>
                      <a:pt x="9" y="38"/>
                      <a:pt x="12" y="38"/>
                    </a:cubicBezTo>
                    <a:cubicBezTo>
                      <a:pt x="17" y="39"/>
                      <a:pt x="17" y="37"/>
                      <a:pt x="18" y="33"/>
                    </a:cubicBezTo>
                    <a:cubicBezTo>
                      <a:pt x="19" y="26"/>
                      <a:pt x="21" y="20"/>
                      <a:pt x="23" y="12"/>
                    </a:cubicBezTo>
                    <a:cubicBezTo>
                      <a:pt x="19" y="13"/>
                      <a:pt x="15" y="15"/>
                      <a:pt x="11" y="16"/>
                    </a:cubicBezTo>
                    <a:cubicBezTo>
                      <a:pt x="8" y="17"/>
                      <a:pt x="5" y="16"/>
                      <a:pt x="2" y="16"/>
                    </a:cubicBezTo>
                    <a:cubicBezTo>
                      <a:pt x="1" y="15"/>
                      <a:pt x="0" y="13"/>
                      <a:pt x="0" y="12"/>
                    </a:cubicBezTo>
                    <a:cubicBezTo>
                      <a:pt x="1" y="11"/>
                      <a:pt x="2" y="10"/>
                      <a:pt x="3" y="10"/>
                    </a:cubicBezTo>
                    <a:cubicBezTo>
                      <a:pt x="7" y="8"/>
                      <a:pt x="12" y="8"/>
                      <a:pt x="16" y="7"/>
                    </a:cubicBezTo>
                    <a:cubicBezTo>
                      <a:pt x="19" y="5"/>
                      <a:pt x="22" y="3"/>
                      <a:pt x="26" y="2"/>
                    </a:cubicBezTo>
                    <a:cubicBezTo>
                      <a:pt x="28" y="1"/>
                      <a:pt x="32" y="0"/>
                      <a:pt x="32" y="1"/>
                    </a:cubicBezTo>
                    <a:cubicBezTo>
                      <a:pt x="34" y="3"/>
                      <a:pt x="35" y="6"/>
                      <a:pt x="35" y="9"/>
                    </a:cubicBezTo>
                    <a:cubicBezTo>
                      <a:pt x="36" y="9"/>
                      <a:pt x="35" y="10"/>
                      <a:pt x="34" y="11"/>
                    </a:cubicBezTo>
                    <a:cubicBezTo>
                      <a:pt x="27" y="19"/>
                      <a:pt x="28" y="29"/>
                      <a:pt x="27" y="38"/>
                    </a:cubicBezTo>
                    <a:cubicBezTo>
                      <a:pt x="27" y="40"/>
                      <a:pt x="28" y="42"/>
                      <a:pt x="28" y="44"/>
                    </a:cubicBezTo>
                    <a:cubicBezTo>
                      <a:pt x="29" y="44"/>
                      <a:pt x="29" y="44"/>
                      <a:pt x="30" y="44"/>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grpSp>
      </p:grpSp>
    </p:spTree>
    <p:extLst>
      <p:ext uri="{BB962C8B-B14F-4D97-AF65-F5344CB8AC3E}">
        <p14:creationId xmlns:p14="http://schemas.microsoft.com/office/powerpoint/2010/main" val="42485232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目录样式3-2">
    <p:spTree>
      <p:nvGrpSpPr>
        <p:cNvPr id="1" name=""/>
        <p:cNvGrpSpPr/>
        <p:nvPr/>
      </p:nvGrpSpPr>
      <p:grpSpPr>
        <a:xfrm>
          <a:off x="0" y="0"/>
          <a:ext cx="0" cy="0"/>
          <a:chOff x="0" y="0"/>
          <a:chExt cx="0" cy="0"/>
        </a:xfrm>
      </p:grpSpPr>
      <p:pic>
        <p:nvPicPr>
          <p:cNvPr id="4" name="图片 3"/>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6592525" y="0"/>
            <a:ext cx="7030596" cy="6765696"/>
          </a:xfrm>
          <a:prstGeom prst="rect">
            <a:avLst/>
          </a:prstGeom>
        </p:spPr>
      </p:pic>
      <p:sp>
        <p:nvSpPr>
          <p:cNvPr id="63" name="任意多边形: 形状 59">
            <a:extLst>
              <a:ext uri="{FF2B5EF4-FFF2-40B4-BE49-F238E27FC236}">
                <a16:creationId xmlns:a16="http://schemas.microsoft.com/office/drawing/2014/main" id="{AC1D2521-933E-409D-9088-BF7A7FA6A8E9}"/>
              </a:ext>
            </a:extLst>
          </p:cNvPr>
          <p:cNvSpPr/>
          <p:nvPr userDrawn="1"/>
        </p:nvSpPr>
        <p:spPr>
          <a:xfrm flipH="1">
            <a:off x="-1352550" y="-2"/>
            <a:ext cx="13544548" cy="1057277"/>
          </a:xfrm>
          <a:custGeom>
            <a:avLst/>
            <a:gdLst>
              <a:gd name="connsiteX0" fmla="*/ 12192000 w 12192000"/>
              <a:gd name="connsiteY0" fmla="*/ 0 h 723900"/>
              <a:gd name="connsiteX1" fmla="*/ 2755900 w 12192000"/>
              <a:gd name="connsiteY1" fmla="*/ 0 h 723900"/>
              <a:gd name="connsiteX2" fmla="*/ 4 w 12192000"/>
              <a:gd name="connsiteY2" fmla="*/ 0 h 723900"/>
              <a:gd name="connsiteX3" fmla="*/ 0 w 12192000"/>
              <a:gd name="connsiteY3" fmla="*/ 0 h 723900"/>
              <a:gd name="connsiteX4" fmla="*/ 0 w 12192000"/>
              <a:gd name="connsiteY4" fmla="*/ 723900 h 723900"/>
              <a:gd name="connsiteX5" fmla="*/ 1987354 w 12192000"/>
              <a:gd name="connsiteY5" fmla="*/ 723900 h 723900"/>
              <a:gd name="connsiteX6" fmla="*/ 2038350 w 12192000"/>
              <a:gd name="connsiteY6" fmla="*/ 717550 h 723900"/>
              <a:gd name="connsiteX7" fmla="*/ 2753650 w 12192000"/>
              <a:gd name="connsiteY7" fmla="*/ 288000 h 723900"/>
              <a:gd name="connsiteX8" fmla="*/ 12192000 w 12192000"/>
              <a:gd name="connsiteY8" fmla="*/ 288000 h 723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92000" h="723900">
                <a:moveTo>
                  <a:pt x="12192000" y="0"/>
                </a:moveTo>
                <a:lnTo>
                  <a:pt x="2755900" y="0"/>
                </a:lnTo>
                <a:lnTo>
                  <a:pt x="4" y="0"/>
                </a:lnTo>
                <a:lnTo>
                  <a:pt x="0" y="0"/>
                </a:lnTo>
                <a:lnTo>
                  <a:pt x="0" y="723900"/>
                </a:lnTo>
                <a:lnTo>
                  <a:pt x="1987354" y="723900"/>
                </a:lnTo>
                <a:lnTo>
                  <a:pt x="2038350" y="717550"/>
                </a:lnTo>
                <a:cubicBezTo>
                  <a:pt x="2497291" y="642783"/>
                  <a:pt x="2432975" y="321492"/>
                  <a:pt x="2753650" y="288000"/>
                </a:cubicBezTo>
                <a:cubicBezTo>
                  <a:pt x="3074325" y="254508"/>
                  <a:pt x="9045883" y="288000"/>
                  <a:pt x="12192000" y="288000"/>
                </a:cubicBezTo>
                <a:close/>
              </a:path>
            </a:pathLst>
          </a:custGeom>
          <a:gradFill>
            <a:gsLst>
              <a:gs pos="0">
                <a:schemeClr val="accent1"/>
              </a:gs>
              <a:gs pos="100000">
                <a:schemeClr val="accent1">
                  <a:lumMod val="7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pic>
        <p:nvPicPr>
          <p:cNvPr id="64" name="图片 63"/>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9793498" y="249943"/>
            <a:ext cx="2025400" cy="566914"/>
          </a:xfrm>
          <a:prstGeom prst="rect">
            <a:avLst/>
          </a:prstGeom>
        </p:spPr>
      </p:pic>
      <p:sp>
        <p:nvSpPr>
          <p:cNvPr id="65" name="矩形 64">
            <a:extLst>
              <a:ext uri="{FF2B5EF4-FFF2-40B4-BE49-F238E27FC236}">
                <a16:creationId xmlns:a16="http://schemas.microsoft.com/office/drawing/2014/main" id="{180A68EB-E97F-4BBF-9D90-3F845C9BE11A}"/>
              </a:ext>
            </a:extLst>
          </p:cNvPr>
          <p:cNvSpPr/>
          <p:nvPr userDrawn="1"/>
        </p:nvSpPr>
        <p:spPr>
          <a:xfrm>
            <a:off x="0" y="6188075"/>
            <a:ext cx="12192000" cy="669925"/>
          </a:xfrm>
          <a:prstGeom prst="rect">
            <a:avLst/>
          </a:prstGeom>
          <a:gradFill>
            <a:gsLst>
              <a:gs pos="0">
                <a:schemeClr val="accent4"/>
              </a:gs>
              <a:gs pos="100000">
                <a:schemeClr val="accent4"/>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6" name="组合 65"/>
          <p:cNvGrpSpPr/>
          <p:nvPr userDrawn="1"/>
        </p:nvGrpSpPr>
        <p:grpSpPr>
          <a:xfrm>
            <a:off x="598941" y="6399999"/>
            <a:ext cx="2542613" cy="276499"/>
            <a:chOff x="598941" y="6399999"/>
            <a:chExt cx="2542613" cy="276499"/>
          </a:xfrm>
          <a:solidFill>
            <a:schemeClr val="bg1"/>
          </a:solidFill>
        </p:grpSpPr>
        <p:grpSp>
          <p:nvGrpSpPr>
            <p:cNvPr id="67" name="组合 66">
              <a:extLst>
                <a:ext uri="{FF2B5EF4-FFF2-40B4-BE49-F238E27FC236}">
                  <a16:creationId xmlns:a16="http://schemas.microsoft.com/office/drawing/2014/main" id="{2B6AF4F4-F405-428E-ACB6-6C287CCD9962}"/>
                </a:ext>
              </a:extLst>
            </p:cNvPr>
            <p:cNvGrpSpPr/>
            <p:nvPr/>
          </p:nvGrpSpPr>
          <p:grpSpPr>
            <a:xfrm>
              <a:off x="2055693" y="6402621"/>
              <a:ext cx="1085861" cy="270805"/>
              <a:chOff x="10340336" y="2247899"/>
              <a:chExt cx="2724438" cy="679451"/>
            </a:xfrm>
            <a:grpFill/>
          </p:grpSpPr>
          <p:sp>
            <p:nvSpPr>
              <p:cNvPr id="81" name="Freeform 5">
                <a:extLst>
                  <a:ext uri="{FF2B5EF4-FFF2-40B4-BE49-F238E27FC236}">
                    <a16:creationId xmlns:a16="http://schemas.microsoft.com/office/drawing/2014/main" id="{7EF8326A-A460-4F1F-A35E-22F6C0E02782}"/>
                  </a:ext>
                </a:extLst>
              </p:cNvPr>
              <p:cNvSpPr>
                <a:spLocks/>
              </p:cNvSpPr>
              <p:nvPr/>
            </p:nvSpPr>
            <p:spPr bwMode="auto">
              <a:xfrm>
                <a:off x="11868131" y="2285206"/>
                <a:ext cx="534988" cy="603250"/>
              </a:xfrm>
              <a:custGeom>
                <a:avLst/>
                <a:gdLst>
                  <a:gd name="T0" fmla="*/ 41 w 125"/>
                  <a:gd name="T1" fmla="*/ 16 h 142"/>
                  <a:gd name="T2" fmla="*/ 49 w 125"/>
                  <a:gd name="T3" fmla="*/ 3 h 142"/>
                  <a:gd name="T4" fmla="*/ 62 w 125"/>
                  <a:gd name="T5" fmla="*/ 20 h 142"/>
                  <a:gd name="T6" fmla="*/ 64 w 125"/>
                  <a:gd name="T7" fmla="*/ 33 h 142"/>
                  <a:gd name="T8" fmla="*/ 50 w 125"/>
                  <a:gd name="T9" fmla="*/ 34 h 142"/>
                  <a:gd name="T10" fmla="*/ 58 w 125"/>
                  <a:gd name="T11" fmla="*/ 58 h 142"/>
                  <a:gd name="T12" fmla="*/ 75 w 125"/>
                  <a:gd name="T13" fmla="*/ 59 h 142"/>
                  <a:gd name="T14" fmla="*/ 71 w 125"/>
                  <a:gd name="T15" fmla="*/ 50 h 142"/>
                  <a:gd name="T16" fmla="*/ 81 w 125"/>
                  <a:gd name="T17" fmla="*/ 47 h 142"/>
                  <a:gd name="T18" fmla="*/ 65 w 125"/>
                  <a:gd name="T19" fmla="*/ 42 h 142"/>
                  <a:gd name="T20" fmla="*/ 63 w 125"/>
                  <a:gd name="T21" fmla="*/ 37 h 142"/>
                  <a:gd name="T22" fmla="*/ 85 w 125"/>
                  <a:gd name="T23" fmla="*/ 27 h 142"/>
                  <a:gd name="T24" fmla="*/ 93 w 125"/>
                  <a:gd name="T25" fmla="*/ 2 h 142"/>
                  <a:gd name="T26" fmla="*/ 99 w 125"/>
                  <a:gd name="T27" fmla="*/ 5 h 142"/>
                  <a:gd name="T28" fmla="*/ 111 w 125"/>
                  <a:gd name="T29" fmla="*/ 30 h 142"/>
                  <a:gd name="T30" fmla="*/ 102 w 125"/>
                  <a:gd name="T31" fmla="*/ 34 h 142"/>
                  <a:gd name="T32" fmla="*/ 95 w 125"/>
                  <a:gd name="T33" fmla="*/ 59 h 142"/>
                  <a:gd name="T34" fmla="*/ 123 w 125"/>
                  <a:gd name="T35" fmla="*/ 61 h 142"/>
                  <a:gd name="T36" fmla="*/ 110 w 125"/>
                  <a:gd name="T37" fmla="*/ 71 h 142"/>
                  <a:gd name="T38" fmla="*/ 104 w 125"/>
                  <a:gd name="T39" fmla="*/ 82 h 142"/>
                  <a:gd name="T40" fmla="*/ 112 w 125"/>
                  <a:gd name="T41" fmla="*/ 134 h 142"/>
                  <a:gd name="T42" fmla="*/ 102 w 125"/>
                  <a:gd name="T43" fmla="*/ 140 h 142"/>
                  <a:gd name="T44" fmla="*/ 89 w 125"/>
                  <a:gd name="T45" fmla="*/ 123 h 142"/>
                  <a:gd name="T46" fmla="*/ 101 w 125"/>
                  <a:gd name="T47" fmla="*/ 128 h 142"/>
                  <a:gd name="T48" fmla="*/ 101 w 125"/>
                  <a:gd name="T49" fmla="*/ 92 h 142"/>
                  <a:gd name="T50" fmla="*/ 97 w 125"/>
                  <a:gd name="T51" fmla="*/ 99 h 142"/>
                  <a:gd name="T52" fmla="*/ 90 w 125"/>
                  <a:gd name="T53" fmla="*/ 103 h 142"/>
                  <a:gd name="T54" fmla="*/ 86 w 125"/>
                  <a:gd name="T55" fmla="*/ 110 h 142"/>
                  <a:gd name="T56" fmla="*/ 81 w 125"/>
                  <a:gd name="T57" fmla="*/ 120 h 142"/>
                  <a:gd name="T58" fmla="*/ 88 w 125"/>
                  <a:gd name="T59" fmla="*/ 71 h 142"/>
                  <a:gd name="T60" fmla="*/ 60 w 125"/>
                  <a:gd name="T61" fmla="*/ 87 h 142"/>
                  <a:gd name="T62" fmla="*/ 53 w 125"/>
                  <a:gd name="T63" fmla="*/ 89 h 142"/>
                  <a:gd name="T64" fmla="*/ 51 w 125"/>
                  <a:gd name="T65" fmla="*/ 128 h 142"/>
                  <a:gd name="T66" fmla="*/ 43 w 125"/>
                  <a:gd name="T67" fmla="*/ 134 h 142"/>
                  <a:gd name="T68" fmla="*/ 39 w 125"/>
                  <a:gd name="T69" fmla="*/ 107 h 142"/>
                  <a:gd name="T70" fmla="*/ 33 w 125"/>
                  <a:gd name="T71" fmla="*/ 114 h 142"/>
                  <a:gd name="T72" fmla="*/ 17 w 125"/>
                  <a:gd name="T73" fmla="*/ 108 h 142"/>
                  <a:gd name="T74" fmla="*/ 5 w 125"/>
                  <a:gd name="T75" fmla="*/ 81 h 142"/>
                  <a:gd name="T76" fmla="*/ 34 w 125"/>
                  <a:gd name="T77" fmla="*/ 56 h 142"/>
                  <a:gd name="T78" fmla="*/ 38 w 125"/>
                  <a:gd name="T79" fmla="*/ 33 h 142"/>
                  <a:gd name="T80" fmla="*/ 22 w 125"/>
                  <a:gd name="T81" fmla="*/ 55 h 142"/>
                  <a:gd name="T82" fmla="*/ 14 w 125"/>
                  <a:gd name="T83" fmla="*/ 55 h 142"/>
                  <a:gd name="T84" fmla="*/ 11 w 125"/>
                  <a:gd name="T85" fmla="*/ 36 h 142"/>
                  <a:gd name="T86" fmla="*/ 32 w 125"/>
                  <a:gd name="T87" fmla="*/ 22 h 142"/>
                  <a:gd name="T88" fmla="*/ 28 w 125"/>
                  <a:gd name="T89" fmla="*/ 33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5" h="142">
                    <a:moveTo>
                      <a:pt x="28" y="33"/>
                    </a:moveTo>
                    <a:cubicBezTo>
                      <a:pt x="35" y="29"/>
                      <a:pt x="41" y="25"/>
                      <a:pt x="41" y="16"/>
                    </a:cubicBezTo>
                    <a:cubicBezTo>
                      <a:pt x="41" y="13"/>
                      <a:pt x="43" y="9"/>
                      <a:pt x="44" y="6"/>
                    </a:cubicBezTo>
                    <a:cubicBezTo>
                      <a:pt x="45" y="5"/>
                      <a:pt x="48" y="3"/>
                      <a:pt x="49" y="3"/>
                    </a:cubicBezTo>
                    <a:cubicBezTo>
                      <a:pt x="54" y="4"/>
                      <a:pt x="59" y="9"/>
                      <a:pt x="59" y="15"/>
                    </a:cubicBezTo>
                    <a:cubicBezTo>
                      <a:pt x="59" y="18"/>
                      <a:pt x="60" y="19"/>
                      <a:pt x="62" y="20"/>
                    </a:cubicBezTo>
                    <a:cubicBezTo>
                      <a:pt x="65" y="22"/>
                      <a:pt x="68" y="25"/>
                      <a:pt x="69" y="28"/>
                    </a:cubicBezTo>
                    <a:cubicBezTo>
                      <a:pt x="71" y="32"/>
                      <a:pt x="68" y="34"/>
                      <a:pt x="64" y="33"/>
                    </a:cubicBezTo>
                    <a:cubicBezTo>
                      <a:pt x="62" y="32"/>
                      <a:pt x="60" y="31"/>
                      <a:pt x="57" y="30"/>
                    </a:cubicBezTo>
                    <a:cubicBezTo>
                      <a:pt x="53" y="28"/>
                      <a:pt x="51" y="29"/>
                      <a:pt x="50" y="34"/>
                    </a:cubicBezTo>
                    <a:cubicBezTo>
                      <a:pt x="48" y="45"/>
                      <a:pt x="46" y="56"/>
                      <a:pt x="52" y="66"/>
                    </a:cubicBezTo>
                    <a:cubicBezTo>
                      <a:pt x="54" y="64"/>
                      <a:pt x="56" y="62"/>
                      <a:pt x="58" y="58"/>
                    </a:cubicBezTo>
                    <a:cubicBezTo>
                      <a:pt x="61" y="62"/>
                      <a:pt x="63" y="65"/>
                      <a:pt x="65" y="69"/>
                    </a:cubicBezTo>
                    <a:cubicBezTo>
                      <a:pt x="68" y="66"/>
                      <a:pt x="72" y="62"/>
                      <a:pt x="75" y="59"/>
                    </a:cubicBezTo>
                    <a:cubicBezTo>
                      <a:pt x="76" y="58"/>
                      <a:pt x="75" y="56"/>
                      <a:pt x="75" y="55"/>
                    </a:cubicBezTo>
                    <a:cubicBezTo>
                      <a:pt x="74" y="53"/>
                      <a:pt x="71" y="51"/>
                      <a:pt x="71" y="50"/>
                    </a:cubicBezTo>
                    <a:cubicBezTo>
                      <a:pt x="72" y="47"/>
                      <a:pt x="75" y="46"/>
                      <a:pt x="78" y="47"/>
                    </a:cubicBezTo>
                    <a:cubicBezTo>
                      <a:pt x="79" y="47"/>
                      <a:pt x="80" y="47"/>
                      <a:pt x="81" y="47"/>
                    </a:cubicBezTo>
                    <a:cubicBezTo>
                      <a:pt x="81" y="44"/>
                      <a:pt x="82" y="40"/>
                      <a:pt x="83" y="35"/>
                    </a:cubicBezTo>
                    <a:cubicBezTo>
                      <a:pt x="76" y="38"/>
                      <a:pt x="71" y="40"/>
                      <a:pt x="65" y="42"/>
                    </a:cubicBezTo>
                    <a:cubicBezTo>
                      <a:pt x="61" y="44"/>
                      <a:pt x="60" y="44"/>
                      <a:pt x="57" y="40"/>
                    </a:cubicBezTo>
                    <a:cubicBezTo>
                      <a:pt x="59" y="39"/>
                      <a:pt x="61" y="38"/>
                      <a:pt x="63" y="37"/>
                    </a:cubicBezTo>
                    <a:cubicBezTo>
                      <a:pt x="69" y="35"/>
                      <a:pt x="75" y="33"/>
                      <a:pt x="81" y="30"/>
                    </a:cubicBezTo>
                    <a:cubicBezTo>
                      <a:pt x="83" y="30"/>
                      <a:pt x="84" y="28"/>
                      <a:pt x="85" y="27"/>
                    </a:cubicBezTo>
                    <a:cubicBezTo>
                      <a:pt x="87" y="21"/>
                      <a:pt x="88" y="14"/>
                      <a:pt x="90" y="8"/>
                    </a:cubicBezTo>
                    <a:cubicBezTo>
                      <a:pt x="90" y="6"/>
                      <a:pt x="92" y="3"/>
                      <a:pt x="93" y="2"/>
                    </a:cubicBezTo>
                    <a:cubicBezTo>
                      <a:pt x="94" y="0"/>
                      <a:pt x="96" y="0"/>
                      <a:pt x="98" y="0"/>
                    </a:cubicBezTo>
                    <a:cubicBezTo>
                      <a:pt x="98" y="1"/>
                      <a:pt x="99" y="4"/>
                      <a:pt x="99" y="5"/>
                    </a:cubicBezTo>
                    <a:cubicBezTo>
                      <a:pt x="93" y="12"/>
                      <a:pt x="94" y="20"/>
                      <a:pt x="92" y="28"/>
                    </a:cubicBezTo>
                    <a:cubicBezTo>
                      <a:pt x="98" y="31"/>
                      <a:pt x="105" y="25"/>
                      <a:pt x="111" y="30"/>
                    </a:cubicBezTo>
                    <a:cubicBezTo>
                      <a:pt x="109" y="33"/>
                      <a:pt x="107" y="36"/>
                      <a:pt x="103" y="35"/>
                    </a:cubicBezTo>
                    <a:cubicBezTo>
                      <a:pt x="103" y="34"/>
                      <a:pt x="102" y="34"/>
                      <a:pt x="102" y="34"/>
                    </a:cubicBezTo>
                    <a:cubicBezTo>
                      <a:pt x="92" y="34"/>
                      <a:pt x="88" y="39"/>
                      <a:pt x="90" y="49"/>
                    </a:cubicBezTo>
                    <a:cubicBezTo>
                      <a:pt x="91" y="52"/>
                      <a:pt x="93" y="55"/>
                      <a:pt x="95" y="59"/>
                    </a:cubicBezTo>
                    <a:cubicBezTo>
                      <a:pt x="99" y="59"/>
                      <a:pt x="104" y="58"/>
                      <a:pt x="109" y="57"/>
                    </a:cubicBezTo>
                    <a:cubicBezTo>
                      <a:pt x="114" y="56"/>
                      <a:pt x="119" y="58"/>
                      <a:pt x="123" y="61"/>
                    </a:cubicBezTo>
                    <a:cubicBezTo>
                      <a:pt x="125" y="63"/>
                      <a:pt x="125" y="66"/>
                      <a:pt x="122" y="67"/>
                    </a:cubicBezTo>
                    <a:cubicBezTo>
                      <a:pt x="118" y="69"/>
                      <a:pt x="114" y="71"/>
                      <a:pt x="110" y="71"/>
                    </a:cubicBezTo>
                    <a:cubicBezTo>
                      <a:pt x="103" y="70"/>
                      <a:pt x="99" y="75"/>
                      <a:pt x="95" y="79"/>
                    </a:cubicBezTo>
                    <a:cubicBezTo>
                      <a:pt x="98" y="80"/>
                      <a:pt x="102" y="80"/>
                      <a:pt x="104" y="82"/>
                    </a:cubicBezTo>
                    <a:cubicBezTo>
                      <a:pt x="106" y="83"/>
                      <a:pt x="108" y="86"/>
                      <a:pt x="109" y="88"/>
                    </a:cubicBezTo>
                    <a:cubicBezTo>
                      <a:pt x="110" y="104"/>
                      <a:pt x="111" y="119"/>
                      <a:pt x="112" y="134"/>
                    </a:cubicBezTo>
                    <a:cubicBezTo>
                      <a:pt x="112" y="137"/>
                      <a:pt x="110" y="140"/>
                      <a:pt x="110" y="142"/>
                    </a:cubicBezTo>
                    <a:cubicBezTo>
                      <a:pt x="107" y="141"/>
                      <a:pt x="104" y="141"/>
                      <a:pt x="102" y="140"/>
                    </a:cubicBezTo>
                    <a:cubicBezTo>
                      <a:pt x="97" y="136"/>
                      <a:pt x="93" y="131"/>
                      <a:pt x="90" y="127"/>
                    </a:cubicBezTo>
                    <a:cubicBezTo>
                      <a:pt x="89" y="126"/>
                      <a:pt x="89" y="124"/>
                      <a:pt x="89" y="123"/>
                    </a:cubicBezTo>
                    <a:cubicBezTo>
                      <a:pt x="92" y="125"/>
                      <a:pt x="96" y="127"/>
                      <a:pt x="100" y="130"/>
                    </a:cubicBezTo>
                    <a:cubicBezTo>
                      <a:pt x="100" y="129"/>
                      <a:pt x="101" y="129"/>
                      <a:pt x="101" y="128"/>
                    </a:cubicBezTo>
                    <a:cubicBezTo>
                      <a:pt x="101" y="121"/>
                      <a:pt x="101" y="113"/>
                      <a:pt x="101" y="105"/>
                    </a:cubicBezTo>
                    <a:cubicBezTo>
                      <a:pt x="101" y="101"/>
                      <a:pt x="101" y="96"/>
                      <a:pt x="101" y="92"/>
                    </a:cubicBezTo>
                    <a:cubicBezTo>
                      <a:pt x="99" y="85"/>
                      <a:pt x="96" y="84"/>
                      <a:pt x="90" y="90"/>
                    </a:cubicBezTo>
                    <a:cubicBezTo>
                      <a:pt x="92" y="93"/>
                      <a:pt x="97" y="93"/>
                      <a:pt x="97" y="99"/>
                    </a:cubicBezTo>
                    <a:cubicBezTo>
                      <a:pt x="94" y="98"/>
                      <a:pt x="91" y="97"/>
                      <a:pt x="88" y="96"/>
                    </a:cubicBezTo>
                    <a:cubicBezTo>
                      <a:pt x="84" y="100"/>
                      <a:pt x="84" y="101"/>
                      <a:pt x="90" y="103"/>
                    </a:cubicBezTo>
                    <a:cubicBezTo>
                      <a:pt x="95" y="106"/>
                      <a:pt x="98" y="111"/>
                      <a:pt x="96" y="112"/>
                    </a:cubicBezTo>
                    <a:cubicBezTo>
                      <a:pt x="92" y="115"/>
                      <a:pt x="89" y="112"/>
                      <a:pt x="86" y="110"/>
                    </a:cubicBezTo>
                    <a:cubicBezTo>
                      <a:pt x="85" y="110"/>
                      <a:pt x="84" y="109"/>
                      <a:pt x="83" y="108"/>
                    </a:cubicBezTo>
                    <a:cubicBezTo>
                      <a:pt x="82" y="112"/>
                      <a:pt x="82" y="116"/>
                      <a:pt x="81" y="120"/>
                    </a:cubicBezTo>
                    <a:cubicBezTo>
                      <a:pt x="74" y="118"/>
                      <a:pt x="72" y="114"/>
                      <a:pt x="73" y="108"/>
                    </a:cubicBezTo>
                    <a:cubicBezTo>
                      <a:pt x="76" y="95"/>
                      <a:pt x="81" y="83"/>
                      <a:pt x="88" y="71"/>
                    </a:cubicBezTo>
                    <a:cubicBezTo>
                      <a:pt x="84" y="74"/>
                      <a:pt x="80" y="76"/>
                      <a:pt x="76" y="78"/>
                    </a:cubicBezTo>
                    <a:cubicBezTo>
                      <a:pt x="71" y="81"/>
                      <a:pt x="65" y="84"/>
                      <a:pt x="60" y="87"/>
                    </a:cubicBezTo>
                    <a:cubicBezTo>
                      <a:pt x="60" y="87"/>
                      <a:pt x="60" y="87"/>
                      <a:pt x="59" y="87"/>
                    </a:cubicBezTo>
                    <a:cubicBezTo>
                      <a:pt x="57" y="88"/>
                      <a:pt x="54" y="88"/>
                      <a:pt x="53" y="89"/>
                    </a:cubicBezTo>
                    <a:cubicBezTo>
                      <a:pt x="51" y="93"/>
                      <a:pt x="49" y="97"/>
                      <a:pt x="49" y="101"/>
                    </a:cubicBezTo>
                    <a:cubicBezTo>
                      <a:pt x="49" y="110"/>
                      <a:pt x="50" y="119"/>
                      <a:pt x="51" y="128"/>
                    </a:cubicBezTo>
                    <a:cubicBezTo>
                      <a:pt x="51" y="131"/>
                      <a:pt x="51" y="134"/>
                      <a:pt x="51" y="137"/>
                    </a:cubicBezTo>
                    <a:cubicBezTo>
                      <a:pt x="48" y="136"/>
                      <a:pt x="45" y="136"/>
                      <a:pt x="43" y="134"/>
                    </a:cubicBezTo>
                    <a:cubicBezTo>
                      <a:pt x="40" y="132"/>
                      <a:pt x="37" y="130"/>
                      <a:pt x="38" y="125"/>
                    </a:cubicBezTo>
                    <a:cubicBezTo>
                      <a:pt x="40" y="119"/>
                      <a:pt x="39" y="113"/>
                      <a:pt x="39" y="107"/>
                    </a:cubicBezTo>
                    <a:cubicBezTo>
                      <a:pt x="38" y="107"/>
                      <a:pt x="38" y="107"/>
                      <a:pt x="37" y="106"/>
                    </a:cubicBezTo>
                    <a:cubicBezTo>
                      <a:pt x="36" y="109"/>
                      <a:pt x="34" y="111"/>
                      <a:pt x="33" y="114"/>
                    </a:cubicBezTo>
                    <a:cubicBezTo>
                      <a:pt x="30" y="120"/>
                      <a:pt x="25" y="122"/>
                      <a:pt x="21" y="120"/>
                    </a:cubicBezTo>
                    <a:cubicBezTo>
                      <a:pt x="16" y="118"/>
                      <a:pt x="15" y="113"/>
                      <a:pt x="17" y="108"/>
                    </a:cubicBezTo>
                    <a:cubicBezTo>
                      <a:pt x="20" y="99"/>
                      <a:pt x="23" y="91"/>
                      <a:pt x="26" y="81"/>
                    </a:cubicBezTo>
                    <a:cubicBezTo>
                      <a:pt x="19" y="90"/>
                      <a:pt x="12" y="85"/>
                      <a:pt x="5" y="81"/>
                    </a:cubicBezTo>
                    <a:cubicBezTo>
                      <a:pt x="0" y="79"/>
                      <a:pt x="0" y="76"/>
                      <a:pt x="5" y="73"/>
                    </a:cubicBezTo>
                    <a:cubicBezTo>
                      <a:pt x="15" y="68"/>
                      <a:pt x="25" y="62"/>
                      <a:pt x="34" y="56"/>
                    </a:cubicBezTo>
                    <a:cubicBezTo>
                      <a:pt x="35" y="55"/>
                      <a:pt x="37" y="54"/>
                      <a:pt x="37" y="52"/>
                    </a:cubicBezTo>
                    <a:cubicBezTo>
                      <a:pt x="38" y="46"/>
                      <a:pt x="38" y="39"/>
                      <a:pt x="38" y="33"/>
                    </a:cubicBezTo>
                    <a:cubicBezTo>
                      <a:pt x="38" y="32"/>
                      <a:pt x="38" y="32"/>
                      <a:pt x="37" y="32"/>
                    </a:cubicBezTo>
                    <a:cubicBezTo>
                      <a:pt x="32" y="40"/>
                      <a:pt x="27" y="48"/>
                      <a:pt x="22" y="55"/>
                    </a:cubicBezTo>
                    <a:cubicBezTo>
                      <a:pt x="22" y="56"/>
                      <a:pt x="22" y="56"/>
                      <a:pt x="23" y="57"/>
                    </a:cubicBezTo>
                    <a:cubicBezTo>
                      <a:pt x="20" y="56"/>
                      <a:pt x="17" y="56"/>
                      <a:pt x="14" y="55"/>
                    </a:cubicBezTo>
                    <a:cubicBezTo>
                      <a:pt x="9" y="53"/>
                      <a:pt x="7" y="49"/>
                      <a:pt x="9" y="44"/>
                    </a:cubicBezTo>
                    <a:cubicBezTo>
                      <a:pt x="10" y="42"/>
                      <a:pt x="10" y="39"/>
                      <a:pt x="11" y="36"/>
                    </a:cubicBezTo>
                    <a:cubicBezTo>
                      <a:pt x="13" y="28"/>
                      <a:pt x="18" y="23"/>
                      <a:pt x="26" y="20"/>
                    </a:cubicBezTo>
                    <a:cubicBezTo>
                      <a:pt x="27" y="19"/>
                      <a:pt x="30" y="20"/>
                      <a:pt x="32" y="22"/>
                    </a:cubicBezTo>
                    <a:cubicBezTo>
                      <a:pt x="34" y="23"/>
                      <a:pt x="32" y="25"/>
                      <a:pt x="31" y="27"/>
                    </a:cubicBezTo>
                    <a:cubicBezTo>
                      <a:pt x="29" y="28"/>
                      <a:pt x="29" y="31"/>
                      <a:pt x="28" y="33"/>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2" name="Freeform 6">
                <a:extLst>
                  <a:ext uri="{FF2B5EF4-FFF2-40B4-BE49-F238E27FC236}">
                    <a16:creationId xmlns:a16="http://schemas.microsoft.com/office/drawing/2014/main" id="{CC1FA68D-3307-481A-8E89-D3CB2E8693F4}"/>
                  </a:ext>
                </a:extLst>
              </p:cNvPr>
              <p:cNvSpPr>
                <a:spLocks/>
              </p:cNvSpPr>
              <p:nvPr/>
            </p:nvSpPr>
            <p:spPr bwMode="auto">
              <a:xfrm>
                <a:off x="12756799" y="2388393"/>
                <a:ext cx="307975" cy="463550"/>
              </a:xfrm>
              <a:custGeom>
                <a:avLst/>
                <a:gdLst>
                  <a:gd name="T0" fmla="*/ 33 w 72"/>
                  <a:gd name="T1" fmla="*/ 76 h 109"/>
                  <a:gd name="T2" fmla="*/ 44 w 72"/>
                  <a:gd name="T3" fmla="*/ 73 h 109"/>
                  <a:gd name="T4" fmla="*/ 59 w 72"/>
                  <a:gd name="T5" fmla="*/ 71 h 109"/>
                  <a:gd name="T6" fmla="*/ 69 w 72"/>
                  <a:gd name="T7" fmla="*/ 92 h 109"/>
                  <a:gd name="T8" fmla="*/ 66 w 72"/>
                  <a:gd name="T9" fmla="*/ 94 h 109"/>
                  <a:gd name="T10" fmla="*/ 49 w 72"/>
                  <a:gd name="T11" fmla="*/ 96 h 109"/>
                  <a:gd name="T12" fmla="*/ 28 w 72"/>
                  <a:gd name="T13" fmla="*/ 106 h 109"/>
                  <a:gd name="T14" fmla="*/ 16 w 72"/>
                  <a:gd name="T15" fmla="*/ 106 h 109"/>
                  <a:gd name="T16" fmla="*/ 1 w 72"/>
                  <a:gd name="T17" fmla="*/ 80 h 109"/>
                  <a:gd name="T18" fmla="*/ 2 w 72"/>
                  <a:gd name="T19" fmla="*/ 74 h 109"/>
                  <a:gd name="T20" fmla="*/ 23 w 72"/>
                  <a:gd name="T21" fmla="*/ 31 h 109"/>
                  <a:gd name="T22" fmla="*/ 22 w 72"/>
                  <a:gd name="T23" fmla="*/ 26 h 109"/>
                  <a:gd name="T24" fmla="*/ 12 w 72"/>
                  <a:gd name="T25" fmla="*/ 16 h 109"/>
                  <a:gd name="T26" fmla="*/ 15 w 72"/>
                  <a:gd name="T27" fmla="*/ 10 h 109"/>
                  <a:gd name="T28" fmla="*/ 32 w 72"/>
                  <a:gd name="T29" fmla="*/ 5 h 109"/>
                  <a:gd name="T30" fmla="*/ 60 w 72"/>
                  <a:gd name="T31" fmla="*/ 18 h 109"/>
                  <a:gd name="T32" fmla="*/ 59 w 72"/>
                  <a:gd name="T33" fmla="*/ 26 h 109"/>
                  <a:gd name="T34" fmla="*/ 52 w 72"/>
                  <a:gd name="T35" fmla="*/ 36 h 109"/>
                  <a:gd name="T36" fmla="*/ 34 w 72"/>
                  <a:gd name="T37" fmla="*/ 72 h 109"/>
                  <a:gd name="T38" fmla="*/ 33 w 72"/>
                  <a:gd name="T39" fmla="*/ 76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2" h="109">
                    <a:moveTo>
                      <a:pt x="33" y="76"/>
                    </a:moveTo>
                    <a:cubicBezTo>
                      <a:pt x="37" y="74"/>
                      <a:pt x="40" y="73"/>
                      <a:pt x="44" y="73"/>
                    </a:cubicBezTo>
                    <a:cubicBezTo>
                      <a:pt x="49" y="72"/>
                      <a:pt x="54" y="71"/>
                      <a:pt x="59" y="71"/>
                    </a:cubicBezTo>
                    <a:cubicBezTo>
                      <a:pt x="66" y="72"/>
                      <a:pt x="72" y="85"/>
                      <a:pt x="69" y="92"/>
                    </a:cubicBezTo>
                    <a:cubicBezTo>
                      <a:pt x="68" y="93"/>
                      <a:pt x="67" y="94"/>
                      <a:pt x="66" y="94"/>
                    </a:cubicBezTo>
                    <a:cubicBezTo>
                      <a:pt x="60" y="95"/>
                      <a:pt x="54" y="94"/>
                      <a:pt x="49" y="96"/>
                    </a:cubicBezTo>
                    <a:cubicBezTo>
                      <a:pt x="42" y="99"/>
                      <a:pt x="35" y="102"/>
                      <a:pt x="28" y="106"/>
                    </a:cubicBezTo>
                    <a:cubicBezTo>
                      <a:pt x="24" y="108"/>
                      <a:pt x="21" y="109"/>
                      <a:pt x="16" y="106"/>
                    </a:cubicBezTo>
                    <a:cubicBezTo>
                      <a:pt x="7" y="100"/>
                      <a:pt x="3" y="90"/>
                      <a:pt x="1" y="80"/>
                    </a:cubicBezTo>
                    <a:cubicBezTo>
                      <a:pt x="0" y="78"/>
                      <a:pt x="1" y="76"/>
                      <a:pt x="2" y="74"/>
                    </a:cubicBezTo>
                    <a:cubicBezTo>
                      <a:pt x="9" y="60"/>
                      <a:pt x="16" y="45"/>
                      <a:pt x="23" y="31"/>
                    </a:cubicBezTo>
                    <a:cubicBezTo>
                      <a:pt x="23" y="30"/>
                      <a:pt x="23" y="28"/>
                      <a:pt x="22" y="26"/>
                    </a:cubicBezTo>
                    <a:cubicBezTo>
                      <a:pt x="19" y="23"/>
                      <a:pt x="15" y="20"/>
                      <a:pt x="12" y="16"/>
                    </a:cubicBezTo>
                    <a:cubicBezTo>
                      <a:pt x="10" y="13"/>
                      <a:pt x="11" y="11"/>
                      <a:pt x="15" y="10"/>
                    </a:cubicBezTo>
                    <a:cubicBezTo>
                      <a:pt x="21" y="9"/>
                      <a:pt x="26" y="7"/>
                      <a:pt x="32" y="5"/>
                    </a:cubicBezTo>
                    <a:cubicBezTo>
                      <a:pt x="44" y="0"/>
                      <a:pt x="57" y="6"/>
                      <a:pt x="60" y="18"/>
                    </a:cubicBezTo>
                    <a:cubicBezTo>
                      <a:pt x="61" y="21"/>
                      <a:pt x="60" y="24"/>
                      <a:pt x="59" y="26"/>
                    </a:cubicBezTo>
                    <a:cubicBezTo>
                      <a:pt x="57" y="29"/>
                      <a:pt x="54" y="33"/>
                      <a:pt x="52" y="36"/>
                    </a:cubicBezTo>
                    <a:cubicBezTo>
                      <a:pt x="46" y="48"/>
                      <a:pt x="40" y="60"/>
                      <a:pt x="34" y="72"/>
                    </a:cubicBezTo>
                    <a:cubicBezTo>
                      <a:pt x="34" y="72"/>
                      <a:pt x="34" y="74"/>
                      <a:pt x="33" y="76"/>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grpSp>
            <p:nvGrpSpPr>
              <p:cNvPr id="83" name="组合 82">
                <a:extLst>
                  <a:ext uri="{FF2B5EF4-FFF2-40B4-BE49-F238E27FC236}">
                    <a16:creationId xmlns:a16="http://schemas.microsoft.com/office/drawing/2014/main" id="{C7A6E3E5-9A1F-4E06-9E71-F1D7E5C11C32}"/>
                  </a:ext>
                </a:extLst>
              </p:cNvPr>
              <p:cNvGrpSpPr/>
              <p:nvPr/>
            </p:nvGrpSpPr>
            <p:grpSpPr>
              <a:xfrm>
                <a:off x="10340336" y="2247899"/>
                <a:ext cx="547688" cy="679451"/>
                <a:chOff x="5548313" y="2084388"/>
                <a:chExt cx="547688" cy="679451"/>
              </a:xfrm>
              <a:grpFill/>
            </p:grpSpPr>
            <p:sp>
              <p:nvSpPr>
                <p:cNvPr id="88" name="Freeform 7">
                  <a:extLst>
                    <a:ext uri="{FF2B5EF4-FFF2-40B4-BE49-F238E27FC236}">
                      <a16:creationId xmlns:a16="http://schemas.microsoft.com/office/drawing/2014/main" id="{02368C72-9CA0-44B0-93EC-F396645A3423}"/>
                    </a:ext>
                  </a:extLst>
                </p:cNvPr>
                <p:cNvSpPr>
                  <a:spLocks/>
                </p:cNvSpPr>
                <p:nvPr/>
              </p:nvSpPr>
              <p:spPr bwMode="auto">
                <a:xfrm>
                  <a:off x="5548313" y="2084388"/>
                  <a:ext cx="547688" cy="446088"/>
                </a:xfrm>
                <a:custGeom>
                  <a:avLst/>
                  <a:gdLst>
                    <a:gd name="T0" fmla="*/ 101 w 128"/>
                    <a:gd name="T1" fmla="*/ 58 h 105"/>
                    <a:gd name="T2" fmla="*/ 74 w 128"/>
                    <a:gd name="T3" fmla="*/ 56 h 105"/>
                    <a:gd name="T4" fmla="*/ 68 w 128"/>
                    <a:gd name="T5" fmla="*/ 57 h 105"/>
                    <a:gd name="T6" fmla="*/ 51 w 128"/>
                    <a:gd name="T7" fmla="*/ 59 h 105"/>
                    <a:gd name="T8" fmla="*/ 36 w 128"/>
                    <a:gd name="T9" fmla="*/ 65 h 105"/>
                    <a:gd name="T10" fmla="*/ 28 w 128"/>
                    <a:gd name="T11" fmla="*/ 73 h 105"/>
                    <a:gd name="T12" fmla="*/ 16 w 128"/>
                    <a:gd name="T13" fmla="*/ 102 h 105"/>
                    <a:gd name="T14" fmla="*/ 13 w 128"/>
                    <a:gd name="T15" fmla="*/ 104 h 105"/>
                    <a:gd name="T16" fmla="*/ 1 w 128"/>
                    <a:gd name="T17" fmla="*/ 98 h 105"/>
                    <a:gd name="T18" fmla="*/ 0 w 128"/>
                    <a:gd name="T19" fmla="*/ 93 h 105"/>
                    <a:gd name="T20" fmla="*/ 15 w 128"/>
                    <a:gd name="T21" fmla="*/ 60 h 105"/>
                    <a:gd name="T22" fmla="*/ 16 w 128"/>
                    <a:gd name="T23" fmla="*/ 58 h 105"/>
                    <a:gd name="T24" fmla="*/ 20 w 128"/>
                    <a:gd name="T25" fmla="*/ 52 h 105"/>
                    <a:gd name="T26" fmla="*/ 32 w 128"/>
                    <a:gd name="T27" fmla="*/ 54 h 105"/>
                    <a:gd name="T28" fmla="*/ 39 w 128"/>
                    <a:gd name="T29" fmla="*/ 55 h 105"/>
                    <a:gd name="T30" fmla="*/ 72 w 128"/>
                    <a:gd name="T31" fmla="*/ 21 h 105"/>
                    <a:gd name="T32" fmla="*/ 74 w 128"/>
                    <a:gd name="T33" fmla="*/ 16 h 105"/>
                    <a:gd name="T34" fmla="*/ 74 w 128"/>
                    <a:gd name="T35" fmla="*/ 11 h 105"/>
                    <a:gd name="T36" fmla="*/ 71 w 128"/>
                    <a:gd name="T37" fmla="*/ 11 h 105"/>
                    <a:gd name="T38" fmla="*/ 68 w 128"/>
                    <a:gd name="T39" fmla="*/ 15 h 105"/>
                    <a:gd name="T40" fmla="*/ 68 w 128"/>
                    <a:gd name="T41" fmla="*/ 21 h 105"/>
                    <a:gd name="T42" fmla="*/ 59 w 128"/>
                    <a:gd name="T43" fmla="*/ 29 h 105"/>
                    <a:gd name="T44" fmla="*/ 53 w 128"/>
                    <a:gd name="T45" fmla="*/ 27 h 105"/>
                    <a:gd name="T46" fmla="*/ 47 w 128"/>
                    <a:gd name="T47" fmla="*/ 24 h 105"/>
                    <a:gd name="T48" fmla="*/ 47 w 128"/>
                    <a:gd name="T49" fmla="*/ 32 h 105"/>
                    <a:gd name="T50" fmla="*/ 47 w 128"/>
                    <a:gd name="T51" fmla="*/ 34 h 105"/>
                    <a:gd name="T52" fmla="*/ 43 w 128"/>
                    <a:gd name="T53" fmla="*/ 45 h 105"/>
                    <a:gd name="T54" fmla="*/ 31 w 128"/>
                    <a:gd name="T55" fmla="*/ 39 h 105"/>
                    <a:gd name="T56" fmla="*/ 29 w 128"/>
                    <a:gd name="T57" fmla="*/ 23 h 105"/>
                    <a:gd name="T58" fmla="*/ 33 w 128"/>
                    <a:gd name="T59" fmla="*/ 14 h 105"/>
                    <a:gd name="T60" fmla="*/ 36 w 128"/>
                    <a:gd name="T61" fmla="*/ 9 h 105"/>
                    <a:gd name="T62" fmla="*/ 42 w 128"/>
                    <a:gd name="T63" fmla="*/ 13 h 105"/>
                    <a:gd name="T64" fmla="*/ 44 w 128"/>
                    <a:gd name="T65" fmla="*/ 16 h 105"/>
                    <a:gd name="T66" fmla="*/ 57 w 128"/>
                    <a:gd name="T67" fmla="*/ 14 h 105"/>
                    <a:gd name="T68" fmla="*/ 62 w 128"/>
                    <a:gd name="T69" fmla="*/ 11 h 105"/>
                    <a:gd name="T70" fmla="*/ 84 w 128"/>
                    <a:gd name="T71" fmla="*/ 0 h 105"/>
                    <a:gd name="T72" fmla="*/ 96 w 128"/>
                    <a:gd name="T73" fmla="*/ 7 h 105"/>
                    <a:gd name="T74" fmla="*/ 96 w 128"/>
                    <a:gd name="T75" fmla="*/ 20 h 105"/>
                    <a:gd name="T76" fmla="*/ 83 w 128"/>
                    <a:gd name="T77" fmla="*/ 43 h 105"/>
                    <a:gd name="T78" fmla="*/ 94 w 128"/>
                    <a:gd name="T79" fmla="*/ 44 h 105"/>
                    <a:gd name="T80" fmla="*/ 122 w 128"/>
                    <a:gd name="T81" fmla="*/ 59 h 105"/>
                    <a:gd name="T82" fmla="*/ 120 w 128"/>
                    <a:gd name="T83" fmla="*/ 73 h 105"/>
                    <a:gd name="T84" fmla="*/ 98 w 128"/>
                    <a:gd name="T85" fmla="*/ 73 h 105"/>
                    <a:gd name="T86" fmla="*/ 97 w 128"/>
                    <a:gd name="T87" fmla="*/ 66 h 105"/>
                    <a:gd name="T88" fmla="*/ 101 w 128"/>
                    <a:gd name="T89" fmla="*/ 58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8" h="105">
                      <a:moveTo>
                        <a:pt x="101" y="58"/>
                      </a:moveTo>
                      <a:cubicBezTo>
                        <a:pt x="94" y="52"/>
                        <a:pt x="81" y="52"/>
                        <a:pt x="74" y="56"/>
                      </a:cubicBezTo>
                      <a:cubicBezTo>
                        <a:pt x="73" y="57"/>
                        <a:pt x="70" y="58"/>
                        <a:pt x="68" y="57"/>
                      </a:cubicBezTo>
                      <a:cubicBezTo>
                        <a:pt x="62" y="56"/>
                        <a:pt x="57" y="57"/>
                        <a:pt x="51" y="59"/>
                      </a:cubicBezTo>
                      <a:cubicBezTo>
                        <a:pt x="46" y="61"/>
                        <a:pt x="41" y="63"/>
                        <a:pt x="36" y="65"/>
                      </a:cubicBezTo>
                      <a:cubicBezTo>
                        <a:pt x="32" y="67"/>
                        <a:pt x="29" y="69"/>
                        <a:pt x="28" y="73"/>
                      </a:cubicBezTo>
                      <a:cubicBezTo>
                        <a:pt x="24" y="82"/>
                        <a:pt x="20" y="92"/>
                        <a:pt x="16" y="102"/>
                      </a:cubicBezTo>
                      <a:cubicBezTo>
                        <a:pt x="16" y="103"/>
                        <a:pt x="14" y="105"/>
                        <a:pt x="13" y="104"/>
                      </a:cubicBezTo>
                      <a:cubicBezTo>
                        <a:pt x="9" y="103"/>
                        <a:pt x="5" y="100"/>
                        <a:pt x="1" y="98"/>
                      </a:cubicBezTo>
                      <a:cubicBezTo>
                        <a:pt x="0" y="97"/>
                        <a:pt x="0" y="95"/>
                        <a:pt x="0" y="93"/>
                      </a:cubicBezTo>
                      <a:cubicBezTo>
                        <a:pt x="5" y="82"/>
                        <a:pt x="10" y="71"/>
                        <a:pt x="15" y="60"/>
                      </a:cubicBezTo>
                      <a:cubicBezTo>
                        <a:pt x="15" y="59"/>
                        <a:pt x="16" y="59"/>
                        <a:pt x="16" y="58"/>
                      </a:cubicBezTo>
                      <a:cubicBezTo>
                        <a:pt x="18" y="56"/>
                        <a:pt x="19" y="52"/>
                        <a:pt x="20" y="52"/>
                      </a:cubicBezTo>
                      <a:cubicBezTo>
                        <a:pt x="24" y="52"/>
                        <a:pt x="29" y="52"/>
                        <a:pt x="32" y="54"/>
                      </a:cubicBezTo>
                      <a:cubicBezTo>
                        <a:pt x="35" y="55"/>
                        <a:pt x="36" y="56"/>
                        <a:pt x="39" y="55"/>
                      </a:cubicBezTo>
                      <a:cubicBezTo>
                        <a:pt x="57" y="50"/>
                        <a:pt x="66" y="37"/>
                        <a:pt x="72" y="21"/>
                      </a:cubicBezTo>
                      <a:cubicBezTo>
                        <a:pt x="72" y="20"/>
                        <a:pt x="73" y="18"/>
                        <a:pt x="74" y="16"/>
                      </a:cubicBezTo>
                      <a:cubicBezTo>
                        <a:pt x="74" y="14"/>
                        <a:pt x="74" y="13"/>
                        <a:pt x="74" y="11"/>
                      </a:cubicBezTo>
                      <a:cubicBezTo>
                        <a:pt x="74" y="11"/>
                        <a:pt x="72" y="10"/>
                        <a:pt x="71" y="11"/>
                      </a:cubicBezTo>
                      <a:cubicBezTo>
                        <a:pt x="70" y="12"/>
                        <a:pt x="68" y="13"/>
                        <a:pt x="68" y="15"/>
                      </a:cubicBezTo>
                      <a:cubicBezTo>
                        <a:pt x="67" y="17"/>
                        <a:pt x="68" y="19"/>
                        <a:pt x="68" y="21"/>
                      </a:cubicBezTo>
                      <a:cubicBezTo>
                        <a:pt x="69" y="28"/>
                        <a:pt x="68" y="30"/>
                        <a:pt x="59" y="29"/>
                      </a:cubicBezTo>
                      <a:cubicBezTo>
                        <a:pt x="57" y="29"/>
                        <a:pt x="55" y="28"/>
                        <a:pt x="53" y="27"/>
                      </a:cubicBezTo>
                      <a:cubicBezTo>
                        <a:pt x="51" y="26"/>
                        <a:pt x="49" y="25"/>
                        <a:pt x="47" y="24"/>
                      </a:cubicBezTo>
                      <a:cubicBezTo>
                        <a:pt x="47" y="27"/>
                        <a:pt x="47" y="29"/>
                        <a:pt x="47" y="32"/>
                      </a:cubicBezTo>
                      <a:cubicBezTo>
                        <a:pt x="47" y="33"/>
                        <a:pt x="47" y="33"/>
                        <a:pt x="47" y="34"/>
                      </a:cubicBezTo>
                      <a:cubicBezTo>
                        <a:pt x="47" y="38"/>
                        <a:pt x="48" y="43"/>
                        <a:pt x="43" y="45"/>
                      </a:cubicBezTo>
                      <a:cubicBezTo>
                        <a:pt x="39" y="46"/>
                        <a:pt x="34" y="44"/>
                        <a:pt x="31" y="39"/>
                      </a:cubicBezTo>
                      <a:cubicBezTo>
                        <a:pt x="28" y="34"/>
                        <a:pt x="25" y="29"/>
                        <a:pt x="29" y="23"/>
                      </a:cubicBezTo>
                      <a:cubicBezTo>
                        <a:pt x="31" y="20"/>
                        <a:pt x="31" y="17"/>
                        <a:pt x="33" y="14"/>
                      </a:cubicBezTo>
                      <a:cubicBezTo>
                        <a:pt x="34" y="12"/>
                        <a:pt x="35" y="9"/>
                        <a:pt x="36" y="9"/>
                      </a:cubicBezTo>
                      <a:cubicBezTo>
                        <a:pt x="38" y="10"/>
                        <a:pt x="40" y="11"/>
                        <a:pt x="42" y="13"/>
                      </a:cubicBezTo>
                      <a:cubicBezTo>
                        <a:pt x="42" y="13"/>
                        <a:pt x="43" y="15"/>
                        <a:pt x="44" y="16"/>
                      </a:cubicBezTo>
                      <a:cubicBezTo>
                        <a:pt x="48" y="13"/>
                        <a:pt x="52" y="11"/>
                        <a:pt x="57" y="14"/>
                      </a:cubicBezTo>
                      <a:cubicBezTo>
                        <a:pt x="58" y="15"/>
                        <a:pt x="61" y="13"/>
                        <a:pt x="62" y="11"/>
                      </a:cubicBezTo>
                      <a:cubicBezTo>
                        <a:pt x="69" y="5"/>
                        <a:pt x="75" y="0"/>
                        <a:pt x="84" y="0"/>
                      </a:cubicBezTo>
                      <a:cubicBezTo>
                        <a:pt x="89" y="0"/>
                        <a:pt x="93" y="2"/>
                        <a:pt x="96" y="7"/>
                      </a:cubicBezTo>
                      <a:cubicBezTo>
                        <a:pt x="99" y="11"/>
                        <a:pt x="98" y="15"/>
                        <a:pt x="96" y="20"/>
                      </a:cubicBezTo>
                      <a:cubicBezTo>
                        <a:pt x="91" y="27"/>
                        <a:pt x="87" y="35"/>
                        <a:pt x="83" y="43"/>
                      </a:cubicBezTo>
                      <a:cubicBezTo>
                        <a:pt x="88" y="43"/>
                        <a:pt x="91" y="44"/>
                        <a:pt x="94" y="44"/>
                      </a:cubicBezTo>
                      <a:cubicBezTo>
                        <a:pt x="105" y="46"/>
                        <a:pt x="115" y="50"/>
                        <a:pt x="122" y="59"/>
                      </a:cubicBezTo>
                      <a:cubicBezTo>
                        <a:pt x="128" y="65"/>
                        <a:pt x="127" y="68"/>
                        <a:pt x="120" y="73"/>
                      </a:cubicBezTo>
                      <a:cubicBezTo>
                        <a:pt x="113" y="77"/>
                        <a:pt x="105" y="77"/>
                        <a:pt x="98" y="73"/>
                      </a:cubicBezTo>
                      <a:cubicBezTo>
                        <a:pt x="95" y="71"/>
                        <a:pt x="95" y="69"/>
                        <a:pt x="97" y="66"/>
                      </a:cubicBezTo>
                      <a:cubicBezTo>
                        <a:pt x="98" y="64"/>
                        <a:pt x="100" y="61"/>
                        <a:pt x="101" y="5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9" name="Freeform 8">
                  <a:extLst>
                    <a:ext uri="{FF2B5EF4-FFF2-40B4-BE49-F238E27FC236}">
                      <a16:creationId xmlns:a16="http://schemas.microsoft.com/office/drawing/2014/main" id="{68AB8704-3F31-41E0-B209-31D0A83BAA2E}"/>
                    </a:ext>
                  </a:extLst>
                </p:cNvPr>
                <p:cNvSpPr>
                  <a:spLocks/>
                </p:cNvSpPr>
                <p:nvPr/>
              </p:nvSpPr>
              <p:spPr bwMode="auto">
                <a:xfrm>
                  <a:off x="5664200" y="2355851"/>
                  <a:ext cx="341313" cy="407988"/>
                </a:xfrm>
                <a:custGeom>
                  <a:avLst/>
                  <a:gdLst>
                    <a:gd name="T0" fmla="*/ 46 w 80"/>
                    <a:gd name="T1" fmla="*/ 29 h 96"/>
                    <a:gd name="T2" fmla="*/ 65 w 80"/>
                    <a:gd name="T3" fmla="*/ 29 h 96"/>
                    <a:gd name="T4" fmla="*/ 79 w 80"/>
                    <a:gd name="T5" fmla="*/ 41 h 96"/>
                    <a:gd name="T6" fmla="*/ 74 w 80"/>
                    <a:gd name="T7" fmla="*/ 43 h 96"/>
                    <a:gd name="T8" fmla="*/ 60 w 80"/>
                    <a:gd name="T9" fmla="*/ 43 h 96"/>
                    <a:gd name="T10" fmla="*/ 52 w 80"/>
                    <a:gd name="T11" fmla="*/ 50 h 96"/>
                    <a:gd name="T12" fmla="*/ 49 w 80"/>
                    <a:gd name="T13" fmla="*/ 87 h 96"/>
                    <a:gd name="T14" fmla="*/ 37 w 80"/>
                    <a:gd name="T15" fmla="*/ 95 h 96"/>
                    <a:gd name="T16" fmla="*/ 21 w 80"/>
                    <a:gd name="T17" fmla="*/ 68 h 96"/>
                    <a:gd name="T18" fmla="*/ 22 w 80"/>
                    <a:gd name="T19" fmla="*/ 62 h 96"/>
                    <a:gd name="T20" fmla="*/ 30 w 80"/>
                    <a:gd name="T21" fmla="*/ 72 h 96"/>
                    <a:gd name="T22" fmla="*/ 40 w 80"/>
                    <a:gd name="T23" fmla="*/ 70 h 96"/>
                    <a:gd name="T24" fmla="*/ 43 w 80"/>
                    <a:gd name="T25" fmla="*/ 46 h 96"/>
                    <a:gd name="T26" fmla="*/ 24 w 80"/>
                    <a:gd name="T27" fmla="*/ 52 h 96"/>
                    <a:gd name="T28" fmla="*/ 19 w 80"/>
                    <a:gd name="T29" fmla="*/ 54 h 96"/>
                    <a:gd name="T30" fmla="*/ 6 w 80"/>
                    <a:gd name="T31" fmla="*/ 54 h 96"/>
                    <a:gd name="T32" fmla="*/ 2 w 80"/>
                    <a:gd name="T33" fmla="*/ 40 h 96"/>
                    <a:gd name="T34" fmla="*/ 6 w 80"/>
                    <a:gd name="T35" fmla="*/ 37 h 96"/>
                    <a:gd name="T36" fmla="*/ 28 w 80"/>
                    <a:gd name="T37" fmla="*/ 33 h 96"/>
                    <a:gd name="T38" fmla="*/ 33 w 80"/>
                    <a:gd name="T39" fmla="*/ 32 h 96"/>
                    <a:gd name="T40" fmla="*/ 36 w 80"/>
                    <a:gd name="T41" fmla="*/ 22 h 96"/>
                    <a:gd name="T42" fmla="*/ 46 w 80"/>
                    <a:gd name="T43" fmla="*/ 12 h 96"/>
                    <a:gd name="T44" fmla="*/ 45 w 80"/>
                    <a:gd name="T45" fmla="*/ 10 h 96"/>
                    <a:gd name="T46" fmla="*/ 26 w 80"/>
                    <a:gd name="T47" fmla="*/ 17 h 96"/>
                    <a:gd name="T48" fmla="*/ 15 w 80"/>
                    <a:gd name="T49" fmla="*/ 24 h 96"/>
                    <a:gd name="T50" fmla="*/ 5 w 80"/>
                    <a:gd name="T51" fmla="*/ 22 h 96"/>
                    <a:gd name="T52" fmla="*/ 1 w 80"/>
                    <a:gd name="T53" fmla="*/ 17 h 96"/>
                    <a:gd name="T54" fmla="*/ 36 w 80"/>
                    <a:gd name="T55" fmla="*/ 2 h 96"/>
                    <a:gd name="T56" fmla="*/ 55 w 80"/>
                    <a:gd name="T57" fmla="*/ 0 h 96"/>
                    <a:gd name="T58" fmla="*/ 61 w 80"/>
                    <a:gd name="T59" fmla="*/ 6 h 96"/>
                    <a:gd name="T60" fmla="*/ 59 w 80"/>
                    <a:gd name="T61" fmla="*/ 13 h 96"/>
                    <a:gd name="T62" fmla="*/ 46 w 80"/>
                    <a:gd name="T63" fmla="*/ 29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 h="96">
                      <a:moveTo>
                        <a:pt x="46" y="29"/>
                      </a:moveTo>
                      <a:cubicBezTo>
                        <a:pt x="53" y="30"/>
                        <a:pt x="59" y="31"/>
                        <a:pt x="65" y="29"/>
                      </a:cubicBezTo>
                      <a:cubicBezTo>
                        <a:pt x="71" y="27"/>
                        <a:pt x="80" y="34"/>
                        <a:pt x="79" y="41"/>
                      </a:cubicBezTo>
                      <a:cubicBezTo>
                        <a:pt x="79" y="42"/>
                        <a:pt x="76" y="43"/>
                        <a:pt x="74" y="43"/>
                      </a:cubicBezTo>
                      <a:cubicBezTo>
                        <a:pt x="70" y="43"/>
                        <a:pt x="65" y="43"/>
                        <a:pt x="60" y="43"/>
                      </a:cubicBezTo>
                      <a:cubicBezTo>
                        <a:pt x="53" y="42"/>
                        <a:pt x="52" y="44"/>
                        <a:pt x="52" y="50"/>
                      </a:cubicBezTo>
                      <a:cubicBezTo>
                        <a:pt x="51" y="62"/>
                        <a:pt x="51" y="75"/>
                        <a:pt x="49" y="87"/>
                      </a:cubicBezTo>
                      <a:cubicBezTo>
                        <a:pt x="48" y="95"/>
                        <a:pt x="45" y="96"/>
                        <a:pt x="37" y="95"/>
                      </a:cubicBezTo>
                      <a:cubicBezTo>
                        <a:pt x="25" y="92"/>
                        <a:pt x="15" y="82"/>
                        <a:pt x="21" y="68"/>
                      </a:cubicBezTo>
                      <a:cubicBezTo>
                        <a:pt x="21" y="66"/>
                        <a:pt x="21" y="64"/>
                        <a:pt x="22" y="62"/>
                      </a:cubicBezTo>
                      <a:cubicBezTo>
                        <a:pt x="24" y="65"/>
                        <a:pt x="27" y="69"/>
                        <a:pt x="30" y="72"/>
                      </a:cubicBezTo>
                      <a:cubicBezTo>
                        <a:pt x="33" y="76"/>
                        <a:pt x="39" y="75"/>
                        <a:pt x="40" y="70"/>
                      </a:cubicBezTo>
                      <a:cubicBezTo>
                        <a:pt x="41" y="62"/>
                        <a:pt x="42" y="54"/>
                        <a:pt x="43" y="46"/>
                      </a:cubicBezTo>
                      <a:cubicBezTo>
                        <a:pt x="35" y="45"/>
                        <a:pt x="30" y="49"/>
                        <a:pt x="24" y="52"/>
                      </a:cubicBezTo>
                      <a:cubicBezTo>
                        <a:pt x="22" y="52"/>
                        <a:pt x="21" y="54"/>
                        <a:pt x="19" y="54"/>
                      </a:cubicBezTo>
                      <a:cubicBezTo>
                        <a:pt x="14" y="58"/>
                        <a:pt x="11" y="57"/>
                        <a:pt x="6" y="54"/>
                      </a:cubicBezTo>
                      <a:cubicBezTo>
                        <a:pt x="3" y="51"/>
                        <a:pt x="0" y="44"/>
                        <a:pt x="2" y="40"/>
                      </a:cubicBezTo>
                      <a:cubicBezTo>
                        <a:pt x="2" y="39"/>
                        <a:pt x="5" y="37"/>
                        <a:pt x="6" y="37"/>
                      </a:cubicBezTo>
                      <a:cubicBezTo>
                        <a:pt x="14" y="39"/>
                        <a:pt x="20" y="35"/>
                        <a:pt x="28" y="33"/>
                      </a:cubicBezTo>
                      <a:cubicBezTo>
                        <a:pt x="29" y="33"/>
                        <a:pt x="31" y="32"/>
                        <a:pt x="33" y="32"/>
                      </a:cubicBezTo>
                      <a:cubicBezTo>
                        <a:pt x="31" y="27"/>
                        <a:pt x="31" y="24"/>
                        <a:pt x="36" y="22"/>
                      </a:cubicBezTo>
                      <a:cubicBezTo>
                        <a:pt x="39" y="19"/>
                        <a:pt x="42" y="15"/>
                        <a:pt x="46" y="12"/>
                      </a:cubicBezTo>
                      <a:cubicBezTo>
                        <a:pt x="45" y="11"/>
                        <a:pt x="45" y="11"/>
                        <a:pt x="45" y="10"/>
                      </a:cubicBezTo>
                      <a:cubicBezTo>
                        <a:pt x="38" y="13"/>
                        <a:pt x="32" y="15"/>
                        <a:pt x="26" y="17"/>
                      </a:cubicBezTo>
                      <a:cubicBezTo>
                        <a:pt x="22" y="19"/>
                        <a:pt x="18" y="22"/>
                        <a:pt x="15" y="24"/>
                      </a:cubicBezTo>
                      <a:cubicBezTo>
                        <a:pt x="11" y="26"/>
                        <a:pt x="7" y="27"/>
                        <a:pt x="5" y="22"/>
                      </a:cubicBezTo>
                      <a:cubicBezTo>
                        <a:pt x="4" y="20"/>
                        <a:pt x="3" y="19"/>
                        <a:pt x="1" y="17"/>
                      </a:cubicBezTo>
                      <a:cubicBezTo>
                        <a:pt x="13" y="12"/>
                        <a:pt x="25" y="6"/>
                        <a:pt x="36" y="2"/>
                      </a:cubicBezTo>
                      <a:cubicBezTo>
                        <a:pt x="42" y="0"/>
                        <a:pt x="49" y="0"/>
                        <a:pt x="55" y="0"/>
                      </a:cubicBezTo>
                      <a:cubicBezTo>
                        <a:pt x="57" y="0"/>
                        <a:pt x="60" y="4"/>
                        <a:pt x="61" y="6"/>
                      </a:cubicBezTo>
                      <a:cubicBezTo>
                        <a:pt x="62" y="8"/>
                        <a:pt x="61" y="11"/>
                        <a:pt x="59" y="13"/>
                      </a:cubicBezTo>
                      <a:cubicBezTo>
                        <a:pt x="55" y="18"/>
                        <a:pt x="51" y="23"/>
                        <a:pt x="46"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84" name="组合 83">
                <a:extLst>
                  <a:ext uri="{FF2B5EF4-FFF2-40B4-BE49-F238E27FC236}">
                    <a16:creationId xmlns:a16="http://schemas.microsoft.com/office/drawing/2014/main" id="{B92E7EB9-3312-4310-B5FA-50F0FA6CFB99}"/>
                  </a:ext>
                </a:extLst>
              </p:cNvPr>
              <p:cNvGrpSpPr/>
              <p:nvPr/>
            </p:nvGrpSpPr>
            <p:grpSpPr>
              <a:xfrm>
                <a:off x="11192276" y="2400300"/>
                <a:ext cx="322175" cy="373063"/>
                <a:chOff x="3792874" y="3138488"/>
                <a:chExt cx="322175" cy="373063"/>
              </a:xfrm>
              <a:grpFill/>
            </p:grpSpPr>
            <p:sp>
              <p:nvSpPr>
                <p:cNvPr id="85" name="Freeform 15">
                  <a:extLst>
                    <a:ext uri="{FF2B5EF4-FFF2-40B4-BE49-F238E27FC236}">
                      <a16:creationId xmlns:a16="http://schemas.microsoft.com/office/drawing/2014/main" id="{4A24723D-38DD-4916-B1AF-76A903317407}"/>
                    </a:ext>
                  </a:extLst>
                </p:cNvPr>
                <p:cNvSpPr>
                  <a:spLocks/>
                </p:cNvSpPr>
                <p:nvPr/>
              </p:nvSpPr>
              <p:spPr bwMode="auto">
                <a:xfrm>
                  <a:off x="3792874" y="3235325"/>
                  <a:ext cx="112625" cy="246063"/>
                </a:xfrm>
                <a:custGeom>
                  <a:avLst/>
                  <a:gdLst>
                    <a:gd name="T0" fmla="*/ 16 w 39"/>
                    <a:gd name="T1" fmla="*/ 29 h 58"/>
                    <a:gd name="T2" fmla="*/ 27 w 39"/>
                    <a:gd name="T3" fmla="*/ 7 h 58"/>
                    <a:gd name="T4" fmla="*/ 31 w 39"/>
                    <a:gd name="T5" fmla="*/ 1 h 58"/>
                    <a:gd name="T6" fmla="*/ 34 w 39"/>
                    <a:gd name="T7" fmla="*/ 6 h 58"/>
                    <a:gd name="T8" fmla="*/ 35 w 39"/>
                    <a:gd name="T9" fmla="*/ 26 h 58"/>
                    <a:gd name="T10" fmla="*/ 20 w 39"/>
                    <a:gd name="T11" fmla="*/ 52 h 58"/>
                    <a:gd name="T12" fmla="*/ 9 w 39"/>
                    <a:gd name="T13" fmla="*/ 57 h 58"/>
                    <a:gd name="T14" fmla="*/ 1 w 39"/>
                    <a:gd name="T15" fmla="*/ 43 h 58"/>
                    <a:gd name="T16" fmla="*/ 4 w 39"/>
                    <a:gd name="T17" fmla="*/ 6 h 58"/>
                    <a:gd name="T18" fmla="*/ 8 w 39"/>
                    <a:gd name="T19" fmla="*/ 0 h 58"/>
                    <a:gd name="T20" fmla="*/ 15 w 39"/>
                    <a:gd name="T21" fmla="*/ 6 h 58"/>
                    <a:gd name="T22" fmla="*/ 14 w 39"/>
                    <a:gd name="T23" fmla="*/ 20 h 58"/>
                    <a:gd name="T24" fmla="*/ 14 w 39"/>
                    <a:gd name="T25" fmla="*/ 28 h 58"/>
                    <a:gd name="T26" fmla="*/ 16 w 39"/>
                    <a:gd name="T27" fmla="*/ 29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9" h="58">
                      <a:moveTo>
                        <a:pt x="16" y="29"/>
                      </a:moveTo>
                      <a:cubicBezTo>
                        <a:pt x="19" y="21"/>
                        <a:pt x="23" y="14"/>
                        <a:pt x="27" y="7"/>
                      </a:cubicBezTo>
                      <a:cubicBezTo>
                        <a:pt x="28" y="5"/>
                        <a:pt x="29" y="3"/>
                        <a:pt x="31" y="1"/>
                      </a:cubicBezTo>
                      <a:cubicBezTo>
                        <a:pt x="32" y="3"/>
                        <a:pt x="33" y="4"/>
                        <a:pt x="34" y="6"/>
                      </a:cubicBezTo>
                      <a:cubicBezTo>
                        <a:pt x="37" y="12"/>
                        <a:pt x="39" y="19"/>
                        <a:pt x="35" y="26"/>
                      </a:cubicBezTo>
                      <a:cubicBezTo>
                        <a:pt x="30" y="34"/>
                        <a:pt x="25" y="43"/>
                        <a:pt x="20" y="52"/>
                      </a:cubicBezTo>
                      <a:cubicBezTo>
                        <a:pt x="18" y="56"/>
                        <a:pt x="12" y="58"/>
                        <a:pt x="9" y="57"/>
                      </a:cubicBezTo>
                      <a:cubicBezTo>
                        <a:pt x="2" y="54"/>
                        <a:pt x="0" y="50"/>
                        <a:pt x="1" y="43"/>
                      </a:cubicBezTo>
                      <a:cubicBezTo>
                        <a:pt x="2" y="31"/>
                        <a:pt x="3" y="18"/>
                        <a:pt x="4" y="6"/>
                      </a:cubicBezTo>
                      <a:cubicBezTo>
                        <a:pt x="4" y="4"/>
                        <a:pt x="4" y="0"/>
                        <a:pt x="8" y="0"/>
                      </a:cubicBezTo>
                      <a:cubicBezTo>
                        <a:pt x="11" y="0"/>
                        <a:pt x="15" y="1"/>
                        <a:pt x="15" y="6"/>
                      </a:cubicBezTo>
                      <a:cubicBezTo>
                        <a:pt x="15" y="10"/>
                        <a:pt x="14" y="15"/>
                        <a:pt x="14" y="20"/>
                      </a:cubicBezTo>
                      <a:cubicBezTo>
                        <a:pt x="14" y="23"/>
                        <a:pt x="14" y="25"/>
                        <a:pt x="14" y="28"/>
                      </a:cubicBezTo>
                      <a:cubicBezTo>
                        <a:pt x="14" y="28"/>
                        <a:pt x="15" y="28"/>
                        <a:pt x="16"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6" name="Freeform 16">
                  <a:extLst>
                    <a:ext uri="{FF2B5EF4-FFF2-40B4-BE49-F238E27FC236}">
                      <a16:creationId xmlns:a16="http://schemas.microsoft.com/office/drawing/2014/main" id="{FB4C6AFE-87EF-4FB7-829C-F7529116EE44}"/>
                    </a:ext>
                  </a:extLst>
                </p:cNvPr>
                <p:cNvSpPr>
                  <a:spLocks/>
                </p:cNvSpPr>
                <p:nvPr/>
              </p:nvSpPr>
              <p:spPr bwMode="auto">
                <a:xfrm>
                  <a:off x="3980111" y="3138488"/>
                  <a:ext cx="134938" cy="373063"/>
                </a:xfrm>
                <a:custGeom>
                  <a:avLst/>
                  <a:gdLst>
                    <a:gd name="T0" fmla="*/ 9 w 47"/>
                    <a:gd name="T1" fmla="*/ 73 h 88"/>
                    <a:gd name="T2" fmla="*/ 3 w 47"/>
                    <a:gd name="T3" fmla="*/ 67 h 88"/>
                    <a:gd name="T4" fmla="*/ 3 w 47"/>
                    <a:gd name="T5" fmla="*/ 57 h 88"/>
                    <a:gd name="T6" fmla="*/ 20 w 47"/>
                    <a:gd name="T7" fmla="*/ 38 h 88"/>
                    <a:gd name="T8" fmla="*/ 33 w 47"/>
                    <a:gd name="T9" fmla="*/ 20 h 88"/>
                    <a:gd name="T10" fmla="*/ 33 w 47"/>
                    <a:gd name="T11" fmla="*/ 4 h 88"/>
                    <a:gd name="T12" fmla="*/ 32 w 47"/>
                    <a:gd name="T13" fmla="*/ 1 h 88"/>
                    <a:gd name="T14" fmla="*/ 33 w 47"/>
                    <a:gd name="T15" fmla="*/ 0 h 88"/>
                    <a:gd name="T16" fmla="*/ 41 w 47"/>
                    <a:gd name="T17" fmla="*/ 6 h 88"/>
                    <a:gd name="T18" fmla="*/ 43 w 47"/>
                    <a:gd name="T19" fmla="*/ 26 h 88"/>
                    <a:gd name="T20" fmla="*/ 29 w 47"/>
                    <a:gd name="T21" fmla="*/ 48 h 88"/>
                    <a:gd name="T22" fmla="*/ 30 w 47"/>
                    <a:gd name="T23" fmla="*/ 52 h 88"/>
                    <a:gd name="T24" fmla="*/ 40 w 47"/>
                    <a:gd name="T25" fmla="*/ 73 h 88"/>
                    <a:gd name="T26" fmla="*/ 41 w 47"/>
                    <a:gd name="T27" fmla="*/ 84 h 88"/>
                    <a:gd name="T28" fmla="*/ 37 w 47"/>
                    <a:gd name="T29" fmla="*/ 86 h 88"/>
                    <a:gd name="T30" fmla="*/ 31 w 47"/>
                    <a:gd name="T31" fmla="*/ 75 h 88"/>
                    <a:gd name="T32" fmla="*/ 28 w 47"/>
                    <a:gd name="T33" fmla="*/ 60 h 88"/>
                    <a:gd name="T34" fmla="*/ 22 w 47"/>
                    <a:gd name="T35" fmla="*/ 59 h 88"/>
                    <a:gd name="T36" fmla="*/ 9 w 47"/>
                    <a:gd name="T37" fmla="*/ 73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7" h="88">
                      <a:moveTo>
                        <a:pt x="9" y="73"/>
                      </a:moveTo>
                      <a:cubicBezTo>
                        <a:pt x="7" y="71"/>
                        <a:pt x="5" y="69"/>
                        <a:pt x="3" y="67"/>
                      </a:cubicBezTo>
                      <a:cubicBezTo>
                        <a:pt x="1" y="64"/>
                        <a:pt x="0" y="61"/>
                        <a:pt x="3" y="57"/>
                      </a:cubicBezTo>
                      <a:cubicBezTo>
                        <a:pt x="9" y="51"/>
                        <a:pt x="14" y="45"/>
                        <a:pt x="20" y="38"/>
                      </a:cubicBezTo>
                      <a:cubicBezTo>
                        <a:pt x="24" y="32"/>
                        <a:pt x="28" y="26"/>
                        <a:pt x="33" y="20"/>
                      </a:cubicBezTo>
                      <a:cubicBezTo>
                        <a:pt x="36" y="15"/>
                        <a:pt x="36" y="9"/>
                        <a:pt x="33" y="4"/>
                      </a:cubicBezTo>
                      <a:cubicBezTo>
                        <a:pt x="32" y="3"/>
                        <a:pt x="32" y="2"/>
                        <a:pt x="32" y="1"/>
                      </a:cubicBezTo>
                      <a:cubicBezTo>
                        <a:pt x="32" y="1"/>
                        <a:pt x="33" y="0"/>
                        <a:pt x="33" y="0"/>
                      </a:cubicBezTo>
                      <a:cubicBezTo>
                        <a:pt x="36" y="2"/>
                        <a:pt x="39" y="4"/>
                        <a:pt x="41" y="6"/>
                      </a:cubicBezTo>
                      <a:cubicBezTo>
                        <a:pt x="46" y="11"/>
                        <a:pt x="47" y="20"/>
                        <a:pt x="43" y="26"/>
                      </a:cubicBezTo>
                      <a:cubicBezTo>
                        <a:pt x="39" y="33"/>
                        <a:pt x="34" y="40"/>
                        <a:pt x="29" y="48"/>
                      </a:cubicBezTo>
                      <a:cubicBezTo>
                        <a:pt x="29" y="49"/>
                        <a:pt x="29" y="52"/>
                        <a:pt x="30" y="52"/>
                      </a:cubicBezTo>
                      <a:cubicBezTo>
                        <a:pt x="38" y="57"/>
                        <a:pt x="38" y="65"/>
                        <a:pt x="40" y="73"/>
                      </a:cubicBezTo>
                      <a:cubicBezTo>
                        <a:pt x="41" y="76"/>
                        <a:pt x="41" y="80"/>
                        <a:pt x="41" y="84"/>
                      </a:cubicBezTo>
                      <a:cubicBezTo>
                        <a:pt x="41" y="87"/>
                        <a:pt x="39" y="88"/>
                        <a:pt x="37" y="86"/>
                      </a:cubicBezTo>
                      <a:cubicBezTo>
                        <a:pt x="33" y="83"/>
                        <a:pt x="31" y="81"/>
                        <a:pt x="31" y="75"/>
                      </a:cubicBezTo>
                      <a:cubicBezTo>
                        <a:pt x="31" y="70"/>
                        <a:pt x="30" y="65"/>
                        <a:pt x="28" y="60"/>
                      </a:cubicBezTo>
                      <a:cubicBezTo>
                        <a:pt x="27" y="55"/>
                        <a:pt x="25" y="56"/>
                        <a:pt x="22" y="59"/>
                      </a:cubicBezTo>
                      <a:cubicBezTo>
                        <a:pt x="18" y="64"/>
                        <a:pt x="14" y="68"/>
                        <a:pt x="9"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7" name="Freeform 17">
                  <a:extLst>
                    <a:ext uri="{FF2B5EF4-FFF2-40B4-BE49-F238E27FC236}">
                      <a16:creationId xmlns:a16="http://schemas.microsoft.com/office/drawing/2014/main" id="{7BBE01C1-D3BA-489E-BE5E-C63059DA7AF9}"/>
                    </a:ext>
                  </a:extLst>
                </p:cNvPr>
                <p:cNvSpPr>
                  <a:spLocks/>
                </p:cNvSpPr>
                <p:nvPr/>
              </p:nvSpPr>
              <p:spPr bwMode="auto">
                <a:xfrm>
                  <a:off x="3872924" y="3138488"/>
                  <a:ext cx="75438" cy="79375"/>
                </a:xfrm>
                <a:custGeom>
                  <a:avLst/>
                  <a:gdLst>
                    <a:gd name="T0" fmla="*/ 0 w 26"/>
                    <a:gd name="T1" fmla="*/ 0 h 19"/>
                    <a:gd name="T2" fmla="*/ 20 w 26"/>
                    <a:gd name="T3" fmla="*/ 1 h 19"/>
                    <a:gd name="T4" fmla="*/ 23 w 26"/>
                    <a:gd name="T5" fmla="*/ 12 h 19"/>
                    <a:gd name="T6" fmla="*/ 12 w 26"/>
                    <a:gd name="T7" fmla="*/ 18 h 19"/>
                    <a:gd name="T8" fmla="*/ 3 w 26"/>
                    <a:gd name="T9" fmla="*/ 11 h 19"/>
                    <a:gd name="T10" fmla="*/ 0 w 26"/>
                    <a:gd name="T11" fmla="*/ 0 h 19"/>
                  </a:gdLst>
                  <a:ahLst/>
                  <a:cxnLst>
                    <a:cxn ang="0">
                      <a:pos x="T0" y="T1"/>
                    </a:cxn>
                    <a:cxn ang="0">
                      <a:pos x="T2" y="T3"/>
                    </a:cxn>
                    <a:cxn ang="0">
                      <a:pos x="T4" y="T5"/>
                    </a:cxn>
                    <a:cxn ang="0">
                      <a:pos x="T6" y="T7"/>
                    </a:cxn>
                    <a:cxn ang="0">
                      <a:pos x="T8" y="T9"/>
                    </a:cxn>
                    <a:cxn ang="0">
                      <a:pos x="T10" y="T11"/>
                    </a:cxn>
                  </a:cxnLst>
                  <a:rect l="0" t="0" r="r" b="b"/>
                  <a:pathLst>
                    <a:path w="26" h="19">
                      <a:moveTo>
                        <a:pt x="0" y="0"/>
                      </a:moveTo>
                      <a:cubicBezTo>
                        <a:pt x="8" y="1"/>
                        <a:pt x="14" y="1"/>
                        <a:pt x="20" y="1"/>
                      </a:cubicBezTo>
                      <a:cubicBezTo>
                        <a:pt x="24" y="1"/>
                        <a:pt x="26" y="8"/>
                        <a:pt x="23" y="12"/>
                      </a:cubicBezTo>
                      <a:cubicBezTo>
                        <a:pt x="21" y="16"/>
                        <a:pt x="17" y="19"/>
                        <a:pt x="12" y="18"/>
                      </a:cubicBezTo>
                      <a:cubicBezTo>
                        <a:pt x="8" y="18"/>
                        <a:pt x="5" y="15"/>
                        <a:pt x="3" y="11"/>
                      </a:cubicBezTo>
                      <a:cubicBezTo>
                        <a:pt x="2" y="8"/>
                        <a:pt x="1" y="4"/>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grpSp>
          <p:nvGrpSpPr>
            <p:cNvPr id="68" name="组合 67">
              <a:extLst>
                <a:ext uri="{FF2B5EF4-FFF2-40B4-BE49-F238E27FC236}">
                  <a16:creationId xmlns:a16="http://schemas.microsoft.com/office/drawing/2014/main" id="{E582171C-E91E-4DDB-B720-D9EDE8C54B5C}"/>
                </a:ext>
              </a:extLst>
            </p:cNvPr>
            <p:cNvGrpSpPr/>
            <p:nvPr/>
          </p:nvGrpSpPr>
          <p:grpSpPr>
            <a:xfrm>
              <a:off x="598941" y="6399999"/>
              <a:ext cx="1102619" cy="276499"/>
              <a:chOff x="6738929" y="2270918"/>
              <a:chExt cx="2766486" cy="693738"/>
            </a:xfrm>
            <a:grpFill/>
          </p:grpSpPr>
          <p:grpSp>
            <p:nvGrpSpPr>
              <p:cNvPr id="69" name="组合 68">
                <a:extLst>
                  <a:ext uri="{FF2B5EF4-FFF2-40B4-BE49-F238E27FC236}">
                    <a16:creationId xmlns:a16="http://schemas.microsoft.com/office/drawing/2014/main" id="{4EB45816-40C4-4065-9181-C29D2BECD84E}"/>
                  </a:ext>
                </a:extLst>
              </p:cNvPr>
              <p:cNvGrpSpPr/>
              <p:nvPr/>
            </p:nvGrpSpPr>
            <p:grpSpPr>
              <a:xfrm>
                <a:off x="8180494" y="2355056"/>
                <a:ext cx="484188" cy="509588"/>
                <a:chOff x="6113463" y="3541713"/>
                <a:chExt cx="484188" cy="509588"/>
              </a:xfrm>
              <a:grpFill/>
            </p:grpSpPr>
            <p:sp>
              <p:nvSpPr>
                <p:cNvPr id="79" name="Freeform 9">
                  <a:extLst>
                    <a:ext uri="{FF2B5EF4-FFF2-40B4-BE49-F238E27FC236}">
                      <a16:creationId xmlns:a16="http://schemas.microsoft.com/office/drawing/2014/main" id="{70888479-5294-457A-8111-462CE4F104F2}"/>
                    </a:ext>
                  </a:extLst>
                </p:cNvPr>
                <p:cNvSpPr>
                  <a:spLocks noEditPoints="1"/>
                </p:cNvSpPr>
                <p:nvPr/>
              </p:nvSpPr>
              <p:spPr bwMode="auto">
                <a:xfrm>
                  <a:off x="6113463" y="3579813"/>
                  <a:ext cx="252413" cy="428625"/>
                </a:xfrm>
                <a:custGeom>
                  <a:avLst/>
                  <a:gdLst>
                    <a:gd name="T0" fmla="*/ 39 w 59"/>
                    <a:gd name="T1" fmla="*/ 78 h 101"/>
                    <a:gd name="T2" fmla="*/ 17 w 59"/>
                    <a:gd name="T3" fmla="*/ 94 h 101"/>
                    <a:gd name="T4" fmla="*/ 8 w 59"/>
                    <a:gd name="T5" fmla="*/ 94 h 101"/>
                    <a:gd name="T6" fmla="*/ 0 w 59"/>
                    <a:gd name="T7" fmla="*/ 79 h 101"/>
                    <a:gd name="T8" fmla="*/ 17 w 59"/>
                    <a:gd name="T9" fmla="*/ 73 h 101"/>
                    <a:gd name="T10" fmla="*/ 10 w 59"/>
                    <a:gd name="T11" fmla="*/ 68 h 101"/>
                    <a:gd name="T12" fmla="*/ 8 w 59"/>
                    <a:gd name="T13" fmla="*/ 60 h 101"/>
                    <a:gd name="T14" fmla="*/ 18 w 59"/>
                    <a:gd name="T15" fmla="*/ 23 h 101"/>
                    <a:gd name="T16" fmla="*/ 26 w 59"/>
                    <a:gd name="T17" fmla="*/ 17 h 101"/>
                    <a:gd name="T18" fmla="*/ 36 w 59"/>
                    <a:gd name="T19" fmla="*/ 26 h 101"/>
                    <a:gd name="T20" fmla="*/ 36 w 59"/>
                    <a:gd name="T21" fmla="*/ 27 h 101"/>
                    <a:gd name="T22" fmla="*/ 43 w 59"/>
                    <a:gd name="T23" fmla="*/ 40 h 101"/>
                    <a:gd name="T24" fmla="*/ 42 w 59"/>
                    <a:gd name="T25" fmla="*/ 12 h 101"/>
                    <a:gd name="T26" fmla="*/ 21 w 59"/>
                    <a:gd name="T27" fmla="*/ 5 h 101"/>
                    <a:gd name="T28" fmla="*/ 44 w 59"/>
                    <a:gd name="T29" fmla="*/ 1 h 101"/>
                    <a:gd name="T30" fmla="*/ 57 w 59"/>
                    <a:gd name="T31" fmla="*/ 17 h 101"/>
                    <a:gd name="T32" fmla="*/ 56 w 59"/>
                    <a:gd name="T33" fmla="*/ 48 h 101"/>
                    <a:gd name="T34" fmla="*/ 57 w 59"/>
                    <a:gd name="T35" fmla="*/ 55 h 101"/>
                    <a:gd name="T36" fmla="*/ 55 w 59"/>
                    <a:gd name="T37" fmla="*/ 64 h 101"/>
                    <a:gd name="T38" fmla="*/ 54 w 59"/>
                    <a:gd name="T39" fmla="*/ 71 h 101"/>
                    <a:gd name="T40" fmla="*/ 52 w 59"/>
                    <a:gd name="T41" fmla="*/ 95 h 101"/>
                    <a:gd name="T42" fmla="*/ 49 w 59"/>
                    <a:gd name="T43" fmla="*/ 101 h 101"/>
                    <a:gd name="T44" fmla="*/ 43 w 59"/>
                    <a:gd name="T45" fmla="*/ 98 h 101"/>
                    <a:gd name="T46" fmla="*/ 38 w 59"/>
                    <a:gd name="T47" fmla="*/ 86 h 101"/>
                    <a:gd name="T48" fmla="*/ 39 w 59"/>
                    <a:gd name="T49" fmla="*/ 78 h 101"/>
                    <a:gd name="T50" fmla="*/ 42 w 59"/>
                    <a:gd name="T51" fmla="*/ 47 h 101"/>
                    <a:gd name="T52" fmla="*/ 32 w 59"/>
                    <a:gd name="T53" fmla="*/ 44 h 101"/>
                    <a:gd name="T54" fmla="*/ 29 w 59"/>
                    <a:gd name="T55" fmla="*/ 64 h 101"/>
                    <a:gd name="T56" fmla="*/ 42 w 59"/>
                    <a:gd name="T57" fmla="*/ 4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9" h="101">
                      <a:moveTo>
                        <a:pt x="39" y="78"/>
                      </a:moveTo>
                      <a:cubicBezTo>
                        <a:pt x="31" y="84"/>
                        <a:pt x="24" y="89"/>
                        <a:pt x="17" y="94"/>
                      </a:cubicBezTo>
                      <a:cubicBezTo>
                        <a:pt x="14" y="97"/>
                        <a:pt x="11" y="96"/>
                        <a:pt x="8" y="94"/>
                      </a:cubicBezTo>
                      <a:cubicBezTo>
                        <a:pt x="4" y="90"/>
                        <a:pt x="0" y="86"/>
                        <a:pt x="0" y="79"/>
                      </a:cubicBezTo>
                      <a:cubicBezTo>
                        <a:pt x="6" y="82"/>
                        <a:pt x="12" y="80"/>
                        <a:pt x="17" y="73"/>
                      </a:cubicBezTo>
                      <a:cubicBezTo>
                        <a:pt x="15" y="72"/>
                        <a:pt x="13" y="70"/>
                        <a:pt x="10" y="68"/>
                      </a:cubicBezTo>
                      <a:cubicBezTo>
                        <a:pt x="7" y="66"/>
                        <a:pt x="7" y="63"/>
                        <a:pt x="8" y="60"/>
                      </a:cubicBezTo>
                      <a:cubicBezTo>
                        <a:pt x="11" y="48"/>
                        <a:pt x="15" y="36"/>
                        <a:pt x="18" y="23"/>
                      </a:cubicBezTo>
                      <a:cubicBezTo>
                        <a:pt x="19" y="20"/>
                        <a:pt x="20" y="16"/>
                        <a:pt x="26" y="17"/>
                      </a:cubicBezTo>
                      <a:cubicBezTo>
                        <a:pt x="32" y="18"/>
                        <a:pt x="36" y="21"/>
                        <a:pt x="36" y="26"/>
                      </a:cubicBezTo>
                      <a:cubicBezTo>
                        <a:pt x="36" y="26"/>
                        <a:pt x="36" y="27"/>
                        <a:pt x="36" y="27"/>
                      </a:cubicBezTo>
                      <a:cubicBezTo>
                        <a:pt x="35" y="33"/>
                        <a:pt x="38" y="37"/>
                        <a:pt x="43" y="40"/>
                      </a:cubicBezTo>
                      <a:cubicBezTo>
                        <a:pt x="43" y="31"/>
                        <a:pt x="42" y="22"/>
                        <a:pt x="42" y="12"/>
                      </a:cubicBezTo>
                      <a:cubicBezTo>
                        <a:pt x="30" y="16"/>
                        <a:pt x="20" y="12"/>
                        <a:pt x="21" y="5"/>
                      </a:cubicBezTo>
                      <a:cubicBezTo>
                        <a:pt x="29" y="3"/>
                        <a:pt x="36" y="1"/>
                        <a:pt x="44" y="1"/>
                      </a:cubicBezTo>
                      <a:cubicBezTo>
                        <a:pt x="54" y="0"/>
                        <a:pt x="59" y="8"/>
                        <a:pt x="57" y="17"/>
                      </a:cubicBezTo>
                      <a:cubicBezTo>
                        <a:pt x="56" y="27"/>
                        <a:pt x="56" y="38"/>
                        <a:pt x="56" y="48"/>
                      </a:cubicBezTo>
                      <a:cubicBezTo>
                        <a:pt x="56" y="50"/>
                        <a:pt x="57" y="52"/>
                        <a:pt x="57" y="55"/>
                      </a:cubicBezTo>
                      <a:cubicBezTo>
                        <a:pt x="57" y="58"/>
                        <a:pt x="56" y="61"/>
                        <a:pt x="55" y="64"/>
                      </a:cubicBezTo>
                      <a:cubicBezTo>
                        <a:pt x="55" y="66"/>
                        <a:pt x="54" y="68"/>
                        <a:pt x="54" y="71"/>
                      </a:cubicBezTo>
                      <a:cubicBezTo>
                        <a:pt x="53" y="79"/>
                        <a:pt x="53" y="87"/>
                        <a:pt x="52" y="95"/>
                      </a:cubicBezTo>
                      <a:cubicBezTo>
                        <a:pt x="52" y="97"/>
                        <a:pt x="51" y="100"/>
                        <a:pt x="49" y="101"/>
                      </a:cubicBezTo>
                      <a:cubicBezTo>
                        <a:pt x="47" y="101"/>
                        <a:pt x="44" y="100"/>
                        <a:pt x="43" y="98"/>
                      </a:cubicBezTo>
                      <a:cubicBezTo>
                        <a:pt x="39" y="95"/>
                        <a:pt x="36" y="92"/>
                        <a:pt x="38" y="86"/>
                      </a:cubicBezTo>
                      <a:cubicBezTo>
                        <a:pt x="39" y="84"/>
                        <a:pt x="39" y="81"/>
                        <a:pt x="39" y="78"/>
                      </a:cubicBezTo>
                      <a:close/>
                      <a:moveTo>
                        <a:pt x="42" y="47"/>
                      </a:moveTo>
                      <a:cubicBezTo>
                        <a:pt x="39" y="46"/>
                        <a:pt x="36" y="45"/>
                        <a:pt x="32" y="44"/>
                      </a:cubicBezTo>
                      <a:cubicBezTo>
                        <a:pt x="31" y="51"/>
                        <a:pt x="30" y="57"/>
                        <a:pt x="29" y="64"/>
                      </a:cubicBezTo>
                      <a:cubicBezTo>
                        <a:pt x="39" y="61"/>
                        <a:pt x="42" y="57"/>
                        <a:pt x="42" y="4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0" name="Freeform 10">
                  <a:extLst>
                    <a:ext uri="{FF2B5EF4-FFF2-40B4-BE49-F238E27FC236}">
                      <a16:creationId xmlns:a16="http://schemas.microsoft.com/office/drawing/2014/main" id="{3C581795-C09D-460E-9472-8181F266F0EF}"/>
                    </a:ext>
                  </a:extLst>
                </p:cNvPr>
                <p:cNvSpPr>
                  <a:spLocks noEditPoints="1"/>
                </p:cNvSpPr>
                <p:nvPr/>
              </p:nvSpPr>
              <p:spPr bwMode="auto">
                <a:xfrm>
                  <a:off x="6361113" y="3541713"/>
                  <a:ext cx="236538" cy="509588"/>
                </a:xfrm>
                <a:custGeom>
                  <a:avLst/>
                  <a:gdLst>
                    <a:gd name="T0" fmla="*/ 11 w 55"/>
                    <a:gd name="T1" fmla="*/ 89 h 120"/>
                    <a:gd name="T2" fmla="*/ 10 w 55"/>
                    <a:gd name="T3" fmla="*/ 100 h 120"/>
                    <a:gd name="T4" fmla="*/ 6 w 55"/>
                    <a:gd name="T5" fmla="*/ 104 h 120"/>
                    <a:gd name="T6" fmla="*/ 1 w 55"/>
                    <a:gd name="T7" fmla="*/ 99 h 120"/>
                    <a:gd name="T8" fmla="*/ 3 w 55"/>
                    <a:gd name="T9" fmla="*/ 84 h 120"/>
                    <a:gd name="T10" fmla="*/ 14 w 55"/>
                    <a:gd name="T11" fmla="*/ 37 h 120"/>
                    <a:gd name="T12" fmla="*/ 22 w 55"/>
                    <a:gd name="T13" fmla="*/ 11 h 120"/>
                    <a:gd name="T14" fmla="*/ 26 w 55"/>
                    <a:gd name="T15" fmla="*/ 19 h 120"/>
                    <a:gd name="T16" fmla="*/ 20 w 55"/>
                    <a:gd name="T17" fmla="*/ 40 h 120"/>
                    <a:gd name="T18" fmla="*/ 27 w 55"/>
                    <a:gd name="T19" fmla="*/ 35 h 120"/>
                    <a:gd name="T20" fmla="*/ 35 w 55"/>
                    <a:gd name="T21" fmla="*/ 30 h 120"/>
                    <a:gd name="T22" fmla="*/ 33 w 55"/>
                    <a:gd name="T23" fmla="*/ 9 h 120"/>
                    <a:gd name="T24" fmla="*/ 28 w 55"/>
                    <a:gd name="T25" fmla="*/ 8 h 120"/>
                    <a:gd name="T26" fmla="*/ 19 w 55"/>
                    <a:gd name="T27" fmla="*/ 12 h 120"/>
                    <a:gd name="T28" fmla="*/ 12 w 55"/>
                    <a:gd name="T29" fmla="*/ 15 h 120"/>
                    <a:gd name="T30" fmla="*/ 9 w 55"/>
                    <a:gd name="T31" fmla="*/ 11 h 120"/>
                    <a:gd name="T32" fmla="*/ 11 w 55"/>
                    <a:gd name="T33" fmla="*/ 8 h 120"/>
                    <a:gd name="T34" fmla="*/ 31 w 55"/>
                    <a:gd name="T35" fmla="*/ 0 h 120"/>
                    <a:gd name="T36" fmla="*/ 45 w 55"/>
                    <a:gd name="T37" fmla="*/ 15 h 120"/>
                    <a:gd name="T38" fmla="*/ 44 w 55"/>
                    <a:gd name="T39" fmla="*/ 46 h 120"/>
                    <a:gd name="T40" fmla="*/ 48 w 55"/>
                    <a:gd name="T41" fmla="*/ 54 h 120"/>
                    <a:gd name="T42" fmla="*/ 48 w 55"/>
                    <a:gd name="T43" fmla="*/ 71 h 120"/>
                    <a:gd name="T44" fmla="*/ 44 w 55"/>
                    <a:gd name="T45" fmla="*/ 77 h 120"/>
                    <a:gd name="T46" fmla="*/ 44 w 55"/>
                    <a:gd name="T47" fmla="*/ 110 h 120"/>
                    <a:gd name="T48" fmla="*/ 44 w 55"/>
                    <a:gd name="T49" fmla="*/ 114 h 120"/>
                    <a:gd name="T50" fmla="*/ 41 w 55"/>
                    <a:gd name="T51" fmla="*/ 120 h 120"/>
                    <a:gd name="T52" fmla="*/ 32 w 55"/>
                    <a:gd name="T53" fmla="*/ 118 h 120"/>
                    <a:gd name="T54" fmla="*/ 13 w 55"/>
                    <a:gd name="T55" fmla="*/ 91 h 120"/>
                    <a:gd name="T56" fmla="*/ 12 w 55"/>
                    <a:gd name="T57" fmla="*/ 89 h 120"/>
                    <a:gd name="T58" fmla="*/ 11 w 55"/>
                    <a:gd name="T59" fmla="*/ 89 h 120"/>
                    <a:gd name="T60" fmla="*/ 24 w 55"/>
                    <a:gd name="T61" fmla="*/ 76 h 120"/>
                    <a:gd name="T62" fmla="*/ 23 w 55"/>
                    <a:gd name="T63" fmla="*/ 74 h 120"/>
                    <a:gd name="T64" fmla="*/ 27 w 55"/>
                    <a:gd name="T65" fmla="*/ 71 h 120"/>
                    <a:gd name="T66" fmla="*/ 33 w 55"/>
                    <a:gd name="T67" fmla="*/ 67 h 120"/>
                    <a:gd name="T68" fmla="*/ 32 w 55"/>
                    <a:gd name="T69" fmla="*/ 63 h 120"/>
                    <a:gd name="T70" fmla="*/ 22 w 55"/>
                    <a:gd name="T71" fmla="*/ 52 h 120"/>
                    <a:gd name="T72" fmla="*/ 18 w 55"/>
                    <a:gd name="T73" fmla="*/ 89 h 120"/>
                    <a:gd name="T74" fmla="*/ 33 w 55"/>
                    <a:gd name="T75" fmla="*/ 107 h 120"/>
                    <a:gd name="T76" fmla="*/ 35 w 55"/>
                    <a:gd name="T77" fmla="*/ 77 h 120"/>
                    <a:gd name="T78" fmla="*/ 31 w 55"/>
                    <a:gd name="T79" fmla="*/ 75 h 120"/>
                    <a:gd name="T80" fmla="*/ 24 w 55"/>
                    <a:gd name="T81" fmla="*/ 76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5" h="120">
                      <a:moveTo>
                        <a:pt x="11" y="89"/>
                      </a:moveTo>
                      <a:cubicBezTo>
                        <a:pt x="10" y="93"/>
                        <a:pt x="10" y="96"/>
                        <a:pt x="10" y="100"/>
                      </a:cubicBezTo>
                      <a:cubicBezTo>
                        <a:pt x="9" y="102"/>
                        <a:pt x="9" y="104"/>
                        <a:pt x="6" y="104"/>
                      </a:cubicBezTo>
                      <a:cubicBezTo>
                        <a:pt x="3" y="104"/>
                        <a:pt x="0" y="103"/>
                        <a:pt x="1" y="99"/>
                      </a:cubicBezTo>
                      <a:cubicBezTo>
                        <a:pt x="2" y="94"/>
                        <a:pt x="2" y="89"/>
                        <a:pt x="3" y="84"/>
                      </a:cubicBezTo>
                      <a:cubicBezTo>
                        <a:pt x="7" y="68"/>
                        <a:pt x="10" y="53"/>
                        <a:pt x="14" y="37"/>
                      </a:cubicBezTo>
                      <a:cubicBezTo>
                        <a:pt x="16" y="29"/>
                        <a:pt x="19" y="20"/>
                        <a:pt x="22" y="11"/>
                      </a:cubicBezTo>
                      <a:cubicBezTo>
                        <a:pt x="26" y="13"/>
                        <a:pt x="27" y="15"/>
                        <a:pt x="26" y="19"/>
                      </a:cubicBezTo>
                      <a:cubicBezTo>
                        <a:pt x="24" y="25"/>
                        <a:pt x="22" y="32"/>
                        <a:pt x="20" y="40"/>
                      </a:cubicBezTo>
                      <a:cubicBezTo>
                        <a:pt x="23" y="37"/>
                        <a:pt x="25" y="36"/>
                        <a:pt x="27" y="35"/>
                      </a:cubicBezTo>
                      <a:cubicBezTo>
                        <a:pt x="30" y="33"/>
                        <a:pt x="34" y="32"/>
                        <a:pt x="35" y="30"/>
                      </a:cubicBezTo>
                      <a:cubicBezTo>
                        <a:pt x="36" y="23"/>
                        <a:pt x="37" y="16"/>
                        <a:pt x="33" y="9"/>
                      </a:cubicBezTo>
                      <a:cubicBezTo>
                        <a:pt x="33" y="8"/>
                        <a:pt x="30" y="7"/>
                        <a:pt x="28" y="8"/>
                      </a:cubicBezTo>
                      <a:cubicBezTo>
                        <a:pt x="25" y="9"/>
                        <a:pt x="22" y="11"/>
                        <a:pt x="19" y="12"/>
                      </a:cubicBezTo>
                      <a:cubicBezTo>
                        <a:pt x="17" y="13"/>
                        <a:pt x="15" y="15"/>
                        <a:pt x="12" y="15"/>
                      </a:cubicBezTo>
                      <a:cubicBezTo>
                        <a:pt x="11" y="15"/>
                        <a:pt x="9" y="13"/>
                        <a:pt x="9" y="11"/>
                      </a:cubicBezTo>
                      <a:cubicBezTo>
                        <a:pt x="8" y="11"/>
                        <a:pt x="10" y="9"/>
                        <a:pt x="11" y="8"/>
                      </a:cubicBezTo>
                      <a:cubicBezTo>
                        <a:pt x="17" y="4"/>
                        <a:pt x="23" y="0"/>
                        <a:pt x="31" y="0"/>
                      </a:cubicBezTo>
                      <a:cubicBezTo>
                        <a:pt x="41" y="1"/>
                        <a:pt x="46" y="5"/>
                        <a:pt x="45" y="15"/>
                      </a:cubicBezTo>
                      <a:cubicBezTo>
                        <a:pt x="45" y="25"/>
                        <a:pt x="45" y="36"/>
                        <a:pt x="44" y="46"/>
                      </a:cubicBezTo>
                      <a:cubicBezTo>
                        <a:pt x="44" y="50"/>
                        <a:pt x="45" y="52"/>
                        <a:pt x="48" y="54"/>
                      </a:cubicBezTo>
                      <a:cubicBezTo>
                        <a:pt x="55" y="60"/>
                        <a:pt x="55" y="66"/>
                        <a:pt x="48" y="71"/>
                      </a:cubicBezTo>
                      <a:cubicBezTo>
                        <a:pt x="45" y="72"/>
                        <a:pt x="44" y="74"/>
                        <a:pt x="44" y="77"/>
                      </a:cubicBezTo>
                      <a:cubicBezTo>
                        <a:pt x="45" y="88"/>
                        <a:pt x="44" y="99"/>
                        <a:pt x="44" y="110"/>
                      </a:cubicBezTo>
                      <a:cubicBezTo>
                        <a:pt x="44" y="112"/>
                        <a:pt x="45" y="113"/>
                        <a:pt x="44" y="114"/>
                      </a:cubicBezTo>
                      <a:cubicBezTo>
                        <a:pt x="43" y="116"/>
                        <a:pt x="42" y="120"/>
                        <a:pt x="41" y="120"/>
                      </a:cubicBezTo>
                      <a:cubicBezTo>
                        <a:pt x="38" y="120"/>
                        <a:pt x="34" y="120"/>
                        <a:pt x="32" y="118"/>
                      </a:cubicBezTo>
                      <a:cubicBezTo>
                        <a:pt x="25" y="109"/>
                        <a:pt x="19" y="100"/>
                        <a:pt x="13" y="91"/>
                      </a:cubicBezTo>
                      <a:cubicBezTo>
                        <a:pt x="12" y="90"/>
                        <a:pt x="12" y="90"/>
                        <a:pt x="12" y="89"/>
                      </a:cubicBezTo>
                      <a:cubicBezTo>
                        <a:pt x="11" y="89"/>
                        <a:pt x="11" y="89"/>
                        <a:pt x="11" y="89"/>
                      </a:cubicBezTo>
                      <a:close/>
                      <a:moveTo>
                        <a:pt x="24" y="76"/>
                      </a:moveTo>
                      <a:cubicBezTo>
                        <a:pt x="23" y="75"/>
                        <a:pt x="23" y="75"/>
                        <a:pt x="23" y="74"/>
                      </a:cubicBezTo>
                      <a:cubicBezTo>
                        <a:pt x="24" y="73"/>
                        <a:pt x="26" y="72"/>
                        <a:pt x="27" y="71"/>
                      </a:cubicBezTo>
                      <a:cubicBezTo>
                        <a:pt x="29" y="70"/>
                        <a:pt x="31" y="69"/>
                        <a:pt x="33" y="67"/>
                      </a:cubicBezTo>
                      <a:cubicBezTo>
                        <a:pt x="35" y="66"/>
                        <a:pt x="35" y="63"/>
                        <a:pt x="32" y="63"/>
                      </a:cubicBezTo>
                      <a:cubicBezTo>
                        <a:pt x="27" y="61"/>
                        <a:pt x="24" y="58"/>
                        <a:pt x="22" y="52"/>
                      </a:cubicBezTo>
                      <a:cubicBezTo>
                        <a:pt x="17" y="65"/>
                        <a:pt x="13" y="77"/>
                        <a:pt x="18" y="89"/>
                      </a:cubicBezTo>
                      <a:cubicBezTo>
                        <a:pt x="21" y="97"/>
                        <a:pt x="27" y="101"/>
                        <a:pt x="33" y="107"/>
                      </a:cubicBezTo>
                      <a:cubicBezTo>
                        <a:pt x="34" y="97"/>
                        <a:pt x="34" y="87"/>
                        <a:pt x="35" y="77"/>
                      </a:cubicBezTo>
                      <a:cubicBezTo>
                        <a:pt x="35" y="77"/>
                        <a:pt x="32" y="75"/>
                        <a:pt x="31" y="75"/>
                      </a:cubicBezTo>
                      <a:cubicBezTo>
                        <a:pt x="29" y="75"/>
                        <a:pt x="26" y="76"/>
                        <a:pt x="24" y="7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70" name="组合 69">
                <a:extLst>
                  <a:ext uri="{FF2B5EF4-FFF2-40B4-BE49-F238E27FC236}">
                    <a16:creationId xmlns:a16="http://schemas.microsoft.com/office/drawing/2014/main" id="{C43281D5-D15F-4210-8FEF-5D0B83A54FD6}"/>
                  </a:ext>
                </a:extLst>
              </p:cNvPr>
              <p:cNvGrpSpPr/>
              <p:nvPr/>
            </p:nvGrpSpPr>
            <p:grpSpPr>
              <a:xfrm>
                <a:off x="6738929" y="2270918"/>
                <a:ext cx="549275" cy="693738"/>
                <a:chOff x="6108700" y="2066926"/>
                <a:chExt cx="549275" cy="693738"/>
              </a:xfrm>
              <a:grpFill/>
            </p:grpSpPr>
            <p:sp>
              <p:nvSpPr>
                <p:cNvPr id="77" name="Freeform 13">
                  <a:extLst>
                    <a:ext uri="{FF2B5EF4-FFF2-40B4-BE49-F238E27FC236}">
                      <a16:creationId xmlns:a16="http://schemas.microsoft.com/office/drawing/2014/main" id="{0965091B-D712-42AC-844D-24578409DB9A}"/>
                    </a:ext>
                  </a:extLst>
                </p:cNvPr>
                <p:cNvSpPr>
                  <a:spLocks noEditPoints="1"/>
                </p:cNvSpPr>
                <p:nvPr/>
              </p:nvSpPr>
              <p:spPr bwMode="auto">
                <a:xfrm>
                  <a:off x="6108700" y="2066926"/>
                  <a:ext cx="549275" cy="655638"/>
                </a:xfrm>
                <a:custGeom>
                  <a:avLst/>
                  <a:gdLst>
                    <a:gd name="T0" fmla="*/ 54 w 128"/>
                    <a:gd name="T1" fmla="*/ 76 h 154"/>
                    <a:gd name="T2" fmla="*/ 66 w 128"/>
                    <a:gd name="T3" fmla="*/ 53 h 154"/>
                    <a:gd name="T4" fmla="*/ 49 w 128"/>
                    <a:gd name="T5" fmla="*/ 47 h 154"/>
                    <a:gd name="T6" fmla="*/ 64 w 128"/>
                    <a:gd name="T7" fmla="*/ 44 h 154"/>
                    <a:gd name="T8" fmla="*/ 83 w 128"/>
                    <a:gd name="T9" fmla="*/ 6 h 154"/>
                    <a:gd name="T10" fmla="*/ 91 w 128"/>
                    <a:gd name="T11" fmla="*/ 11 h 154"/>
                    <a:gd name="T12" fmla="*/ 96 w 128"/>
                    <a:gd name="T13" fmla="*/ 36 h 154"/>
                    <a:gd name="T14" fmla="*/ 106 w 128"/>
                    <a:gd name="T15" fmla="*/ 41 h 154"/>
                    <a:gd name="T16" fmla="*/ 82 w 128"/>
                    <a:gd name="T17" fmla="*/ 50 h 154"/>
                    <a:gd name="T18" fmla="*/ 71 w 128"/>
                    <a:gd name="T19" fmla="*/ 65 h 154"/>
                    <a:gd name="T20" fmla="*/ 110 w 128"/>
                    <a:gd name="T21" fmla="*/ 74 h 154"/>
                    <a:gd name="T22" fmla="*/ 101 w 128"/>
                    <a:gd name="T23" fmla="*/ 87 h 154"/>
                    <a:gd name="T24" fmla="*/ 111 w 128"/>
                    <a:gd name="T25" fmla="*/ 98 h 154"/>
                    <a:gd name="T26" fmla="*/ 92 w 128"/>
                    <a:gd name="T27" fmla="*/ 104 h 154"/>
                    <a:gd name="T28" fmla="*/ 86 w 128"/>
                    <a:gd name="T29" fmla="*/ 116 h 154"/>
                    <a:gd name="T30" fmla="*/ 124 w 128"/>
                    <a:gd name="T31" fmla="*/ 112 h 154"/>
                    <a:gd name="T32" fmla="*/ 120 w 128"/>
                    <a:gd name="T33" fmla="*/ 122 h 154"/>
                    <a:gd name="T34" fmla="*/ 111 w 128"/>
                    <a:gd name="T35" fmla="*/ 144 h 154"/>
                    <a:gd name="T36" fmla="*/ 105 w 128"/>
                    <a:gd name="T37" fmla="*/ 153 h 154"/>
                    <a:gd name="T38" fmla="*/ 55 w 128"/>
                    <a:gd name="T39" fmla="*/ 129 h 154"/>
                    <a:gd name="T40" fmla="*/ 53 w 128"/>
                    <a:gd name="T41" fmla="*/ 121 h 154"/>
                    <a:gd name="T42" fmla="*/ 61 w 128"/>
                    <a:gd name="T43" fmla="*/ 125 h 154"/>
                    <a:gd name="T44" fmla="*/ 94 w 128"/>
                    <a:gd name="T45" fmla="*/ 140 h 154"/>
                    <a:gd name="T46" fmla="*/ 85 w 128"/>
                    <a:gd name="T47" fmla="*/ 127 h 154"/>
                    <a:gd name="T48" fmla="*/ 71 w 128"/>
                    <a:gd name="T49" fmla="*/ 108 h 154"/>
                    <a:gd name="T50" fmla="*/ 52 w 128"/>
                    <a:gd name="T51" fmla="*/ 113 h 154"/>
                    <a:gd name="T52" fmla="*/ 38 w 128"/>
                    <a:gd name="T53" fmla="*/ 97 h 154"/>
                    <a:gd name="T54" fmla="*/ 51 w 128"/>
                    <a:gd name="T55" fmla="*/ 97 h 154"/>
                    <a:gd name="T56" fmla="*/ 34 w 128"/>
                    <a:gd name="T57" fmla="*/ 93 h 154"/>
                    <a:gd name="T58" fmla="*/ 35 w 128"/>
                    <a:gd name="T59" fmla="*/ 105 h 154"/>
                    <a:gd name="T60" fmla="*/ 26 w 128"/>
                    <a:gd name="T61" fmla="*/ 154 h 154"/>
                    <a:gd name="T62" fmla="*/ 20 w 128"/>
                    <a:gd name="T63" fmla="*/ 118 h 154"/>
                    <a:gd name="T64" fmla="*/ 0 w 128"/>
                    <a:gd name="T65" fmla="*/ 103 h 154"/>
                    <a:gd name="T66" fmla="*/ 19 w 128"/>
                    <a:gd name="T67" fmla="*/ 72 h 154"/>
                    <a:gd name="T68" fmla="*/ 25 w 128"/>
                    <a:gd name="T69" fmla="*/ 51 h 154"/>
                    <a:gd name="T70" fmla="*/ 39 w 128"/>
                    <a:gd name="T71" fmla="*/ 14 h 154"/>
                    <a:gd name="T72" fmla="*/ 51 w 128"/>
                    <a:gd name="T73" fmla="*/ 24 h 154"/>
                    <a:gd name="T74" fmla="*/ 39 w 128"/>
                    <a:gd name="T75" fmla="*/ 44 h 154"/>
                    <a:gd name="T76" fmla="*/ 48 w 128"/>
                    <a:gd name="T77" fmla="*/ 73 h 154"/>
                    <a:gd name="T78" fmla="*/ 81 w 128"/>
                    <a:gd name="T79" fmla="*/ 90 h 154"/>
                    <a:gd name="T80" fmla="*/ 92 w 128"/>
                    <a:gd name="T81" fmla="*/ 71 h 154"/>
                    <a:gd name="T82" fmla="*/ 81 w 128"/>
                    <a:gd name="T83" fmla="*/ 80 h 154"/>
                    <a:gd name="T84" fmla="*/ 76 w 128"/>
                    <a:gd name="T85" fmla="*/ 73 h 154"/>
                    <a:gd name="T86" fmla="*/ 67 w 128"/>
                    <a:gd name="T87" fmla="*/ 79 h 154"/>
                    <a:gd name="T88" fmla="*/ 76 w 128"/>
                    <a:gd name="T89" fmla="*/ 73 h 154"/>
                    <a:gd name="T90" fmla="*/ 56 w 128"/>
                    <a:gd name="T91" fmla="*/ 88 h 154"/>
                    <a:gd name="T92" fmla="*/ 63 w 128"/>
                    <a:gd name="T93" fmla="*/ 81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28" h="154">
                      <a:moveTo>
                        <a:pt x="48" y="73"/>
                      </a:moveTo>
                      <a:cubicBezTo>
                        <a:pt x="50" y="74"/>
                        <a:pt x="52" y="75"/>
                        <a:pt x="54" y="76"/>
                      </a:cubicBezTo>
                      <a:cubicBezTo>
                        <a:pt x="57" y="74"/>
                        <a:pt x="60" y="72"/>
                        <a:pt x="63" y="70"/>
                      </a:cubicBezTo>
                      <a:cubicBezTo>
                        <a:pt x="58" y="63"/>
                        <a:pt x="65" y="59"/>
                        <a:pt x="66" y="53"/>
                      </a:cubicBezTo>
                      <a:cubicBezTo>
                        <a:pt x="63" y="53"/>
                        <a:pt x="59" y="53"/>
                        <a:pt x="56" y="52"/>
                      </a:cubicBezTo>
                      <a:cubicBezTo>
                        <a:pt x="54" y="51"/>
                        <a:pt x="51" y="49"/>
                        <a:pt x="49" y="47"/>
                      </a:cubicBezTo>
                      <a:cubicBezTo>
                        <a:pt x="49" y="46"/>
                        <a:pt x="50" y="46"/>
                        <a:pt x="50" y="46"/>
                      </a:cubicBezTo>
                      <a:cubicBezTo>
                        <a:pt x="55" y="45"/>
                        <a:pt x="59" y="45"/>
                        <a:pt x="64" y="44"/>
                      </a:cubicBezTo>
                      <a:cubicBezTo>
                        <a:pt x="68" y="44"/>
                        <a:pt x="70" y="42"/>
                        <a:pt x="71" y="38"/>
                      </a:cubicBezTo>
                      <a:cubicBezTo>
                        <a:pt x="75" y="27"/>
                        <a:pt x="79" y="16"/>
                        <a:pt x="83" y="6"/>
                      </a:cubicBezTo>
                      <a:cubicBezTo>
                        <a:pt x="84" y="3"/>
                        <a:pt x="84" y="0"/>
                        <a:pt x="88" y="2"/>
                      </a:cubicBezTo>
                      <a:cubicBezTo>
                        <a:pt x="92" y="4"/>
                        <a:pt x="94" y="9"/>
                        <a:pt x="91" y="11"/>
                      </a:cubicBezTo>
                      <a:cubicBezTo>
                        <a:pt x="83" y="19"/>
                        <a:pt x="83" y="30"/>
                        <a:pt x="80" y="41"/>
                      </a:cubicBezTo>
                      <a:cubicBezTo>
                        <a:pt x="85" y="39"/>
                        <a:pt x="91" y="37"/>
                        <a:pt x="96" y="36"/>
                      </a:cubicBezTo>
                      <a:cubicBezTo>
                        <a:pt x="98" y="35"/>
                        <a:pt x="101" y="35"/>
                        <a:pt x="102" y="36"/>
                      </a:cubicBezTo>
                      <a:cubicBezTo>
                        <a:pt x="104" y="37"/>
                        <a:pt x="106" y="39"/>
                        <a:pt x="106" y="41"/>
                      </a:cubicBezTo>
                      <a:cubicBezTo>
                        <a:pt x="106" y="42"/>
                        <a:pt x="105" y="44"/>
                        <a:pt x="103" y="44"/>
                      </a:cubicBezTo>
                      <a:cubicBezTo>
                        <a:pt x="96" y="46"/>
                        <a:pt x="89" y="48"/>
                        <a:pt x="82" y="50"/>
                      </a:cubicBezTo>
                      <a:cubicBezTo>
                        <a:pt x="78" y="50"/>
                        <a:pt x="77" y="51"/>
                        <a:pt x="76" y="54"/>
                      </a:cubicBezTo>
                      <a:cubicBezTo>
                        <a:pt x="74" y="58"/>
                        <a:pt x="73" y="61"/>
                        <a:pt x="71" y="65"/>
                      </a:cubicBezTo>
                      <a:cubicBezTo>
                        <a:pt x="82" y="63"/>
                        <a:pt x="92" y="62"/>
                        <a:pt x="102" y="66"/>
                      </a:cubicBezTo>
                      <a:cubicBezTo>
                        <a:pt x="106" y="67"/>
                        <a:pt x="110" y="69"/>
                        <a:pt x="110" y="74"/>
                      </a:cubicBezTo>
                      <a:cubicBezTo>
                        <a:pt x="111" y="79"/>
                        <a:pt x="109" y="83"/>
                        <a:pt x="104" y="85"/>
                      </a:cubicBezTo>
                      <a:cubicBezTo>
                        <a:pt x="103" y="85"/>
                        <a:pt x="102" y="86"/>
                        <a:pt x="101" y="87"/>
                      </a:cubicBezTo>
                      <a:cubicBezTo>
                        <a:pt x="103" y="88"/>
                        <a:pt x="105" y="88"/>
                        <a:pt x="106" y="89"/>
                      </a:cubicBezTo>
                      <a:cubicBezTo>
                        <a:pt x="110" y="91"/>
                        <a:pt x="112" y="94"/>
                        <a:pt x="111" y="98"/>
                      </a:cubicBezTo>
                      <a:cubicBezTo>
                        <a:pt x="110" y="102"/>
                        <a:pt x="107" y="103"/>
                        <a:pt x="104" y="103"/>
                      </a:cubicBezTo>
                      <a:cubicBezTo>
                        <a:pt x="100" y="103"/>
                        <a:pt x="96" y="104"/>
                        <a:pt x="92" y="104"/>
                      </a:cubicBezTo>
                      <a:cubicBezTo>
                        <a:pt x="86" y="105"/>
                        <a:pt x="81" y="111"/>
                        <a:pt x="82" y="117"/>
                      </a:cubicBezTo>
                      <a:cubicBezTo>
                        <a:pt x="83" y="117"/>
                        <a:pt x="85" y="117"/>
                        <a:pt x="86" y="116"/>
                      </a:cubicBezTo>
                      <a:cubicBezTo>
                        <a:pt x="95" y="111"/>
                        <a:pt x="104" y="109"/>
                        <a:pt x="114" y="109"/>
                      </a:cubicBezTo>
                      <a:cubicBezTo>
                        <a:pt x="118" y="110"/>
                        <a:pt x="121" y="111"/>
                        <a:pt x="124" y="112"/>
                      </a:cubicBezTo>
                      <a:cubicBezTo>
                        <a:pt x="128" y="114"/>
                        <a:pt x="128" y="117"/>
                        <a:pt x="126" y="120"/>
                      </a:cubicBezTo>
                      <a:cubicBezTo>
                        <a:pt x="125" y="123"/>
                        <a:pt x="122" y="123"/>
                        <a:pt x="120" y="122"/>
                      </a:cubicBezTo>
                      <a:cubicBezTo>
                        <a:pt x="111" y="118"/>
                        <a:pt x="104" y="120"/>
                        <a:pt x="97" y="123"/>
                      </a:cubicBezTo>
                      <a:cubicBezTo>
                        <a:pt x="101" y="130"/>
                        <a:pt x="106" y="137"/>
                        <a:pt x="111" y="144"/>
                      </a:cubicBezTo>
                      <a:cubicBezTo>
                        <a:pt x="112" y="146"/>
                        <a:pt x="112" y="150"/>
                        <a:pt x="111" y="152"/>
                      </a:cubicBezTo>
                      <a:cubicBezTo>
                        <a:pt x="111" y="153"/>
                        <a:pt x="107" y="153"/>
                        <a:pt x="105" y="153"/>
                      </a:cubicBezTo>
                      <a:cubicBezTo>
                        <a:pt x="91" y="150"/>
                        <a:pt x="77" y="146"/>
                        <a:pt x="66" y="138"/>
                      </a:cubicBezTo>
                      <a:cubicBezTo>
                        <a:pt x="62" y="135"/>
                        <a:pt x="59" y="132"/>
                        <a:pt x="55" y="129"/>
                      </a:cubicBezTo>
                      <a:cubicBezTo>
                        <a:pt x="54" y="128"/>
                        <a:pt x="53" y="127"/>
                        <a:pt x="53" y="126"/>
                      </a:cubicBezTo>
                      <a:cubicBezTo>
                        <a:pt x="53" y="124"/>
                        <a:pt x="53" y="122"/>
                        <a:pt x="53" y="121"/>
                      </a:cubicBezTo>
                      <a:cubicBezTo>
                        <a:pt x="55" y="121"/>
                        <a:pt x="57" y="121"/>
                        <a:pt x="58" y="121"/>
                      </a:cubicBezTo>
                      <a:cubicBezTo>
                        <a:pt x="59" y="122"/>
                        <a:pt x="60" y="123"/>
                        <a:pt x="61" y="125"/>
                      </a:cubicBezTo>
                      <a:cubicBezTo>
                        <a:pt x="70" y="134"/>
                        <a:pt x="80" y="139"/>
                        <a:pt x="92" y="140"/>
                      </a:cubicBezTo>
                      <a:cubicBezTo>
                        <a:pt x="93" y="140"/>
                        <a:pt x="93" y="140"/>
                        <a:pt x="94" y="140"/>
                      </a:cubicBezTo>
                      <a:cubicBezTo>
                        <a:pt x="92" y="136"/>
                        <a:pt x="90" y="132"/>
                        <a:pt x="88" y="128"/>
                      </a:cubicBezTo>
                      <a:cubicBezTo>
                        <a:pt x="88" y="128"/>
                        <a:pt x="86" y="127"/>
                        <a:pt x="85" y="127"/>
                      </a:cubicBezTo>
                      <a:cubicBezTo>
                        <a:pt x="71" y="126"/>
                        <a:pt x="70" y="124"/>
                        <a:pt x="71" y="111"/>
                      </a:cubicBezTo>
                      <a:cubicBezTo>
                        <a:pt x="71" y="110"/>
                        <a:pt x="71" y="109"/>
                        <a:pt x="71" y="108"/>
                      </a:cubicBezTo>
                      <a:cubicBezTo>
                        <a:pt x="68" y="109"/>
                        <a:pt x="65" y="109"/>
                        <a:pt x="62" y="110"/>
                      </a:cubicBezTo>
                      <a:cubicBezTo>
                        <a:pt x="59" y="111"/>
                        <a:pt x="55" y="112"/>
                        <a:pt x="52" y="113"/>
                      </a:cubicBezTo>
                      <a:cubicBezTo>
                        <a:pt x="48" y="114"/>
                        <a:pt x="44" y="115"/>
                        <a:pt x="41" y="111"/>
                      </a:cubicBezTo>
                      <a:cubicBezTo>
                        <a:pt x="37" y="107"/>
                        <a:pt x="37" y="102"/>
                        <a:pt x="38" y="97"/>
                      </a:cubicBezTo>
                      <a:cubicBezTo>
                        <a:pt x="38" y="96"/>
                        <a:pt x="40" y="96"/>
                        <a:pt x="42" y="96"/>
                      </a:cubicBezTo>
                      <a:cubicBezTo>
                        <a:pt x="45" y="96"/>
                        <a:pt x="48" y="96"/>
                        <a:pt x="51" y="97"/>
                      </a:cubicBezTo>
                      <a:cubicBezTo>
                        <a:pt x="48" y="90"/>
                        <a:pt x="46" y="84"/>
                        <a:pt x="43" y="78"/>
                      </a:cubicBezTo>
                      <a:cubicBezTo>
                        <a:pt x="40" y="83"/>
                        <a:pt x="37" y="88"/>
                        <a:pt x="34" y="93"/>
                      </a:cubicBezTo>
                      <a:cubicBezTo>
                        <a:pt x="33" y="94"/>
                        <a:pt x="33" y="96"/>
                        <a:pt x="34" y="98"/>
                      </a:cubicBezTo>
                      <a:cubicBezTo>
                        <a:pt x="34" y="100"/>
                        <a:pt x="35" y="103"/>
                        <a:pt x="35" y="105"/>
                      </a:cubicBezTo>
                      <a:cubicBezTo>
                        <a:pt x="32" y="121"/>
                        <a:pt x="29" y="136"/>
                        <a:pt x="27" y="151"/>
                      </a:cubicBezTo>
                      <a:cubicBezTo>
                        <a:pt x="26" y="152"/>
                        <a:pt x="26" y="153"/>
                        <a:pt x="26" y="154"/>
                      </a:cubicBezTo>
                      <a:cubicBezTo>
                        <a:pt x="17" y="153"/>
                        <a:pt x="14" y="149"/>
                        <a:pt x="15" y="141"/>
                      </a:cubicBezTo>
                      <a:cubicBezTo>
                        <a:pt x="17" y="134"/>
                        <a:pt x="18" y="126"/>
                        <a:pt x="20" y="118"/>
                      </a:cubicBezTo>
                      <a:cubicBezTo>
                        <a:pt x="15" y="123"/>
                        <a:pt x="12" y="122"/>
                        <a:pt x="7" y="118"/>
                      </a:cubicBezTo>
                      <a:cubicBezTo>
                        <a:pt x="3" y="114"/>
                        <a:pt x="0" y="109"/>
                        <a:pt x="0" y="103"/>
                      </a:cubicBezTo>
                      <a:cubicBezTo>
                        <a:pt x="0" y="102"/>
                        <a:pt x="1" y="101"/>
                        <a:pt x="1" y="100"/>
                      </a:cubicBezTo>
                      <a:cubicBezTo>
                        <a:pt x="7" y="91"/>
                        <a:pt x="14" y="82"/>
                        <a:pt x="19" y="72"/>
                      </a:cubicBezTo>
                      <a:cubicBezTo>
                        <a:pt x="22" y="67"/>
                        <a:pt x="24" y="61"/>
                        <a:pt x="26" y="55"/>
                      </a:cubicBezTo>
                      <a:cubicBezTo>
                        <a:pt x="27" y="54"/>
                        <a:pt x="25" y="53"/>
                        <a:pt x="25" y="51"/>
                      </a:cubicBezTo>
                      <a:cubicBezTo>
                        <a:pt x="18" y="43"/>
                        <a:pt x="18" y="39"/>
                        <a:pt x="23" y="30"/>
                      </a:cubicBezTo>
                      <a:cubicBezTo>
                        <a:pt x="27" y="23"/>
                        <a:pt x="32" y="17"/>
                        <a:pt x="39" y="14"/>
                      </a:cubicBezTo>
                      <a:cubicBezTo>
                        <a:pt x="45" y="11"/>
                        <a:pt x="50" y="12"/>
                        <a:pt x="53" y="16"/>
                      </a:cubicBezTo>
                      <a:cubicBezTo>
                        <a:pt x="56" y="20"/>
                        <a:pt x="56" y="22"/>
                        <a:pt x="51" y="24"/>
                      </a:cubicBezTo>
                      <a:cubicBezTo>
                        <a:pt x="44" y="26"/>
                        <a:pt x="41" y="31"/>
                        <a:pt x="37" y="36"/>
                      </a:cubicBezTo>
                      <a:cubicBezTo>
                        <a:pt x="36" y="39"/>
                        <a:pt x="36" y="42"/>
                        <a:pt x="39" y="44"/>
                      </a:cubicBezTo>
                      <a:cubicBezTo>
                        <a:pt x="41" y="45"/>
                        <a:pt x="42" y="47"/>
                        <a:pt x="43" y="48"/>
                      </a:cubicBezTo>
                      <a:cubicBezTo>
                        <a:pt x="52" y="58"/>
                        <a:pt x="54" y="62"/>
                        <a:pt x="48" y="73"/>
                      </a:cubicBezTo>
                      <a:close/>
                      <a:moveTo>
                        <a:pt x="79" y="89"/>
                      </a:moveTo>
                      <a:cubicBezTo>
                        <a:pt x="80" y="89"/>
                        <a:pt x="80" y="90"/>
                        <a:pt x="81" y="90"/>
                      </a:cubicBezTo>
                      <a:cubicBezTo>
                        <a:pt x="85" y="86"/>
                        <a:pt x="90" y="81"/>
                        <a:pt x="95" y="76"/>
                      </a:cubicBezTo>
                      <a:cubicBezTo>
                        <a:pt x="97" y="73"/>
                        <a:pt x="95" y="71"/>
                        <a:pt x="92" y="71"/>
                      </a:cubicBezTo>
                      <a:cubicBezTo>
                        <a:pt x="88" y="71"/>
                        <a:pt x="85" y="71"/>
                        <a:pt x="81" y="71"/>
                      </a:cubicBezTo>
                      <a:cubicBezTo>
                        <a:pt x="81" y="75"/>
                        <a:pt x="81" y="77"/>
                        <a:pt x="81" y="80"/>
                      </a:cubicBezTo>
                      <a:cubicBezTo>
                        <a:pt x="81" y="83"/>
                        <a:pt x="80" y="86"/>
                        <a:pt x="79" y="89"/>
                      </a:cubicBezTo>
                      <a:close/>
                      <a:moveTo>
                        <a:pt x="76" y="73"/>
                      </a:moveTo>
                      <a:cubicBezTo>
                        <a:pt x="73" y="74"/>
                        <a:pt x="71" y="75"/>
                        <a:pt x="69" y="77"/>
                      </a:cubicBezTo>
                      <a:cubicBezTo>
                        <a:pt x="68" y="77"/>
                        <a:pt x="67" y="78"/>
                        <a:pt x="67" y="79"/>
                      </a:cubicBezTo>
                      <a:cubicBezTo>
                        <a:pt x="67" y="84"/>
                        <a:pt x="68" y="88"/>
                        <a:pt x="68" y="92"/>
                      </a:cubicBezTo>
                      <a:cubicBezTo>
                        <a:pt x="74" y="91"/>
                        <a:pt x="77" y="83"/>
                        <a:pt x="76" y="73"/>
                      </a:cubicBezTo>
                      <a:close/>
                      <a:moveTo>
                        <a:pt x="63" y="81"/>
                      </a:moveTo>
                      <a:cubicBezTo>
                        <a:pt x="55" y="84"/>
                        <a:pt x="54" y="85"/>
                        <a:pt x="56" y="88"/>
                      </a:cubicBezTo>
                      <a:cubicBezTo>
                        <a:pt x="58" y="94"/>
                        <a:pt x="60" y="95"/>
                        <a:pt x="65" y="93"/>
                      </a:cubicBezTo>
                      <a:cubicBezTo>
                        <a:pt x="64" y="89"/>
                        <a:pt x="63" y="85"/>
                        <a:pt x="63" y="8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8" name="Freeform 14">
                  <a:extLst>
                    <a:ext uri="{FF2B5EF4-FFF2-40B4-BE49-F238E27FC236}">
                      <a16:creationId xmlns:a16="http://schemas.microsoft.com/office/drawing/2014/main" id="{EDF1A89C-87D3-4066-B020-1AF4B9A41344}"/>
                    </a:ext>
                  </a:extLst>
                </p:cNvPr>
                <p:cNvSpPr>
                  <a:spLocks/>
                </p:cNvSpPr>
                <p:nvPr/>
              </p:nvSpPr>
              <p:spPr bwMode="auto">
                <a:xfrm>
                  <a:off x="6259513" y="2578101"/>
                  <a:ext cx="68263" cy="182563"/>
                </a:xfrm>
                <a:custGeom>
                  <a:avLst/>
                  <a:gdLst>
                    <a:gd name="T0" fmla="*/ 9 w 16"/>
                    <a:gd name="T1" fmla="*/ 0 h 43"/>
                    <a:gd name="T2" fmla="*/ 15 w 16"/>
                    <a:gd name="T3" fmla="*/ 11 h 43"/>
                    <a:gd name="T4" fmla="*/ 9 w 16"/>
                    <a:gd name="T5" fmla="*/ 43 h 43"/>
                    <a:gd name="T6" fmla="*/ 2 w 16"/>
                    <a:gd name="T7" fmla="*/ 39 h 43"/>
                    <a:gd name="T8" fmla="*/ 0 w 16"/>
                    <a:gd name="T9" fmla="*/ 35 h 43"/>
                    <a:gd name="T10" fmla="*/ 9 w 16"/>
                    <a:gd name="T11" fmla="*/ 0 h 43"/>
                  </a:gdLst>
                  <a:ahLst/>
                  <a:cxnLst>
                    <a:cxn ang="0">
                      <a:pos x="T0" y="T1"/>
                    </a:cxn>
                    <a:cxn ang="0">
                      <a:pos x="T2" y="T3"/>
                    </a:cxn>
                    <a:cxn ang="0">
                      <a:pos x="T4" y="T5"/>
                    </a:cxn>
                    <a:cxn ang="0">
                      <a:pos x="T6" y="T7"/>
                    </a:cxn>
                    <a:cxn ang="0">
                      <a:pos x="T8" y="T9"/>
                    </a:cxn>
                    <a:cxn ang="0">
                      <a:pos x="T10" y="T11"/>
                    </a:cxn>
                  </a:cxnLst>
                  <a:rect l="0" t="0" r="r" b="b"/>
                  <a:pathLst>
                    <a:path w="16" h="43">
                      <a:moveTo>
                        <a:pt x="9" y="0"/>
                      </a:moveTo>
                      <a:cubicBezTo>
                        <a:pt x="15" y="3"/>
                        <a:pt x="16" y="6"/>
                        <a:pt x="15" y="11"/>
                      </a:cubicBezTo>
                      <a:cubicBezTo>
                        <a:pt x="12" y="21"/>
                        <a:pt x="11" y="32"/>
                        <a:pt x="9" y="43"/>
                      </a:cubicBezTo>
                      <a:cubicBezTo>
                        <a:pt x="6" y="41"/>
                        <a:pt x="4" y="40"/>
                        <a:pt x="2" y="39"/>
                      </a:cubicBezTo>
                      <a:cubicBezTo>
                        <a:pt x="1" y="38"/>
                        <a:pt x="0" y="37"/>
                        <a:pt x="0" y="35"/>
                      </a:cubicBezTo>
                      <a:cubicBezTo>
                        <a:pt x="3" y="24"/>
                        <a:pt x="6" y="12"/>
                        <a:pt x="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71" name="组合 70">
                <a:extLst>
                  <a:ext uri="{FF2B5EF4-FFF2-40B4-BE49-F238E27FC236}">
                    <a16:creationId xmlns:a16="http://schemas.microsoft.com/office/drawing/2014/main" id="{CD1C2EA2-DECB-4C4E-997D-8417E76BE944}"/>
                  </a:ext>
                </a:extLst>
              </p:cNvPr>
              <p:cNvGrpSpPr/>
              <p:nvPr/>
            </p:nvGrpSpPr>
            <p:grpSpPr>
              <a:xfrm>
                <a:off x="7532962" y="2451100"/>
                <a:ext cx="368300" cy="317500"/>
                <a:chOff x="6186488" y="2930526"/>
                <a:chExt cx="368300" cy="317500"/>
              </a:xfrm>
              <a:grpFill/>
            </p:grpSpPr>
            <p:sp>
              <p:nvSpPr>
                <p:cNvPr id="74" name="Freeform 18">
                  <a:extLst>
                    <a:ext uri="{FF2B5EF4-FFF2-40B4-BE49-F238E27FC236}">
                      <a16:creationId xmlns:a16="http://schemas.microsoft.com/office/drawing/2014/main" id="{58E0037C-7932-4788-ADA9-47256329EEB7}"/>
                    </a:ext>
                  </a:extLst>
                </p:cNvPr>
                <p:cNvSpPr>
                  <a:spLocks/>
                </p:cNvSpPr>
                <p:nvPr/>
              </p:nvSpPr>
              <p:spPr bwMode="auto">
                <a:xfrm>
                  <a:off x="6310313" y="2930526"/>
                  <a:ext cx="244475" cy="317500"/>
                </a:xfrm>
                <a:custGeom>
                  <a:avLst/>
                  <a:gdLst>
                    <a:gd name="T0" fmla="*/ 49 w 57"/>
                    <a:gd name="T1" fmla="*/ 74 h 75"/>
                    <a:gd name="T2" fmla="*/ 40 w 57"/>
                    <a:gd name="T3" fmla="*/ 67 h 75"/>
                    <a:gd name="T4" fmla="*/ 33 w 57"/>
                    <a:gd name="T5" fmla="*/ 48 h 75"/>
                    <a:gd name="T6" fmla="*/ 27 w 57"/>
                    <a:gd name="T7" fmla="*/ 46 h 75"/>
                    <a:gd name="T8" fmla="*/ 11 w 57"/>
                    <a:gd name="T9" fmla="*/ 60 h 75"/>
                    <a:gd name="T10" fmla="*/ 5 w 57"/>
                    <a:gd name="T11" fmla="*/ 60 h 75"/>
                    <a:gd name="T12" fmla="*/ 6 w 57"/>
                    <a:gd name="T13" fmla="*/ 46 h 75"/>
                    <a:gd name="T14" fmla="*/ 27 w 57"/>
                    <a:gd name="T15" fmla="*/ 26 h 75"/>
                    <a:gd name="T16" fmla="*/ 40 w 57"/>
                    <a:gd name="T17" fmla="*/ 10 h 75"/>
                    <a:gd name="T18" fmla="*/ 41 w 57"/>
                    <a:gd name="T19" fmla="*/ 6 h 75"/>
                    <a:gd name="T20" fmla="*/ 45 w 57"/>
                    <a:gd name="T21" fmla="*/ 0 h 75"/>
                    <a:gd name="T22" fmla="*/ 53 w 57"/>
                    <a:gd name="T23" fmla="*/ 3 h 75"/>
                    <a:gd name="T24" fmla="*/ 53 w 57"/>
                    <a:gd name="T25" fmla="*/ 20 h 75"/>
                    <a:gd name="T26" fmla="*/ 37 w 57"/>
                    <a:gd name="T27" fmla="*/ 38 h 75"/>
                    <a:gd name="T28" fmla="*/ 49 w 57"/>
                    <a:gd name="T29" fmla="*/ 74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7" h="75">
                      <a:moveTo>
                        <a:pt x="49" y="74"/>
                      </a:moveTo>
                      <a:cubicBezTo>
                        <a:pt x="43" y="75"/>
                        <a:pt x="41" y="72"/>
                        <a:pt x="40" y="67"/>
                      </a:cubicBezTo>
                      <a:cubicBezTo>
                        <a:pt x="38" y="61"/>
                        <a:pt x="35" y="54"/>
                        <a:pt x="33" y="48"/>
                      </a:cubicBezTo>
                      <a:cubicBezTo>
                        <a:pt x="32" y="45"/>
                        <a:pt x="30" y="44"/>
                        <a:pt x="27" y="46"/>
                      </a:cubicBezTo>
                      <a:cubicBezTo>
                        <a:pt x="22" y="51"/>
                        <a:pt x="16" y="55"/>
                        <a:pt x="11" y="60"/>
                      </a:cubicBezTo>
                      <a:cubicBezTo>
                        <a:pt x="8" y="63"/>
                        <a:pt x="7" y="62"/>
                        <a:pt x="5" y="60"/>
                      </a:cubicBezTo>
                      <a:cubicBezTo>
                        <a:pt x="0" y="54"/>
                        <a:pt x="0" y="51"/>
                        <a:pt x="6" y="46"/>
                      </a:cubicBezTo>
                      <a:cubicBezTo>
                        <a:pt x="13" y="39"/>
                        <a:pt x="20" y="33"/>
                        <a:pt x="27" y="26"/>
                      </a:cubicBezTo>
                      <a:cubicBezTo>
                        <a:pt x="32" y="21"/>
                        <a:pt x="36" y="15"/>
                        <a:pt x="40" y="10"/>
                      </a:cubicBezTo>
                      <a:cubicBezTo>
                        <a:pt x="40" y="9"/>
                        <a:pt x="41" y="7"/>
                        <a:pt x="41" y="6"/>
                      </a:cubicBezTo>
                      <a:cubicBezTo>
                        <a:pt x="40" y="3"/>
                        <a:pt x="42" y="0"/>
                        <a:pt x="45" y="0"/>
                      </a:cubicBezTo>
                      <a:cubicBezTo>
                        <a:pt x="48" y="0"/>
                        <a:pt x="51" y="1"/>
                        <a:pt x="53" y="3"/>
                      </a:cubicBezTo>
                      <a:cubicBezTo>
                        <a:pt x="57" y="6"/>
                        <a:pt x="57" y="16"/>
                        <a:pt x="53" y="20"/>
                      </a:cubicBezTo>
                      <a:cubicBezTo>
                        <a:pt x="48" y="26"/>
                        <a:pt x="42" y="32"/>
                        <a:pt x="37" y="38"/>
                      </a:cubicBezTo>
                      <a:cubicBezTo>
                        <a:pt x="44" y="49"/>
                        <a:pt x="49" y="61"/>
                        <a:pt x="49" y="7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5" name="Freeform 19">
                  <a:extLst>
                    <a:ext uri="{FF2B5EF4-FFF2-40B4-BE49-F238E27FC236}">
                      <a16:creationId xmlns:a16="http://schemas.microsoft.com/office/drawing/2014/main" id="{B78F413E-1D51-491F-A6EC-02810949F837}"/>
                    </a:ext>
                  </a:extLst>
                </p:cNvPr>
                <p:cNvSpPr>
                  <a:spLocks/>
                </p:cNvSpPr>
                <p:nvPr/>
              </p:nvSpPr>
              <p:spPr bwMode="auto">
                <a:xfrm>
                  <a:off x="6186488" y="3009901"/>
                  <a:ext cx="123825" cy="234950"/>
                </a:xfrm>
                <a:custGeom>
                  <a:avLst/>
                  <a:gdLst>
                    <a:gd name="T0" fmla="*/ 12 w 29"/>
                    <a:gd name="T1" fmla="*/ 30 h 55"/>
                    <a:gd name="T2" fmla="*/ 20 w 29"/>
                    <a:gd name="T3" fmla="*/ 7 h 55"/>
                    <a:gd name="T4" fmla="*/ 25 w 29"/>
                    <a:gd name="T5" fmla="*/ 1 h 55"/>
                    <a:gd name="T6" fmla="*/ 26 w 29"/>
                    <a:gd name="T7" fmla="*/ 9 h 55"/>
                    <a:gd name="T8" fmla="*/ 16 w 29"/>
                    <a:gd name="T9" fmla="*/ 39 h 55"/>
                    <a:gd name="T10" fmla="*/ 13 w 29"/>
                    <a:gd name="T11" fmla="*/ 52 h 55"/>
                    <a:gd name="T12" fmla="*/ 7 w 29"/>
                    <a:gd name="T13" fmla="*/ 54 h 55"/>
                    <a:gd name="T14" fmla="*/ 2 w 29"/>
                    <a:gd name="T15" fmla="*/ 41 h 55"/>
                    <a:gd name="T16" fmla="*/ 3 w 29"/>
                    <a:gd name="T17" fmla="*/ 32 h 55"/>
                    <a:gd name="T18" fmla="*/ 2 w 29"/>
                    <a:gd name="T19" fmla="*/ 6 h 55"/>
                    <a:gd name="T20" fmla="*/ 6 w 29"/>
                    <a:gd name="T21" fmla="*/ 5 h 55"/>
                    <a:gd name="T22" fmla="*/ 10 w 29"/>
                    <a:gd name="T23" fmla="*/ 14 h 55"/>
                    <a:gd name="T24" fmla="*/ 11 w 29"/>
                    <a:gd name="T25" fmla="*/ 30 h 55"/>
                    <a:gd name="T26" fmla="*/ 12 w 29"/>
                    <a:gd name="T27" fmla="*/ 3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55">
                      <a:moveTo>
                        <a:pt x="12" y="30"/>
                      </a:moveTo>
                      <a:cubicBezTo>
                        <a:pt x="15" y="23"/>
                        <a:pt x="17" y="15"/>
                        <a:pt x="20" y="7"/>
                      </a:cubicBezTo>
                      <a:cubicBezTo>
                        <a:pt x="21" y="5"/>
                        <a:pt x="21" y="0"/>
                        <a:pt x="25" y="1"/>
                      </a:cubicBezTo>
                      <a:cubicBezTo>
                        <a:pt x="29" y="2"/>
                        <a:pt x="27" y="6"/>
                        <a:pt x="26" y="9"/>
                      </a:cubicBezTo>
                      <a:cubicBezTo>
                        <a:pt x="23" y="19"/>
                        <a:pt x="19" y="29"/>
                        <a:pt x="16" y="39"/>
                      </a:cubicBezTo>
                      <a:cubicBezTo>
                        <a:pt x="15" y="43"/>
                        <a:pt x="14" y="48"/>
                        <a:pt x="13" y="52"/>
                      </a:cubicBezTo>
                      <a:cubicBezTo>
                        <a:pt x="12" y="55"/>
                        <a:pt x="10" y="55"/>
                        <a:pt x="7" y="54"/>
                      </a:cubicBezTo>
                      <a:cubicBezTo>
                        <a:pt x="1" y="50"/>
                        <a:pt x="0" y="49"/>
                        <a:pt x="2" y="41"/>
                      </a:cubicBezTo>
                      <a:cubicBezTo>
                        <a:pt x="3" y="38"/>
                        <a:pt x="3" y="35"/>
                        <a:pt x="3" y="32"/>
                      </a:cubicBezTo>
                      <a:cubicBezTo>
                        <a:pt x="3" y="23"/>
                        <a:pt x="2" y="15"/>
                        <a:pt x="2" y="6"/>
                      </a:cubicBezTo>
                      <a:cubicBezTo>
                        <a:pt x="2" y="3"/>
                        <a:pt x="5" y="3"/>
                        <a:pt x="6" y="5"/>
                      </a:cubicBezTo>
                      <a:cubicBezTo>
                        <a:pt x="8" y="7"/>
                        <a:pt x="10" y="11"/>
                        <a:pt x="10" y="14"/>
                      </a:cubicBezTo>
                      <a:cubicBezTo>
                        <a:pt x="11" y="19"/>
                        <a:pt x="11" y="25"/>
                        <a:pt x="11" y="30"/>
                      </a:cubicBezTo>
                      <a:cubicBezTo>
                        <a:pt x="11" y="30"/>
                        <a:pt x="12" y="30"/>
                        <a:pt x="12"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6" name="Freeform 20">
                  <a:extLst>
                    <a:ext uri="{FF2B5EF4-FFF2-40B4-BE49-F238E27FC236}">
                      <a16:creationId xmlns:a16="http://schemas.microsoft.com/office/drawing/2014/main" id="{28D425C4-CE02-4413-BBE1-2E9FA0CC0E90}"/>
                    </a:ext>
                  </a:extLst>
                </p:cNvPr>
                <p:cNvSpPr>
                  <a:spLocks/>
                </p:cNvSpPr>
                <p:nvPr/>
              </p:nvSpPr>
              <p:spPr bwMode="auto">
                <a:xfrm>
                  <a:off x="6259513" y="2933701"/>
                  <a:ext cx="114300" cy="73025"/>
                </a:xfrm>
                <a:custGeom>
                  <a:avLst/>
                  <a:gdLst>
                    <a:gd name="T0" fmla="*/ 27 w 27"/>
                    <a:gd name="T1" fmla="*/ 1 h 17"/>
                    <a:gd name="T2" fmla="*/ 16 w 27"/>
                    <a:gd name="T3" fmla="*/ 14 h 17"/>
                    <a:gd name="T4" fmla="*/ 5 w 27"/>
                    <a:gd name="T5" fmla="*/ 13 h 17"/>
                    <a:gd name="T6" fmla="*/ 0 w 27"/>
                    <a:gd name="T7" fmla="*/ 4 h 17"/>
                    <a:gd name="T8" fmla="*/ 9 w 27"/>
                    <a:gd name="T9" fmla="*/ 2 h 17"/>
                    <a:gd name="T10" fmla="*/ 27 w 27"/>
                    <a:gd name="T11" fmla="*/ 0 h 17"/>
                    <a:gd name="T12" fmla="*/ 27 w 27"/>
                    <a:gd name="T13" fmla="*/ 1 h 17"/>
                  </a:gdLst>
                  <a:ahLst/>
                  <a:cxnLst>
                    <a:cxn ang="0">
                      <a:pos x="T0" y="T1"/>
                    </a:cxn>
                    <a:cxn ang="0">
                      <a:pos x="T2" y="T3"/>
                    </a:cxn>
                    <a:cxn ang="0">
                      <a:pos x="T4" y="T5"/>
                    </a:cxn>
                    <a:cxn ang="0">
                      <a:pos x="T6" y="T7"/>
                    </a:cxn>
                    <a:cxn ang="0">
                      <a:pos x="T8" y="T9"/>
                    </a:cxn>
                    <a:cxn ang="0">
                      <a:pos x="T10" y="T11"/>
                    </a:cxn>
                    <a:cxn ang="0">
                      <a:pos x="T12" y="T13"/>
                    </a:cxn>
                  </a:cxnLst>
                  <a:rect l="0" t="0" r="r" b="b"/>
                  <a:pathLst>
                    <a:path w="27" h="17">
                      <a:moveTo>
                        <a:pt x="27" y="1"/>
                      </a:moveTo>
                      <a:cubicBezTo>
                        <a:pt x="24" y="6"/>
                        <a:pt x="20" y="10"/>
                        <a:pt x="16" y="14"/>
                      </a:cubicBezTo>
                      <a:cubicBezTo>
                        <a:pt x="14" y="17"/>
                        <a:pt x="8" y="16"/>
                        <a:pt x="5" y="13"/>
                      </a:cubicBezTo>
                      <a:cubicBezTo>
                        <a:pt x="3" y="10"/>
                        <a:pt x="1" y="7"/>
                        <a:pt x="0" y="4"/>
                      </a:cubicBezTo>
                      <a:cubicBezTo>
                        <a:pt x="3" y="3"/>
                        <a:pt x="6" y="2"/>
                        <a:pt x="9" y="2"/>
                      </a:cubicBezTo>
                      <a:cubicBezTo>
                        <a:pt x="15" y="1"/>
                        <a:pt x="21" y="1"/>
                        <a:pt x="27" y="0"/>
                      </a:cubicBezTo>
                      <a:cubicBezTo>
                        <a:pt x="27" y="1"/>
                        <a:pt x="27" y="1"/>
                        <a:pt x="2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sp>
            <p:nvSpPr>
              <p:cNvPr id="72" name="Freeform 11">
                <a:extLst>
                  <a:ext uri="{FF2B5EF4-FFF2-40B4-BE49-F238E27FC236}">
                    <a16:creationId xmlns:a16="http://schemas.microsoft.com/office/drawing/2014/main" id="{9E7CBDC3-9BA0-4307-8967-3267E5966ED9}"/>
                  </a:ext>
                </a:extLst>
              </p:cNvPr>
              <p:cNvSpPr>
                <a:spLocks noEditPoints="1"/>
              </p:cNvSpPr>
              <p:nvPr/>
            </p:nvSpPr>
            <p:spPr bwMode="auto">
              <a:xfrm>
                <a:off x="9065451" y="2270918"/>
                <a:ext cx="439964" cy="615950"/>
              </a:xfrm>
              <a:custGeom>
                <a:avLst/>
                <a:gdLst>
                  <a:gd name="T0" fmla="*/ 29 w 72"/>
                  <a:gd name="T1" fmla="*/ 49 h 102"/>
                  <a:gd name="T2" fmla="*/ 15 w 72"/>
                  <a:gd name="T3" fmla="*/ 43 h 102"/>
                  <a:gd name="T4" fmla="*/ 10 w 72"/>
                  <a:gd name="T5" fmla="*/ 21 h 102"/>
                  <a:gd name="T6" fmla="*/ 13 w 72"/>
                  <a:gd name="T7" fmla="*/ 15 h 102"/>
                  <a:gd name="T8" fmla="*/ 19 w 72"/>
                  <a:gd name="T9" fmla="*/ 18 h 102"/>
                  <a:gd name="T10" fmla="*/ 20 w 72"/>
                  <a:gd name="T11" fmla="*/ 26 h 102"/>
                  <a:gd name="T12" fmla="*/ 35 w 72"/>
                  <a:gd name="T13" fmla="*/ 22 h 102"/>
                  <a:gd name="T14" fmla="*/ 40 w 72"/>
                  <a:gd name="T15" fmla="*/ 16 h 102"/>
                  <a:gd name="T16" fmla="*/ 43 w 72"/>
                  <a:gd name="T17" fmla="*/ 14 h 102"/>
                  <a:gd name="T18" fmla="*/ 44 w 72"/>
                  <a:gd name="T19" fmla="*/ 19 h 102"/>
                  <a:gd name="T20" fmla="*/ 43 w 72"/>
                  <a:gd name="T21" fmla="*/ 28 h 102"/>
                  <a:gd name="T22" fmla="*/ 36 w 72"/>
                  <a:gd name="T23" fmla="*/ 40 h 102"/>
                  <a:gd name="T24" fmla="*/ 37 w 72"/>
                  <a:gd name="T25" fmla="*/ 42 h 102"/>
                  <a:gd name="T26" fmla="*/ 44 w 72"/>
                  <a:gd name="T27" fmla="*/ 38 h 102"/>
                  <a:gd name="T28" fmla="*/ 56 w 72"/>
                  <a:gd name="T29" fmla="*/ 20 h 102"/>
                  <a:gd name="T30" fmla="*/ 49 w 72"/>
                  <a:gd name="T31" fmla="*/ 9 h 102"/>
                  <a:gd name="T32" fmla="*/ 28 w 72"/>
                  <a:gd name="T33" fmla="*/ 14 h 102"/>
                  <a:gd name="T34" fmla="*/ 20 w 72"/>
                  <a:gd name="T35" fmla="*/ 13 h 102"/>
                  <a:gd name="T36" fmla="*/ 22 w 72"/>
                  <a:gd name="T37" fmla="*/ 6 h 102"/>
                  <a:gd name="T38" fmla="*/ 50 w 72"/>
                  <a:gd name="T39" fmla="*/ 1 h 102"/>
                  <a:gd name="T40" fmla="*/ 68 w 72"/>
                  <a:gd name="T41" fmla="*/ 12 h 102"/>
                  <a:gd name="T42" fmla="*/ 67 w 72"/>
                  <a:gd name="T43" fmla="*/ 24 h 102"/>
                  <a:gd name="T44" fmla="*/ 49 w 72"/>
                  <a:gd name="T45" fmla="*/ 48 h 102"/>
                  <a:gd name="T46" fmla="*/ 42 w 72"/>
                  <a:gd name="T47" fmla="*/ 49 h 102"/>
                  <a:gd name="T48" fmla="*/ 37 w 72"/>
                  <a:gd name="T49" fmla="*/ 47 h 102"/>
                  <a:gd name="T50" fmla="*/ 35 w 72"/>
                  <a:gd name="T51" fmla="*/ 52 h 102"/>
                  <a:gd name="T52" fmla="*/ 41 w 72"/>
                  <a:gd name="T53" fmla="*/ 58 h 102"/>
                  <a:gd name="T54" fmla="*/ 48 w 72"/>
                  <a:gd name="T55" fmla="*/ 57 h 102"/>
                  <a:gd name="T56" fmla="*/ 53 w 72"/>
                  <a:gd name="T57" fmla="*/ 59 h 102"/>
                  <a:gd name="T58" fmla="*/ 53 w 72"/>
                  <a:gd name="T59" fmla="*/ 66 h 102"/>
                  <a:gd name="T60" fmla="*/ 48 w 72"/>
                  <a:gd name="T61" fmla="*/ 70 h 102"/>
                  <a:gd name="T62" fmla="*/ 37 w 72"/>
                  <a:gd name="T63" fmla="*/ 81 h 102"/>
                  <a:gd name="T64" fmla="*/ 45 w 72"/>
                  <a:gd name="T65" fmla="*/ 81 h 102"/>
                  <a:gd name="T66" fmla="*/ 57 w 72"/>
                  <a:gd name="T67" fmla="*/ 89 h 102"/>
                  <a:gd name="T68" fmla="*/ 51 w 72"/>
                  <a:gd name="T69" fmla="*/ 98 h 102"/>
                  <a:gd name="T70" fmla="*/ 26 w 72"/>
                  <a:gd name="T71" fmla="*/ 101 h 102"/>
                  <a:gd name="T72" fmla="*/ 17 w 72"/>
                  <a:gd name="T73" fmla="*/ 96 h 102"/>
                  <a:gd name="T74" fmla="*/ 15 w 72"/>
                  <a:gd name="T75" fmla="*/ 94 h 102"/>
                  <a:gd name="T76" fmla="*/ 19 w 72"/>
                  <a:gd name="T77" fmla="*/ 77 h 102"/>
                  <a:gd name="T78" fmla="*/ 27 w 72"/>
                  <a:gd name="T79" fmla="*/ 70 h 102"/>
                  <a:gd name="T80" fmla="*/ 27 w 72"/>
                  <a:gd name="T81" fmla="*/ 69 h 102"/>
                  <a:gd name="T82" fmla="*/ 21 w 72"/>
                  <a:gd name="T83" fmla="*/ 71 h 102"/>
                  <a:gd name="T84" fmla="*/ 9 w 72"/>
                  <a:gd name="T85" fmla="*/ 76 h 102"/>
                  <a:gd name="T86" fmla="*/ 3 w 72"/>
                  <a:gd name="T87" fmla="*/ 75 h 102"/>
                  <a:gd name="T88" fmla="*/ 4 w 72"/>
                  <a:gd name="T89" fmla="*/ 69 h 102"/>
                  <a:gd name="T90" fmla="*/ 26 w 72"/>
                  <a:gd name="T91" fmla="*/ 60 h 102"/>
                  <a:gd name="T92" fmla="*/ 28 w 72"/>
                  <a:gd name="T93" fmla="*/ 57 h 102"/>
                  <a:gd name="T94" fmla="*/ 29 w 72"/>
                  <a:gd name="T95" fmla="*/ 49 h 102"/>
                  <a:gd name="T96" fmla="*/ 34 w 72"/>
                  <a:gd name="T97" fmla="*/ 29 h 102"/>
                  <a:gd name="T98" fmla="*/ 33 w 72"/>
                  <a:gd name="T99" fmla="*/ 28 h 102"/>
                  <a:gd name="T100" fmla="*/ 26 w 72"/>
                  <a:gd name="T101" fmla="*/ 32 h 102"/>
                  <a:gd name="T102" fmla="*/ 23 w 72"/>
                  <a:gd name="T103" fmla="*/ 36 h 102"/>
                  <a:gd name="T104" fmla="*/ 26 w 72"/>
                  <a:gd name="T105" fmla="*/ 42 h 102"/>
                  <a:gd name="T106" fmla="*/ 31 w 72"/>
                  <a:gd name="T107" fmla="*/ 40 h 102"/>
                  <a:gd name="T108" fmla="*/ 34 w 72"/>
                  <a:gd name="T109" fmla="*/ 29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2" h="102">
                    <a:moveTo>
                      <a:pt x="29" y="49"/>
                    </a:moveTo>
                    <a:cubicBezTo>
                      <a:pt x="19" y="52"/>
                      <a:pt x="18" y="52"/>
                      <a:pt x="15" y="43"/>
                    </a:cubicBezTo>
                    <a:cubicBezTo>
                      <a:pt x="13" y="36"/>
                      <a:pt x="11" y="28"/>
                      <a:pt x="10" y="21"/>
                    </a:cubicBezTo>
                    <a:cubicBezTo>
                      <a:pt x="9" y="19"/>
                      <a:pt x="11" y="16"/>
                      <a:pt x="13" y="15"/>
                    </a:cubicBezTo>
                    <a:cubicBezTo>
                      <a:pt x="16" y="13"/>
                      <a:pt x="18" y="16"/>
                      <a:pt x="19" y="18"/>
                    </a:cubicBezTo>
                    <a:cubicBezTo>
                      <a:pt x="19" y="21"/>
                      <a:pt x="20" y="23"/>
                      <a:pt x="20" y="26"/>
                    </a:cubicBezTo>
                    <a:cubicBezTo>
                      <a:pt x="26" y="25"/>
                      <a:pt x="31" y="24"/>
                      <a:pt x="35" y="22"/>
                    </a:cubicBezTo>
                    <a:cubicBezTo>
                      <a:pt x="37" y="21"/>
                      <a:pt x="38" y="18"/>
                      <a:pt x="40" y="16"/>
                    </a:cubicBezTo>
                    <a:cubicBezTo>
                      <a:pt x="41" y="15"/>
                      <a:pt x="42" y="14"/>
                      <a:pt x="43" y="14"/>
                    </a:cubicBezTo>
                    <a:cubicBezTo>
                      <a:pt x="44" y="15"/>
                      <a:pt x="44" y="17"/>
                      <a:pt x="44" y="19"/>
                    </a:cubicBezTo>
                    <a:cubicBezTo>
                      <a:pt x="44" y="22"/>
                      <a:pt x="43" y="25"/>
                      <a:pt x="43" y="28"/>
                    </a:cubicBezTo>
                    <a:cubicBezTo>
                      <a:pt x="37" y="29"/>
                      <a:pt x="39" y="36"/>
                      <a:pt x="36" y="40"/>
                    </a:cubicBezTo>
                    <a:cubicBezTo>
                      <a:pt x="36" y="41"/>
                      <a:pt x="37" y="41"/>
                      <a:pt x="37" y="42"/>
                    </a:cubicBezTo>
                    <a:cubicBezTo>
                      <a:pt x="39" y="41"/>
                      <a:pt x="42" y="40"/>
                      <a:pt x="44" y="38"/>
                    </a:cubicBezTo>
                    <a:cubicBezTo>
                      <a:pt x="48" y="32"/>
                      <a:pt x="52" y="26"/>
                      <a:pt x="56" y="20"/>
                    </a:cubicBezTo>
                    <a:cubicBezTo>
                      <a:pt x="59" y="15"/>
                      <a:pt x="56" y="9"/>
                      <a:pt x="49" y="9"/>
                    </a:cubicBezTo>
                    <a:cubicBezTo>
                      <a:pt x="42" y="8"/>
                      <a:pt x="34" y="10"/>
                      <a:pt x="28" y="14"/>
                    </a:cubicBezTo>
                    <a:cubicBezTo>
                      <a:pt x="25" y="16"/>
                      <a:pt x="22" y="15"/>
                      <a:pt x="20" y="13"/>
                    </a:cubicBezTo>
                    <a:cubicBezTo>
                      <a:pt x="17" y="9"/>
                      <a:pt x="17" y="7"/>
                      <a:pt x="22" y="6"/>
                    </a:cubicBezTo>
                    <a:cubicBezTo>
                      <a:pt x="31" y="3"/>
                      <a:pt x="40" y="0"/>
                      <a:pt x="50" y="1"/>
                    </a:cubicBezTo>
                    <a:cubicBezTo>
                      <a:pt x="58" y="1"/>
                      <a:pt x="63" y="7"/>
                      <a:pt x="68" y="12"/>
                    </a:cubicBezTo>
                    <a:cubicBezTo>
                      <a:pt x="72" y="15"/>
                      <a:pt x="70" y="20"/>
                      <a:pt x="67" y="24"/>
                    </a:cubicBezTo>
                    <a:cubicBezTo>
                      <a:pt x="61" y="32"/>
                      <a:pt x="55" y="40"/>
                      <a:pt x="49" y="48"/>
                    </a:cubicBezTo>
                    <a:cubicBezTo>
                      <a:pt x="47" y="51"/>
                      <a:pt x="45" y="52"/>
                      <a:pt x="42" y="49"/>
                    </a:cubicBezTo>
                    <a:cubicBezTo>
                      <a:pt x="41" y="48"/>
                      <a:pt x="38" y="47"/>
                      <a:pt x="37" y="47"/>
                    </a:cubicBezTo>
                    <a:cubicBezTo>
                      <a:pt x="36" y="48"/>
                      <a:pt x="35" y="50"/>
                      <a:pt x="35" y="52"/>
                    </a:cubicBezTo>
                    <a:cubicBezTo>
                      <a:pt x="34" y="59"/>
                      <a:pt x="34" y="59"/>
                      <a:pt x="41" y="58"/>
                    </a:cubicBezTo>
                    <a:cubicBezTo>
                      <a:pt x="43" y="57"/>
                      <a:pt x="46" y="56"/>
                      <a:pt x="48" y="57"/>
                    </a:cubicBezTo>
                    <a:cubicBezTo>
                      <a:pt x="50" y="57"/>
                      <a:pt x="53" y="58"/>
                      <a:pt x="53" y="59"/>
                    </a:cubicBezTo>
                    <a:cubicBezTo>
                      <a:pt x="54" y="61"/>
                      <a:pt x="54" y="64"/>
                      <a:pt x="53" y="66"/>
                    </a:cubicBezTo>
                    <a:cubicBezTo>
                      <a:pt x="52" y="68"/>
                      <a:pt x="50" y="69"/>
                      <a:pt x="48" y="70"/>
                    </a:cubicBezTo>
                    <a:cubicBezTo>
                      <a:pt x="44" y="73"/>
                      <a:pt x="39" y="75"/>
                      <a:pt x="37" y="81"/>
                    </a:cubicBezTo>
                    <a:cubicBezTo>
                      <a:pt x="40" y="81"/>
                      <a:pt x="43" y="81"/>
                      <a:pt x="45" y="81"/>
                    </a:cubicBezTo>
                    <a:cubicBezTo>
                      <a:pt x="51" y="81"/>
                      <a:pt x="56" y="84"/>
                      <a:pt x="57" y="89"/>
                    </a:cubicBezTo>
                    <a:cubicBezTo>
                      <a:pt x="58" y="93"/>
                      <a:pt x="55" y="97"/>
                      <a:pt x="51" y="98"/>
                    </a:cubicBezTo>
                    <a:cubicBezTo>
                      <a:pt x="43" y="99"/>
                      <a:pt x="35" y="100"/>
                      <a:pt x="26" y="101"/>
                    </a:cubicBezTo>
                    <a:cubicBezTo>
                      <a:pt x="22" y="102"/>
                      <a:pt x="19" y="100"/>
                      <a:pt x="17" y="96"/>
                    </a:cubicBezTo>
                    <a:cubicBezTo>
                      <a:pt x="16" y="96"/>
                      <a:pt x="16" y="95"/>
                      <a:pt x="15" y="94"/>
                    </a:cubicBezTo>
                    <a:cubicBezTo>
                      <a:pt x="11" y="84"/>
                      <a:pt x="11" y="84"/>
                      <a:pt x="19" y="77"/>
                    </a:cubicBezTo>
                    <a:cubicBezTo>
                      <a:pt x="22" y="75"/>
                      <a:pt x="24" y="72"/>
                      <a:pt x="27" y="70"/>
                    </a:cubicBezTo>
                    <a:cubicBezTo>
                      <a:pt x="27" y="70"/>
                      <a:pt x="27" y="69"/>
                      <a:pt x="27" y="69"/>
                    </a:cubicBezTo>
                    <a:cubicBezTo>
                      <a:pt x="25" y="69"/>
                      <a:pt x="23" y="70"/>
                      <a:pt x="21" y="71"/>
                    </a:cubicBezTo>
                    <a:cubicBezTo>
                      <a:pt x="17" y="72"/>
                      <a:pt x="13" y="74"/>
                      <a:pt x="9" y="76"/>
                    </a:cubicBezTo>
                    <a:cubicBezTo>
                      <a:pt x="7" y="76"/>
                      <a:pt x="5" y="76"/>
                      <a:pt x="3" y="75"/>
                    </a:cubicBezTo>
                    <a:cubicBezTo>
                      <a:pt x="0" y="72"/>
                      <a:pt x="0" y="71"/>
                      <a:pt x="4" y="69"/>
                    </a:cubicBezTo>
                    <a:cubicBezTo>
                      <a:pt x="12" y="66"/>
                      <a:pt x="19" y="63"/>
                      <a:pt x="26" y="60"/>
                    </a:cubicBezTo>
                    <a:cubicBezTo>
                      <a:pt x="27" y="60"/>
                      <a:pt x="28" y="58"/>
                      <a:pt x="28" y="57"/>
                    </a:cubicBezTo>
                    <a:cubicBezTo>
                      <a:pt x="29" y="55"/>
                      <a:pt x="29" y="52"/>
                      <a:pt x="29" y="49"/>
                    </a:cubicBezTo>
                    <a:close/>
                    <a:moveTo>
                      <a:pt x="34" y="29"/>
                    </a:moveTo>
                    <a:cubicBezTo>
                      <a:pt x="34" y="29"/>
                      <a:pt x="34" y="29"/>
                      <a:pt x="33" y="28"/>
                    </a:cubicBezTo>
                    <a:cubicBezTo>
                      <a:pt x="31" y="29"/>
                      <a:pt x="28" y="30"/>
                      <a:pt x="26" y="32"/>
                    </a:cubicBezTo>
                    <a:cubicBezTo>
                      <a:pt x="24" y="32"/>
                      <a:pt x="22" y="34"/>
                      <a:pt x="23" y="36"/>
                    </a:cubicBezTo>
                    <a:cubicBezTo>
                      <a:pt x="23" y="38"/>
                      <a:pt x="25" y="40"/>
                      <a:pt x="26" y="42"/>
                    </a:cubicBezTo>
                    <a:cubicBezTo>
                      <a:pt x="27" y="42"/>
                      <a:pt x="30" y="41"/>
                      <a:pt x="31" y="40"/>
                    </a:cubicBezTo>
                    <a:cubicBezTo>
                      <a:pt x="32" y="37"/>
                      <a:pt x="33" y="33"/>
                      <a:pt x="34" y="29"/>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73" name="Freeform 12">
                <a:extLst>
                  <a:ext uri="{FF2B5EF4-FFF2-40B4-BE49-F238E27FC236}">
                    <a16:creationId xmlns:a16="http://schemas.microsoft.com/office/drawing/2014/main" id="{D88D9717-3185-4A77-8E18-2A8659D441F7}"/>
                  </a:ext>
                </a:extLst>
              </p:cNvPr>
              <p:cNvSpPr>
                <a:spLocks/>
              </p:cNvSpPr>
              <p:nvPr/>
            </p:nvSpPr>
            <p:spPr bwMode="auto">
              <a:xfrm>
                <a:off x="8878184" y="2293480"/>
                <a:ext cx="236904" cy="593388"/>
              </a:xfrm>
              <a:custGeom>
                <a:avLst/>
                <a:gdLst>
                  <a:gd name="T0" fmla="*/ 30 w 39"/>
                  <a:gd name="T1" fmla="*/ 44 h 98"/>
                  <a:gd name="T2" fmla="*/ 36 w 39"/>
                  <a:gd name="T3" fmla="*/ 34 h 98"/>
                  <a:gd name="T4" fmla="*/ 37 w 39"/>
                  <a:gd name="T5" fmla="*/ 51 h 98"/>
                  <a:gd name="T6" fmla="*/ 25 w 39"/>
                  <a:gd name="T7" fmla="*/ 82 h 98"/>
                  <a:gd name="T8" fmla="*/ 21 w 39"/>
                  <a:gd name="T9" fmla="*/ 98 h 98"/>
                  <a:gd name="T10" fmla="*/ 13 w 39"/>
                  <a:gd name="T11" fmla="*/ 96 h 98"/>
                  <a:gd name="T12" fmla="*/ 5 w 39"/>
                  <a:gd name="T13" fmla="*/ 83 h 98"/>
                  <a:gd name="T14" fmla="*/ 11 w 39"/>
                  <a:gd name="T15" fmla="*/ 62 h 98"/>
                  <a:gd name="T16" fmla="*/ 9 w 39"/>
                  <a:gd name="T17" fmla="*/ 43 h 98"/>
                  <a:gd name="T18" fmla="*/ 12 w 39"/>
                  <a:gd name="T19" fmla="*/ 38 h 98"/>
                  <a:gd name="T20" fmla="*/ 18 w 39"/>
                  <a:gd name="T21" fmla="*/ 33 h 98"/>
                  <a:gd name="T22" fmla="*/ 23 w 39"/>
                  <a:gd name="T23" fmla="*/ 12 h 98"/>
                  <a:gd name="T24" fmla="*/ 11 w 39"/>
                  <a:gd name="T25" fmla="*/ 16 h 98"/>
                  <a:gd name="T26" fmla="*/ 2 w 39"/>
                  <a:gd name="T27" fmla="*/ 16 h 98"/>
                  <a:gd name="T28" fmla="*/ 0 w 39"/>
                  <a:gd name="T29" fmla="*/ 12 h 98"/>
                  <a:gd name="T30" fmla="*/ 3 w 39"/>
                  <a:gd name="T31" fmla="*/ 10 h 98"/>
                  <a:gd name="T32" fmla="*/ 16 w 39"/>
                  <a:gd name="T33" fmla="*/ 7 h 98"/>
                  <a:gd name="T34" fmla="*/ 26 w 39"/>
                  <a:gd name="T35" fmla="*/ 2 h 98"/>
                  <a:gd name="T36" fmla="*/ 32 w 39"/>
                  <a:gd name="T37" fmla="*/ 1 h 98"/>
                  <a:gd name="T38" fmla="*/ 35 w 39"/>
                  <a:gd name="T39" fmla="*/ 9 h 98"/>
                  <a:gd name="T40" fmla="*/ 34 w 39"/>
                  <a:gd name="T41" fmla="*/ 11 h 98"/>
                  <a:gd name="T42" fmla="*/ 27 w 39"/>
                  <a:gd name="T43" fmla="*/ 38 h 98"/>
                  <a:gd name="T44" fmla="*/ 28 w 39"/>
                  <a:gd name="T45" fmla="*/ 44 h 98"/>
                  <a:gd name="T46" fmla="*/ 30 w 39"/>
                  <a:gd name="T47" fmla="*/ 44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9" h="98">
                    <a:moveTo>
                      <a:pt x="30" y="44"/>
                    </a:moveTo>
                    <a:cubicBezTo>
                      <a:pt x="32" y="41"/>
                      <a:pt x="34" y="38"/>
                      <a:pt x="36" y="34"/>
                    </a:cubicBezTo>
                    <a:cubicBezTo>
                      <a:pt x="37" y="40"/>
                      <a:pt x="39" y="45"/>
                      <a:pt x="37" y="51"/>
                    </a:cubicBezTo>
                    <a:cubicBezTo>
                      <a:pt x="33" y="61"/>
                      <a:pt x="29" y="72"/>
                      <a:pt x="25" y="82"/>
                    </a:cubicBezTo>
                    <a:cubicBezTo>
                      <a:pt x="23" y="87"/>
                      <a:pt x="23" y="92"/>
                      <a:pt x="21" y="98"/>
                    </a:cubicBezTo>
                    <a:cubicBezTo>
                      <a:pt x="18" y="97"/>
                      <a:pt x="15" y="97"/>
                      <a:pt x="13" y="96"/>
                    </a:cubicBezTo>
                    <a:cubicBezTo>
                      <a:pt x="7" y="94"/>
                      <a:pt x="3" y="89"/>
                      <a:pt x="5" y="83"/>
                    </a:cubicBezTo>
                    <a:cubicBezTo>
                      <a:pt x="7" y="76"/>
                      <a:pt x="9" y="69"/>
                      <a:pt x="11" y="62"/>
                    </a:cubicBezTo>
                    <a:cubicBezTo>
                      <a:pt x="13" y="56"/>
                      <a:pt x="14" y="49"/>
                      <a:pt x="9" y="43"/>
                    </a:cubicBezTo>
                    <a:cubicBezTo>
                      <a:pt x="7" y="39"/>
                      <a:pt x="9" y="38"/>
                      <a:pt x="12" y="38"/>
                    </a:cubicBezTo>
                    <a:cubicBezTo>
                      <a:pt x="17" y="39"/>
                      <a:pt x="17" y="37"/>
                      <a:pt x="18" y="33"/>
                    </a:cubicBezTo>
                    <a:cubicBezTo>
                      <a:pt x="19" y="26"/>
                      <a:pt x="21" y="20"/>
                      <a:pt x="23" y="12"/>
                    </a:cubicBezTo>
                    <a:cubicBezTo>
                      <a:pt x="19" y="13"/>
                      <a:pt x="15" y="15"/>
                      <a:pt x="11" y="16"/>
                    </a:cubicBezTo>
                    <a:cubicBezTo>
                      <a:pt x="8" y="17"/>
                      <a:pt x="5" y="16"/>
                      <a:pt x="2" y="16"/>
                    </a:cubicBezTo>
                    <a:cubicBezTo>
                      <a:pt x="1" y="15"/>
                      <a:pt x="0" y="13"/>
                      <a:pt x="0" y="12"/>
                    </a:cubicBezTo>
                    <a:cubicBezTo>
                      <a:pt x="1" y="11"/>
                      <a:pt x="2" y="10"/>
                      <a:pt x="3" y="10"/>
                    </a:cubicBezTo>
                    <a:cubicBezTo>
                      <a:pt x="7" y="8"/>
                      <a:pt x="12" y="8"/>
                      <a:pt x="16" y="7"/>
                    </a:cubicBezTo>
                    <a:cubicBezTo>
                      <a:pt x="19" y="5"/>
                      <a:pt x="22" y="3"/>
                      <a:pt x="26" y="2"/>
                    </a:cubicBezTo>
                    <a:cubicBezTo>
                      <a:pt x="28" y="1"/>
                      <a:pt x="32" y="0"/>
                      <a:pt x="32" y="1"/>
                    </a:cubicBezTo>
                    <a:cubicBezTo>
                      <a:pt x="34" y="3"/>
                      <a:pt x="35" y="6"/>
                      <a:pt x="35" y="9"/>
                    </a:cubicBezTo>
                    <a:cubicBezTo>
                      <a:pt x="36" y="9"/>
                      <a:pt x="35" y="10"/>
                      <a:pt x="34" y="11"/>
                    </a:cubicBezTo>
                    <a:cubicBezTo>
                      <a:pt x="27" y="19"/>
                      <a:pt x="28" y="29"/>
                      <a:pt x="27" y="38"/>
                    </a:cubicBezTo>
                    <a:cubicBezTo>
                      <a:pt x="27" y="40"/>
                      <a:pt x="28" y="42"/>
                      <a:pt x="28" y="44"/>
                    </a:cubicBezTo>
                    <a:cubicBezTo>
                      <a:pt x="29" y="44"/>
                      <a:pt x="29" y="44"/>
                      <a:pt x="30" y="44"/>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grpSp>
      </p:grpSp>
    </p:spTree>
    <p:extLst>
      <p:ext uri="{BB962C8B-B14F-4D97-AF65-F5344CB8AC3E}">
        <p14:creationId xmlns:p14="http://schemas.microsoft.com/office/powerpoint/2010/main" val="13573884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目录样式4">
    <p:spTree>
      <p:nvGrpSpPr>
        <p:cNvPr id="1" name=""/>
        <p:cNvGrpSpPr/>
        <p:nvPr/>
      </p:nvGrpSpPr>
      <p:grpSpPr>
        <a:xfrm>
          <a:off x="0" y="0"/>
          <a:ext cx="0" cy="0"/>
          <a:chOff x="0" y="0"/>
          <a:chExt cx="0" cy="0"/>
        </a:xfrm>
      </p:grpSpPr>
      <p:sp>
        <p:nvSpPr>
          <p:cNvPr id="89" name="椭圆 88">
            <a:extLst>
              <a:ext uri="{FF2B5EF4-FFF2-40B4-BE49-F238E27FC236}">
                <a16:creationId xmlns:a16="http://schemas.microsoft.com/office/drawing/2014/main" id="{D79543FB-05EA-4B9D-8AED-014B16BE890C}"/>
              </a:ext>
            </a:extLst>
          </p:cNvPr>
          <p:cNvSpPr/>
          <p:nvPr userDrawn="1"/>
        </p:nvSpPr>
        <p:spPr>
          <a:xfrm>
            <a:off x="-3831113" y="-1541834"/>
            <a:ext cx="8697505" cy="9941668"/>
          </a:xfrm>
          <a:prstGeom prst="ellipse">
            <a:avLst/>
          </a:prstGeom>
          <a:solidFill>
            <a:schemeClr val="accent4"/>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dirty="0"/>
          </a:p>
        </p:txBody>
      </p:sp>
      <p:sp>
        <p:nvSpPr>
          <p:cNvPr id="88" name="椭圆 87">
            <a:extLst>
              <a:ext uri="{FF2B5EF4-FFF2-40B4-BE49-F238E27FC236}">
                <a16:creationId xmlns:a16="http://schemas.microsoft.com/office/drawing/2014/main" id="{D79543FB-05EA-4B9D-8AED-014B16BE890C}"/>
              </a:ext>
            </a:extLst>
          </p:cNvPr>
          <p:cNvSpPr/>
          <p:nvPr userDrawn="1"/>
        </p:nvSpPr>
        <p:spPr>
          <a:xfrm>
            <a:off x="-4021339" y="-1541834"/>
            <a:ext cx="8697505" cy="9941668"/>
          </a:xfrm>
          <a:prstGeom prst="ellipse">
            <a:avLst/>
          </a:pr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dirty="0"/>
          </a:p>
        </p:txBody>
      </p:sp>
      <p:pic>
        <p:nvPicPr>
          <p:cNvPr id="87" name="图片 86">
            <a:extLst>
              <a:ext uri="{FF2B5EF4-FFF2-40B4-BE49-F238E27FC236}">
                <a16:creationId xmlns:a16="http://schemas.microsoft.com/office/drawing/2014/main" id="{0AD6C65D-0FE3-4E82-89A8-93A09AFFDCA0}"/>
              </a:ext>
            </a:extLst>
          </p:cNvPr>
          <p:cNvPicPr>
            <a:picLocks noChangeAspect="1"/>
          </p:cNvPicPr>
          <p:nvPr userDrawn="1"/>
        </p:nvPicPr>
        <p:blipFill rotWithShape="1">
          <a:blip r:embed="rId2" cstate="hqprint">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a:ext>
            </a:extLst>
          </a:blip>
          <a:srcRect l="18116" t="7030" r="31559" b="11337"/>
          <a:stretch/>
        </p:blipFill>
        <p:spPr>
          <a:xfrm>
            <a:off x="-1260196" y="1"/>
            <a:ext cx="5919101" cy="6857999"/>
          </a:xfrm>
          <a:custGeom>
            <a:avLst/>
            <a:gdLst>
              <a:gd name="connsiteX0" fmla="*/ 0 w 5919101"/>
              <a:gd name="connsiteY0" fmla="*/ 0 h 6858000"/>
              <a:gd name="connsiteX1" fmla="*/ 4714485 w 5919101"/>
              <a:gd name="connsiteY1" fmla="*/ 0 h 6858000"/>
              <a:gd name="connsiteX2" fmla="*/ 4786974 w 5919101"/>
              <a:gd name="connsiteY2" fmla="*/ 86723 h 6858000"/>
              <a:gd name="connsiteX3" fmla="*/ 5919101 w 5919101"/>
              <a:gd name="connsiteY3" fmla="*/ 3429000 h 6858000"/>
              <a:gd name="connsiteX4" fmla="*/ 4786974 w 5919101"/>
              <a:gd name="connsiteY4" fmla="*/ 6771277 h 6858000"/>
              <a:gd name="connsiteX5" fmla="*/ 4714485 w 5919101"/>
              <a:gd name="connsiteY5" fmla="*/ 6858000 h 6858000"/>
              <a:gd name="connsiteX6" fmla="*/ 0 w 591910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919101" h="6858000">
                <a:moveTo>
                  <a:pt x="0" y="0"/>
                </a:moveTo>
                <a:lnTo>
                  <a:pt x="4714485" y="0"/>
                </a:lnTo>
                <a:lnTo>
                  <a:pt x="4786974" y="86723"/>
                </a:lnTo>
                <a:cubicBezTo>
                  <a:pt x="5490384" y="969480"/>
                  <a:pt x="5919101" y="2142133"/>
                  <a:pt x="5919101" y="3429000"/>
                </a:cubicBezTo>
                <a:cubicBezTo>
                  <a:pt x="5919101" y="4715867"/>
                  <a:pt x="5490384" y="5888521"/>
                  <a:pt x="4786974" y="6771277"/>
                </a:cubicBezTo>
                <a:lnTo>
                  <a:pt x="4714485" y="6858000"/>
                </a:lnTo>
                <a:lnTo>
                  <a:pt x="0" y="6858000"/>
                </a:lnTo>
                <a:close/>
              </a:path>
            </a:pathLst>
          </a:custGeom>
        </p:spPr>
      </p:pic>
      <p:sp>
        <p:nvSpPr>
          <p:cNvPr id="86" name="椭圆 85">
            <a:extLst>
              <a:ext uri="{FF2B5EF4-FFF2-40B4-BE49-F238E27FC236}">
                <a16:creationId xmlns:a16="http://schemas.microsoft.com/office/drawing/2014/main" id="{D79543FB-05EA-4B9D-8AED-014B16BE890C}"/>
              </a:ext>
            </a:extLst>
          </p:cNvPr>
          <p:cNvSpPr/>
          <p:nvPr userDrawn="1"/>
        </p:nvSpPr>
        <p:spPr>
          <a:xfrm>
            <a:off x="-4038600" y="-1541834"/>
            <a:ext cx="8697505" cy="9941668"/>
          </a:xfrm>
          <a:prstGeom prst="ellipse">
            <a:avLst/>
          </a:prstGeom>
          <a:solidFill>
            <a:schemeClr val="accent1">
              <a:alpha val="88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dirty="0"/>
          </a:p>
        </p:txBody>
      </p:sp>
      <p:pic>
        <p:nvPicPr>
          <p:cNvPr id="90" name="图片 89"/>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9837818" y="252089"/>
            <a:ext cx="1969223" cy="432990"/>
          </a:xfrm>
          <a:prstGeom prst="rect">
            <a:avLst/>
          </a:prstGeom>
        </p:spPr>
      </p:pic>
    </p:spTree>
    <p:extLst>
      <p:ext uri="{BB962C8B-B14F-4D97-AF65-F5344CB8AC3E}">
        <p14:creationId xmlns:p14="http://schemas.microsoft.com/office/powerpoint/2010/main" val="87383714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目录样式5">
    <p:spTree>
      <p:nvGrpSpPr>
        <p:cNvPr id="1" name=""/>
        <p:cNvGrpSpPr/>
        <p:nvPr/>
      </p:nvGrpSpPr>
      <p:grpSpPr>
        <a:xfrm>
          <a:off x="0" y="0"/>
          <a:ext cx="0" cy="0"/>
          <a:chOff x="0" y="0"/>
          <a:chExt cx="0" cy="0"/>
        </a:xfrm>
      </p:grpSpPr>
      <p:pic>
        <p:nvPicPr>
          <p:cNvPr id="3" name="图片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9019185" y="4400550"/>
            <a:ext cx="4601216" cy="4606655"/>
          </a:xfrm>
          <a:prstGeom prst="rect">
            <a:avLst/>
          </a:prstGeom>
        </p:spPr>
      </p:pic>
      <p:pic>
        <p:nvPicPr>
          <p:cNvPr id="2" name="图片 1"/>
          <p:cNvPicPr>
            <a:picLocks noChangeAspect="1"/>
          </p:cNvPicPr>
          <p:nvPr userDrawn="1"/>
        </p:nvPicPr>
        <p:blipFill rotWithShape="1">
          <a:blip r:embed="rId3" cstate="print">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a:ext>
            </a:extLst>
          </a:blip>
          <a:srcRect t="-74" b="12515"/>
          <a:stretch/>
        </p:blipFill>
        <p:spPr>
          <a:xfrm>
            <a:off x="0" y="0"/>
            <a:ext cx="12191999" cy="4400550"/>
          </a:xfrm>
          <a:prstGeom prst="rect">
            <a:avLst/>
          </a:prstGeom>
        </p:spPr>
      </p:pic>
      <p:sp>
        <p:nvSpPr>
          <p:cNvPr id="5" name="矩形 4">
            <a:extLst>
              <a:ext uri="{FF2B5EF4-FFF2-40B4-BE49-F238E27FC236}">
                <a16:creationId xmlns:a16="http://schemas.microsoft.com/office/drawing/2014/main" id="{41C37BF7-CAE8-4F93-8BE5-229FC17201DA}"/>
              </a:ext>
            </a:extLst>
          </p:cNvPr>
          <p:cNvSpPr/>
          <p:nvPr userDrawn="1"/>
        </p:nvSpPr>
        <p:spPr>
          <a:xfrm>
            <a:off x="0" y="4408331"/>
            <a:ext cx="12192001" cy="196858"/>
          </a:xfrm>
          <a:prstGeom prst="rect">
            <a:avLst/>
          </a:prstGeom>
          <a:solidFill>
            <a:schemeClr val="accent4"/>
          </a:solidFill>
          <a:ln>
            <a:noFill/>
          </a:ln>
          <a:effectLst>
            <a:outerShdw blurRad="127000" dist="63500" dir="5400000" algn="t" rotWithShape="0">
              <a:prstClr val="black">
                <a:alpha val="2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41C37BF7-CAE8-4F93-8BE5-229FC17201DA}"/>
              </a:ext>
            </a:extLst>
          </p:cNvPr>
          <p:cNvSpPr/>
          <p:nvPr userDrawn="1"/>
        </p:nvSpPr>
        <p:spPr>
          <a:xfrm>
            <a:off x="0" y="0"/>
            <a:ext cx="12192001" cy="4400550"/>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p:cNvPicPr>
            <a:picLocks noChangeAspect="1"/>
          </p:cNvPicPr>
          <p:nvPr userDrawn="1"/>
        </p:nvPicPr>
        <p:blipFill>
          <a:blip r:embed="rId5" cstate="print">
            <a:extLst>
              <a:ext uri="{28A0092B-C50C-407E-A947-70E740481C1C}">
                <a14:useLocalDpi xmlns:a14="http://schemas.microsoft.com/office/drawing/2010/main"/>
              </a:ext>
            </a:extLst>
          </a:blip>
          <a:stretch>
            <a:fillRect/>
          </a:stretch>
        </p:blipFill>
        <p:spPr>
          <a:xfrm>
            <a:off x="9701847" y="142154"/>
            <a:ext cx="2242503" cy="627682"/>
          </a:xfrm>
          <a:prstGeom prst="rect">
            <a:avLst/>
          </a:prstGeom>
        </p:spPr>
      </p:pic>
    </p:spTree>
    <p:extLst>
      <p:ext uri="{BB962C8B-B14F-4D97-AF65-F5344CB8AC3E}">
        <p14:creationId xmlns:p14="http://schemas.microsoft.com/office/powerpoint/2010/main" val="3145275830"/>
      </p:ext>
    </p:extLst>
  </p:cSld>
  <p:clrMapOvr>
    <a:masterClrMapping/>
  </p:clrMapOvr>
  <p:transition spd="med">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目录样式6-1">
    <p:spTree>
      <p:nvGrpSpPr>
        <p:cNvPr id="1" name=""/>
        <p:cNvGrpSpPr/>
        <p:nvPr/>
      </p:nvGrpSpPr>
      <p:grpSpPr>
        <a:xfrm>
          <a:off x="0" y="0"/>
          <a:ext cx="0" cy="0"/>
          <a:chOff x="0" y="0"/>
          <a:chExt cx="0" cy="0"/>
        </a:xfrm>
      </p:grpSpPr>
      <p:pic>
        <p:nvPicPr>
          <p:cNvPr id="3" name="图片 2"/>
          <p:cNvPicPr>
            <a:picLocks noChangeAspect="1"/>
          </p:cNvPicPr>
          <p:nvPr userDrawn="1"/>
        </p:nvPicPr>
        <p:blipFill rotWithShape="1">
          <a:blip r:embed="rId2" cstate="hqprint">
            <a:extLst>
              <a:ext uri="{28A0092B-C50C-407E-A947-70E740481C1C}">
                <a14:useLocalDpi xmlns:a14="http://schemas.microsoft.com/office/drawing/2010/main"/>
              </a:ext>
            </a:extLst>
          </a:blip>
          <a:srcRect l="29063" r="32938"/>
          <a:stretch/>
        </p:blipFill>
        <p:spPr>
          <a:xfrm>
            <a:off x="-18278" y="0"/>
            <a:ext cx="3933053" cy="6857999"/>
          </a:xfrm>
          <a:prstGeom prst="rect">
            <a:avLst/>
          </a:prstGeom>
        </p:spPr>
      </p:pic>
      <p:sp>
        <p:nvSpPr>
          <p:cNvPr id="13" name="矩形 12">
            <a:extLst>
              <a:ext uri="{FF2B5EF4-FFF2-40B4-BE49-F238E27FC236}">
                <a16:creationId xmlns:a16="http://schemas.microsoft.com/office/drawing/2014/main" id="{79F2EAE9-B638-4AA2-8264-4D37EBBEE86D}"/>
              </a:ext>
            </a:extLst>
          </p:cNvPr>
          <p:cNvSpPr/>
          <p:nvPr userDrawn="1"/>
        </p:nvSpPr>
        <p:spPr>
          <a:xfrm>
            <a:off x="0" y="1"/>
            <a:ext cx="3914775" cy="6857999"/>
          </a:xfrm>
          <a:prstGeom prst="rect">
            <a:avLst/>
          </a:prstGeom>
          <a:solidFill>
            <a:schemeClr val="accent1">
              <a:alpha val="7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a:extLst>
              <a:ext uri="{FF2B5EF4-FFF2-40B4-BE49-F238E27FC236}">
                <a16:creationId xmlns:a16="http://schemas.microsoft.com/office/drawing/2014/main" id="{DFF6BFE1-1DD5-454F-BE20-A55DAB22A652}"/>
              </a:ext>
            </a:extLst>
          </p:cNvPr>
          <p:cNvSpPr/>
          <p:nvPr userDrawn="1"/>
        </p:nvSpPr>
        <p:spPr>
          <a:xfrm>
            <a:off x="-9523" y="0"/>
            <a:ext cx="3924297" cy="6858000"/>
          </a:xfrm>
          <a:prstGeom prst="rect">
            <a:avLst/>
          </a:prstGeom>
          <a:gradFill flip="none" rotWithShape="1">
            <a:gsLst>
              <a:gs pos="25000">
                <a:schemeClr val="accent1">
                  <a:alpha val="0"/>
                </a:schemeClr>
              </a:gs>
              <a:gs pos="100000">
                <a:schemeClr val="accent1"/>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6" name="直接连接符 15">
            <a:extLst>
              <a:ext uri="{FF2B5EF4-FFF2-40B4-BE49-F238E27FC236}">
                <a16:creationId xmlns:a16="http://schemas.microsoft.com/office/drawing/2014/main" id="{D14117E2-1B64-4454-AB72-FC04D0614552}"/>
              </a:ext>
            </a:extLst>
          </p:cNvPr>
          <p:cNvCxnSpPr>
            <a:cxnSpLocks/>
          </p:cNvCxnSpPr>
          <p:nvPr userDrawn="1"/>
        </p:nvCxnSpPr>
        <p:spPr>
          <a:xfrm>
            <a:off x="3960456" y="0"/>
            <a:ext cx="0" cy="685800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21" name="组合 20">
            <a:extLst>
              <a:ext uri="{FF2B5EF4-FFF2-40B4-BE49-F238E27FC236}">
                <a16:creationId xmlns:a16="http://schemas.microsoft.com/office/drawing/2014/main" id="{DC6CB049-19D4-44DA-8BA3-2A55CACC560A}"/>
              </a:ext>
            </a:extLst>
          </p:cNvPr>
          <p:cNvGrpSpPr/>
          <p:nvPr userDrawn="1"/>
        </p:nvGrpSpPr>
        <p:grpSpPr>
          <a:xfrm>
            <a:off x="3961505" y="2797003"/>
            <a:ext cx="122686" cy="1263995"/>
            <a:chOff x="4630742" y="2258287"/>
            <a:chExt cx="122686" cy="1263995"/>
          </a:xfrm>
          <a:solidFill>
            <a:schemeClr val="accent4"/>
          </a:solidFill>
        </p:grpSpPr>
        <p:sp>
          <p:nvSpPr>
            <p:cNvPr id="22" name="等腰三角形 21">
              <a:extLst>
                <a:ext uri="{FF2B5EF4-FFF2-40B4-BE49-F238E27FC236}">
                  <a16:creationId xmlns:a16="http://schemas.microsoft.com/office/drawing/2014/main" id="{8AAB1992-5EF7-487C-AD2A-01E2865C7E72}"/>
                </a:ext>
              </a:extLst>
            </p:cNvPr>
            <p:cNvSpPr/>
            <p:nvPr/>
          </p:nvSpPr>
          <p:spPr>
            <a:xfrm rot="5400000">
              <a:off x="4620926" y="2839164"/>
              <a:ext cx="142318" cy="122686"/>
            </a:xfrm>
            <a:prstGeom prst="triangle">
              <a:avLst/>
            </a:prstGeom>
            <a:grp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3" name="直接连接符 22">
              <a:extLst>
                <a:ext uri="{FF2B5EF4-FFF2-40B4-BE49-F238E27FC236}">
                  <a16:creationId xmlns:a16="http://schemas.microsoft.com/office/drawing/2014/main" id="{E8C48E93-E5B1-4737-8427-44C095BEBB9E}"/>
                </a:ext>
              </a:extLst>
            </p:cNvPr>
            <p:cNvCxnSpPr>
              <a:cxnSpLocks/>
            </p:cNvCxnSpPr>
            <p:nvPr/>
          </p:nvCxnSpPr>
          <p:spPr>
            <a:xfrm>
              <a:off x="4630742" y="2258287"/>
              <a:ext cx="0" cy="1263995"/>
            </a:xfrm>
            <a:prstGeom prst="line">
              <a:avLst/>
            </a:prstGeom>
            <a:grpFill/>
            <a:ln w="38100">
              <a:solidFill>
                <a:schemeClr val="accent4"/>
              </a:solidFill>
            </a:ln>
          </p:spPr>
          <p:style>
            <a:lnRef idx="1">
              <a:schemeClr val="accent1"/>
            </a:lnRef>
            <a:fillRef idx="0">
              <a:schemeClr val="accent1"/>
            </a:fillRef>
            <a:effectRef idx="0">
              <a:schemeClr val="accent1"/>
            </a:effectRef>
            <a:fontRef idx="minor">
              <a:schemeClr val="tx1"/>
            </a:fontRef>
          </p:style>
        </p:cxnSp>
      </p:grpSp>
      <p:cxnSp>
        <p:nvCxnSpPr>
          <p:cNvPr id="42" name="直接连接符 41">
            <a:extLst>
              <a:ext uri="{FF2B5EF4-FFF2-40B4-BE49-F238E27FC236}">
                <a16:creationId xmlns:a16="http://schemas.microsoft.com/office/drawing/2014/main" id="{88499905-D7C1-4B31-8F42-54B3A36F0B1E}"/>
              </a:ext>
            </a:extLst>
          </p:cNvPr>
          <p:cNvCxnSpPr>
            <a:cxnSpLocks/>
          </p:cNvCxnSpPr>
          <p:nvPr userDrawn="1"/>
        </p:nvCxnSpPr>
        <p:spPr>
          <a:xfrm>
            <a:off x="1053541" y="2793542"/>
            <a:ext cx="1727032"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43" name="矩形 42">
            <a:extLst>
              <a:ext uri="{FF2B5EF4-FFF2-40B4-BE49-F238E27FC236}">
                <a16:creationId xmlns:a16="http://schemas.microsoft.com/office/drawing/2014/main" id="{F1DFE5ED-5D7B-4B26-99EA-A40BED7DC14E}"/>
              </a:ext>
            </a:extLst>
          </p:cNvPr>
          <p:cNvSpPr/>
          <p:nvPr userDrawn="1"/>
        </p:nvSpPr>
        <p:spPr>
          <a:xfrm>
            <a:off x="846867" y="2752385"/>
            <a:ext cx="2197100" cy="923330"/>
          </a:xfrm>
          <a:prstGeom prst="rect">
            <a:avLst/>
          </a:prstGeom>
        </p:spPr>
        <p:txBody>
          <a:bodyPr wrap="square">
            <a:spAutoFit/>
          </a:bodyPr>
          <a:lstStyle/>
          <a:p>
            <a:pPr lvl="0" algn="dist"/>
            <a:r>
              <a:rPr lang="zh-CN" altLang="en-US" sz="5400" spc="600" dirty="0">
                <a:solidFill>
                  <a:schemeClr val="bg1"/>
                </a:solidFill>
                <a:latin typeface="+mn-ea"/>
                <a:ea typeface="+mn-ea"/>
              </a:rPr>
              <a:t>目录</a:t>
            </a:r>
          </a:p>
        </p:txBody>
      </p:sp>
      <p:sp>
        <p:nvSpPr>
          <p:cNvPr id="44" name="矩形 43">
            <a:extLst>
              <a:ext uri="{FF2B5EF4-FFF2-40B4-BE49-F238E27FC236}">
                <a16:creationId xmlns:a16="http://schemas.microsoft.com/office/drawing/2014/main" id="{2DD1A83F-A1E9-43D7-9CDC-7AC02BED1EE5}"/>
              </a:ext>
            </a:extLst>
          </p:cNvPr>
          <p:cNvSpPr/>
          <p:nvPr userDrawn="1"/>
        </p:nvSpPr>
        <p:spPr>
          <a:xfrm>
            <a:off x="963806" y="3595872"/>
            <a:ext cx="1906502" cy="461665"/>
          </a:xfrm>
          <a:prstGeom prst="rect">
            <a:avLst/>
          </a:prstGeom>
        </p:spPr>
        <p:txBody>
          <a:bodyPr wrap="square">
            <a:spAutoFit/>
          </a:bodyPr>
          <a:lstStyle/>
          <a:p>
            <a:pPr lvl="0" algn="dist"/>
            <a:r>
              <a:rPr lang="en-US" altLang="zh-CN" sz="2400" dirty="0">
                <a:solidFill>
                  <a:schemeClr val="bg1"/>
                </a:solidFill>
              </a:rPr>
              <a:t>CONTENTS</a:t>
            </a:r>
          </a:p>
        </p:txBody>
      </p:sp>
      <p:cxnSp>
        <p:nvCxnSpPr>
          <p:cNvPr id="45" name="直接连接符 44">
            <a:extLst>
              <a:ext uri="{FF2B5EF4-FFF2-40B4-BE49-F238E27FC236}">
                <a16:creationId xmlns:a16="http://schemas.microsoft.com/office/drawing/2014/main" id="{3E103341-A23F-42AF-90B6-8B36EF542949}"/>
              </a:ext>
            </a:extLst>
          </p:cNvPr>
          <p:cNvCxnSpPr>
            <a:cxnSpLocks/>
          </p:cNvCxnSpPr>
          <p:nvPr userDrawn="1"/>
        </p:nvCxnSpPr>
        <p:spPr>
          <a:xfrm>
            <a:off x="1053541" y="4060998"/>
            <a:ext cx="1727032"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2" name="图片 1"/>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064854" y="2218510"/>
            <a:ext cx="1715719" cy="480234"/>
          </a:xfrm>
          <a:prstGeom prst="rect">
            <a:avLst/>
          </a:prstGeom>
        </p:spPr>
      </p:pic>
      <p:pic>
        <p:nvPicPr>
          <p:cNvPr id="6" name="图片 5"/>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7258050" y="1942165"/>
            <a:ext cx="5886450" cy="5893408"/>
          </a:xfrm>
          <a:prstGeom prst="rect">
            <a:avLst/>
          </a:prstGeom>
        </p:spPr>
      </p:pic>
    </p:spTree>
    <p:extLst>
      <p:ext uri="{BB962C8B-B14F-4D97-AF65-F5344CB8AC3E}">
        <p14:creationId xmlns:p14="http://schemas.microsoft.com/office/powerpoint/2010/main" val="254664353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目录样式6-2">
    <p:bg>
      <p:bgPr>
        <a:gradFill>
          <a:gsLst>
            <a:gs pos="25000">
              <a:schemeClr val="accent1">
                <a:alpha val="0"/>
              </a:schemeClr>
            </a:gs>
            <a:gs pos="100000">
              <a:schemeClr val="accent1"/>
            </a:gs>
          </a:gsLst>
          <a:lin ang="0" scaled="1"/>
        </a:gradFill>
        <a:effectLst/>
      </p:bgPr>
    </p:bg>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CEDD8B33-19AA-4632-BE4B-A5744CEC2C45}"/>
              </a:ext>
            </a:extLst>
          </p:cNvPr>
          <p:cNvSpPr/>
          <p:nvPr userDrawn="1"/>
        </p:nvSpPr>
        <p:spPr>
          <a:xfrm>
            <a:off x="0" y="0"/>
            <a:ext cx="12192000" cy="6858000"/>
          </a:xfrm>
          <a:prstGeom prst="rect">
            <a:avLst/>
          </a:prstGeom>
          <a:gradFill flip="none" rotWithShape="1">
            <a:gsLst>
              <a:gs pos="0">
                <a:srgbClr val="007E42"/>
              </a:gs>
              <a:gs pos="100000">
                <a:schemeClr val="accent1"/>
              </a:gs>
            </a:gsLst>
            <a:lin ang="0" scaled="1"/>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3" name="图片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6943725" y="493231"/>
            <a:ext cx="5251028" cy="5254131"/>
          </a:xfrm>
          <a:prstGeom prst="rect">
            <a:avLst/>
          </a:prstGeom>
        </p:spPr>
      </p:pic>
      <p:sp>
        <p:nvSpPr>
          <p:cNvPr id="10" name="矩形 9">
            <a:extLst>
              <a:ext uri="{FF2B5EF4-FFF2-40B4-BE49-F238E27FC236}">
                <a16:creationId xmlns:a16="http://schemas.microsoft.com/office/drawing/2014/main" id="{D1BADEE0-5304-4D64-BC33-E82C8C71DF4D}"/>
              </a:ext>
            </a:extLst>
          </p:cNvPr>
          <p:cNvSpPr/>
          <p:nvPr userDrawn="1"/>
        </p:nvSpPr>
        <p:spPr>
          <a:xfrm>
            <a:off x="6943725" y="0"/>
            <a:ext cx="5248273" cy="6858001"/>
          </a:xfrm>
          <a:prstGeom prst="rect">
            <a:avLst/>
          </a:prstGeom>
          <a:gradFill flip="none" rotWithShape="1">
            <a:gsLst>
              <a:gs pos="0">
                <a:srgbClr val="006C39">
                  <a:alpha val="0"/>
                </a:srgbClr>
              </a:gs>
              <a:gs pos="100000">
                <a:schemeClr val="accent1">
                  <a:alpha val="72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0" name="矩形 119">
            <a:extLst>
              <a:ext uri="{FF2B5EF4-FFF2-40B4-BE49-F238E27FC236}">
                <a16:creationId xmlns:a16="http://schemas.microsoft.com/office/drawing/2014/main" id="{93E9B806-B3B5-4857-9763-985BB906449B}"/>
              </a:ext>
            </a:extLst>
          </p:cNvPr>
          <p:cNvSpPr/>
          <p:nvPr userDrawn="1"/>
        </p:nvSpPr>
        <p:spPr>
          <a:xfrm>
            <a:off x="660400" y="6054314"/>
            <a:ext cx="2014538" cy="14384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占位符 15">
            <a:extLst>
              <a:ext uri="{FF2B5EF4-FFF2-40B4-BE49-F238E27FC236}">
                <a16:creationId xmlns:a16="http://schemas.microsoft.com/office/drawing/2014/main" id="{98EFC2AF-0299-489A-9F1D-9F6AA1D1AED1}"/>
              </a:ext>
            </a:extLst>
          </p:cNvPr>
          <p:cNvSpPr>
            <a:spLocks noGrp="1"/>
          </p:cNvSpPr>
          <p:nvPr>
            <p:ph type="body" sz="quarter" idx="12" hasCustomPrompt="1"/>
          </p:nvPr>
        </p:nvSpPr>
        <p:spPr>
          <a:xfrm>
            <a:off x="510342" y="982400"/>
            <a:ext cx="3551237" cy="606922"/>
          </a:xfrm>
          <a:prstGeom prst="rect">
            <a:avLst/>
          </a:prstGeom>
        </p:spPr>
        <p:txBody>
          <a:bodyPr/>
          <a:lstStyle>
            <a:lvl1pPr marL="0" indent="0">
              <a:buNone/>
              <a:defRPr sz="3200" spc="100">
                <a:solidFill>
                  <a:schemeClr val="bg1"/>
                </a:solidFill>
                <a:latin typeface="微软雅黑" panose="020B0503020204020204" pitchFamily="34" charset="-122"/>
                <a:ea typeface="微软雅黑" panose="020B0503020204020204" pitchFamily="34" charset="-122"/>
              </a:defRPr>
            </a:lvl1pPr>
          </a:lstStyle>
          <a:p>
            <a:pPr lvl="0"/>
            <a:r>
              <a:rPr lang="zh-CN" altLang="en-US" dirty="0"/>
              <a:t>第几部分 ▶</a:t>
            </a:r>
          </a:p>
        </p:txBody>
      </p:sp>
      <p:sp>
        <p:nvSpPr>
          <p:cNvPr id="122" name="文本占位符 15">
            <a:extLst>
              <a:ext uri="{FF2B5EF4-FFF2-40B4-BE49-F238E27FC236}">
                <a16:creationId xmlns:a16="http://schemas.microsoft.com/office/drawing/2014/main" id="{9F0152B4-A135-47ED-A86F-89E402C2B1C0}"/>
              </a:ext>
            </a:extLst>
          </p:cNvPr>
          <p:cNvSpPr>
            <a:spLocks noGrp="1"/>
          </p:cNvSpPr>
          <p:nvPr>
            <p:ph type="body" sz="quarter" idx="13" hasCustomPrompt="1"/>
          </p:nvPr>
        </p:nvSpPr>
        <p:spPr>
          <a:xfrm>
            <a:off x="510342" y="2742089"/>
            <a:ext cx="7197752" cy="606922"/>
          </a:xfrm>
          <a:prstGeom prst="rect">
            <a:avLst/>
          </a:prstGeom>
        </p:spPr>
        <p:txBody>
          <a:bodyPr/>
          <a:lstStyle>
            <a:lvl1pPr marL="0" indent="0">
              <a:buNone/>
              <a:defRPr sz="4400" spc="100" baseline="0">
                <a:solidFill>
                  <a:schemeClr val="bg1"/>
                </a:solidFill>
                <a:latin typeface="微软雅黑" panose="020B0503020204020204" pitchFamily="34" charset="-122"/>
                <a:ea typeface="微软雅黑" panose="020B0503020204020204" pitchFamily="34" charset="-122"/>
              </a:defRPr>
            </a:lvl1pPr>
          </a:lstStyle>
          <a:p>
            <a:pPr lvl="0"/>
            <a:r>
              <a:rPr lang="zh-CN" altLang="en-US" dirty="0"/>
              <a:t>请在此处添加你的标题</a:t>
            </a:r>
          </a:p>
        </p:txBody>
      </p:sp>
      <p:sp>
        <p:nvSpPr>
          <p:cNvPr id="123" name="文本占位符 15">
            <a:extLst>
              <a:ext uri="{FF2B5EF4-FFF2-40B4-BE49-F238E27FC236}">
                <a16:creationId xmlns:a16="http://schemas.microsoft.com/office/drawing/2014/main" id="{CF347087-2148-4765-A644-2EF9176FD633}"/>
              </a:ext>
            </a:extLst>
          </p:cNvPr>
          <p:cNvSpPr>
            <a:spLocks noGrp="1"/>
          </p:cNvSpPr>
          <p:nvPr>
            <p:ph type="body" sz="quarter" idx="14" hasCustomPrompt="1"/>
          </p:nvPr>
        </p:nvSpPr>
        <p:spPr>
          <a:xfrm>
            <a:off x="561172" y="3837713"/>
            <a:ext cx="7146922" cy="1522912"/>
          </a:xfrm>
          <a:prstGeom prst="rect">
            <a:avLst/>
          </a:prstGeom>
        </p:spPr>
        <p:txBody>
          <a:bodyPr/>
          <a:lstStyle>
            <a:lvl1pPr marL="285750" indent="-285750">
              <a:lnSpc>
                <a:spcPct val="120000"/>
              </a:lnSpc>
              <a:buFont typeface="Arial" panose="020B0604020202020204" pitchFamily="34" charset="0"/>
              <a:buChar char="•"/>
              <a:defRPr sz="1400" spc="100" baseline="0">
                <a:solidFill>
                  <a:schemeClr val="bg1"/>
                </a:solidFill>
                <a:latin typeface="+mn-ea"/>
                <a:ea typeface="+mn-ea"/>
              </a:defRPr>
            </a:lvl1pPr>
          </a:lstStyle>
          <a:p>
            <a:pPr lvl="0"/>
            <a:r>
              <a:rPr lang="zh-CN" altLang="en-US" dirty="0"/>
              <a:t>这里可以写一点点文字，介绍此章节主要内容</a:t>
            </a:r>
            <a:endParaRPr lang="en-US" altLang="zh-CN" dirty="0"/>
          </a:p>
          <a:p>
            <a:pPr lvl="0"/>
            <a:r>
              <a:rPr lang="zh-CN" altLang="en-US" dirty="0"/>
              <a:t>国外现状</a:t>
            </a:r>
            <a:endParaRPr lang="en-US" altLang="zh-CN" dirty="0"/>
          </a:p>
          <a:p>
            <a:pPr lvl="0"/>
            <a:r>
              <a:rPr lang="zh-CN" altLang="en-US" dirty="0"/>
              <a:t>国内现状</a:t>
            </a:r>
            <a:endParaRPr lang="en-US" altLang="zh-CN" dirty="0"/>
          </a:p>
          <a:p>
            <a:pPr lvl="0"/>
            <a:r>
              <a:rPr lang="en-US" altLang="zh-CN" dirty="0"/>
              <a:t>…</a:t>
            </a:r>
          </a:p>
          <a:p>
            <a:pPr lvl="0"/>
            <a:endParaRPr lang="zh-CN" altLang="en-US" dirty="0"/>
          </a:p>
        </p:txBody>
      </p:sp>
      <p:sp>
        <p:nvSpPr>
          <p:cNvPr id="2" name="矩形 1">
            <a:extLst>
              <a:ext uri="{FF2B5EF4-FFF2-40B4-BE49-F238E27FC236}">
                <a16:creationId xmlns:a16="http://schemas.microsoft.com/office/drawing/2014/main" id="{AF65482F-D2BD-4FA5-8FA9-E44AB00F6475}"/>
              </a:ext>
            </a:extLst>
          </p:cNvPr>
          <p:cNvSpPr/>
          <p:nvPr userDrawn="1"/>
        </p:nvSpPr>
        <p:spPr>
          <a:xfrm>
            <a:off x="0" y="6167300"/>
            <a:ext cx="12192000" cy="690699"/>
          </a:xfrm>
          <a:prstGeom prst="rect">
            <a:avLst/>
          </a:prstGeom>
          <a:solidFill>
            <a:schemeClr val="bg1"/>
          </a:solidFill>
          <a:ln>
            <a:noFill/>
          </a:ln>
          <a:effectLst>
            <a:outerShdw blurRad="381000"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lnSpc>
                <a:spcPct val="130000"/>
              </a:lnSpc>
            </a:pPr>
            <a:endParaRPr lang="zh-CN" altLang="en-US">
              <a:cs typeface="+mn-ea"/>
            </a:endParaRPr>
          </a:p>
        </p:txBody>
      </p:sp>
      <p:grpSp>
        <p:nvGrpSpPr>
          <p:cNvPr id="115" name="组合 114"/>
          <p:cNvGrpSpPr/>
          <p:nvPr userDrawn="1"/>
        </p:nvGrpSpPr>
        <p:grpSpPr>
          <a:xfrm>
            <a:off x="684666" y="6423435"/>
            <a:ext cx="1915659" cy="208321"/>
            <a:chOff x="598941" y="6399999"/>
            <a:chExt cx="2542613" cy="276499"/>
          </a:xfrm>
          <a:solidFill>
            <a:schemeClr val="accent3"/>
          </a:solidFill>
        </p:grpSpPr>
        <p:grpSp>
          <p:nvGrpSpPr>
            <p:cNvPr id="117" name="组合 116">
              <a:extLst>
                <a:ext uri="{FF2B5EF4-FFF2-40B4-BE49-F238E27FC236}">
                  <a16:creationId xmlns:a16="http://schemas.microsoft.com/office/drawing/2014/main" id="{2B6AF4F4-F405-428E-ACB6-6C287CCD9962}"/>
                </a:ext>
              </a:extLst>
            </p:cNvPr>
            <p:cNvGrpSpPr/>
            <p:nvPr/>
          </p:nvGrpSpPr>
          <p:grpSpPr>
            <a:xfrm>
              <a:off x="2055693" y="6402621"/>
              <a:ext cx="1085861" cy="270805"/>
              <a:chOff x="10340336" y="2247899"/>
              <a:chExt cx="2724438" cy="679451"/>
            </a:xfrm>
            <a:grpFill/>
          </p:grpSpPr>
          <p:sp>
            <p:nvSpPr>
              <p:cNvPr id="134" name="Freeform 5">
                <a:extLst>
                  <a:ext uri="{FF2B5EF4-FFF2-40B4-BE49-F238E27FC236}">
                    <a16:creationId xmlns:a16="http://schemas.microsoft.com/office/drawing/2014/main" id="{7EF8326A-A460-4F1F-A35E-22F6C0E02782}"/>
                  </a:ext>
                </a:extLst>
              </p:cNvPr>
              <p:cNvSpPr>
                <a:spLocks/>
              </p:cNvSpPr>
              <p:nvPr/>
            </p:nvSpPr>
            <p:spPr bwMode="auto">
              <a:xfrm>
                <a:off x="11868131" y="2285206"/>
                <a:ext cx="534988" cy="603250"/>
              </a:xfrm>
              <a:custGeom>
                <a:avLst/>
                <a:gdLst>
                  <a:gd name="T0" fmla="*/ 41 w 125"/>
                  <a:gd name="T1" fmla="*/ 16 h 142"/>
                  <a:gd name="T2" fmla="*/ 49 w 125"/>
                  <a:gd name="T3" fmla="*/ 3 h 142"/>
                  <a:gd name="T4" fmla="*/ 62 w 125"/>
                  <a:gd name="T5" fmla="*/ 20 h 142"/>
                  <a:gd name="T6" fmla="*/ 64 w 125"/>
                  <a:gd name="T7" fmla="*/ 33 h 142"/>
                  <a:gd name="T8" fmla="*/ 50 w 125"/>
                  <a:gd name="T9" fmla="*/ 34 h 142"/>
                  <a:gd name="T10" fmla="*/ 58 w 125"/>
                  <a:gd name="T11" fmla="*/ 58 h 142"/>
                  <a:gd name="T12" fmla="*/ 75 w 125"/>
                  <a:gd name="T13" fmla="*/ 59 h 142"/>
                  <a:gd name="T14" fmla="*/ 71 w 125"/>
                  <a:gd name="T15" fmla="*/ 50 h 142"/>
                  <a:gd name="T16" fmla="*/ 81 w 125"/>
                  <a:gd name="T17" fmla="*/ 47 h 142"/>
                  <a:gd name="T18" fmla="*/ 65 w 125"/>
                  <a:gd name="T19" fmla="*/ 42 h 142"/>
                  <a:gd name="T20" fmla="*/ 63 w 125"/>
                  <a:gd name="T21" fmla="*/ 37 h 142"/>
                  <a:gd name="T22" fmla="*/ 85 w 125"/>
                  <a:gd name="T23" fmla="*/ 27 h 142"/>
                  <a:gd name="T24" fmla="*/ 93 w 125"/>
                  <a:gd name="T25" fmla="*/ 2 h 142"/>
                  <a:gd name="T26" fmla="*/ 99 w 125"/>
                  <a:gd name="T27" fmla="*/ 5 h 142"/>
                  <a:gd name="T28" fmla="*/ 111 w 125"/>
                  <a:gd name="T29" fmla="*/ 30 h 142"/>
                  <a:gd name="T30" fmla="*/ 102 w 125"/>
                  <a:gd name="T31" fmla="*/ 34 h 142"/>
                  <a:gd name="T32" fmla="*/ 95 w 125"/>
                  <a:gd name="T33" fmla="*/ 59 h 142"/>
                  <a:gd name="T34" fmla="*/ 123 w 125"/>
                  <a:gd name="T35" fmla="*/ 61 h 142"/>
                  <a:gd name="T36" fmla="*/ 110 w 125"/>
                  <a:gd name="T37" fmla="*/ 71 h 142"/>
                  <a:gd name="T38" fmla="*/ 104 w 125"/>
                  <a:gd name="T39" fmla="*/ 82 h 142"/>
                  <a:gd name="T40" fmla="*/ 112 w 125"/>
                  <a:gd name="T41" fmla="*/ 134 h 142"/>
                  <a:gd name="T42" fmla="*/ 102 w 125"/>
                  <a:gd name="T43" fmla="*/ 140 h 142"/>
                  <a:gd name="T44" fmla="*/ 89 w 125"/>
                  <a:gd name="T45" fmla="*/ 123 h 142"/>
                  <a:gd name="T46" fmla="*/ 101 w 125"/>
                  <a:gd name="T47" fmla="*/ 128 h 142"/>
                  <a:gd name="T48" fmla="*/ 101 w 125"/>
                  <a:gd name="T49" fmla="*/ 92 h 142"/>
                  <a:gd name="T50" fmla="*/ 97 w 125"/>
                  <a:gd name="T51" fmla="*/ 99 h 142"/>
                  <a:gd name="T52" fmla="*/ 90 w 125"/>
                  <a:gd name="T53" fmla="*/ 103 h 142"/>
                  <a:gd name="T54" fmla="*/ 86 w 125"/>
                  <a:gd name="T55" fmla="*/ 110 h 142"/>
                  <a:gd name="T56" fmla="*/ 81 w 125"/>
                  <a:gd name="T57" fmla="*/ 120 h 142"/>
                  <a:gd name="T58" fmla="*/ 88 w 125"/>
                  <a:gd name="T59" fmla="*/ 71 h 142"/>
                  <a:gd name="T60" fmla="*/ 60 w 125"/>
                  <a:gd name="T61" fmla="*/ 87 h 142"/>
                  <a:gd name="T62" fmla="*/ 53 w 125"/>
                  <a:gd name="T63" fmla="*/ 89 h 142"/>
                  <a:gd name="T64" fmla="*/ 51 w 125"/>
                  <a:gd name="T65" fmla="*/ 128 h 142"/>
                  <a:gd name="T66" fmla="*/ 43 w 125"/>
                  <a:gd name="T67" fmla="*/ 134 h 142"/>
                  <a:gd name="T68" fmla="*/ 39 w 125"/>
                  <a:gd name="T69" fmla="*/ 107 h 142"/>
                  <a:gd name="T70" fmla="*/ 33 w 125"/>
                  <a:gd name="T71" fmla="*/ 114 h 142"/>
                  <a:gd name="T72" fmla="*/ 17 w 125"/>
                  <a:gd name="T73" fmla="*/ 108 h 142"/>
                  <a:gd name="T74" fmla="*/ 5 w 125"/>
                  <a:gd name="T75" fmla="*/ 81 h 142"/>
                  <a:gd name="T76" fmla="*/ 34 w 125"/>
                  <a:gd name="T77" fmla="*/ 56 h 142"/>
                  <a:gd name="T78" fmla="*/ 38 w 125"/>
                  <a:gd name="T79" fmla="*/ 33 h 142"/>
                  <a:gd name="T80" fmla="*/ 22 w 125"/>
                  <a:gd name="T81" fmla="*/ 55 h 142"/>
                  <a:gd name="T82" fmla="*/ 14 w 125"/>
                  <a:gd name="T83" fmla="*/ 55 h 142"/>
                  <a:gd name="T84" fmla="*/ 11 w 125"/>
                  <a:gd name="T85" fmla="*/ 36 h 142"/>
                  <a:gd name="T86" fmla="*/ 32 w 125"/>
                  <a:gd name="T87" fmla="*/ 22 h 142"/>
                  <a:gd name="T88" fmla="*/ 28 w 125"/>
                  <a:gd name="T89" fmla="*/ 33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5" h="142">
                    <a:moveTo>
                      <a:pt x="28" y="33"/>
                    </a:moveTo>
                    <a:cubicBezTo>
                      <a:pt x="35" y="29"/>
                      <a:pt x="41" y="25"/>
                      <a:pt x="41" y="16"/>
                    </a:cubicBezTo>
                    <a:cubicBezTo>
                      <a:pt x="41" y="13"/>
                      <a:pt x="43" y="9"/>
                      <a:pt x="44" y="6"/>
                    </a:cubicBezTo>
                    <a:cubicBezTo>
                      <a:pt x="45" y="5"/>
                      <a:pt x="48" y="3"/>
                      <a:pt x="49" y="3"/>
                    </a:cubicBezTo>
                    <a:cubicBezTo>
                      <a:pt x="54" y="4"/>
                      <a:pt x="59" y="9"/>
                      <a:pt x="59" y="15"/>
                    </a:cubicBezTo>
                    <a:cubicBezTo>
                      <a:pt x="59" y="18"/>
                      <a:pt x="60" y="19"/>
                      <a:pt x="62" y="20"/>
                    </a:cubicBezTo>
                    <a:cubicBezTo>
                      <a:pt x="65" y="22"/>
                      <a:pt x="68" y="25"/>
                      <a:pt x="69" y="28"/>
                    </a:cubicBezTo>
                    <a:cubicBezTo>
                      <a:pt x="71" y="32"/>
                      <a:pt x="68" y="34"/>
                      <a:pt x="64" y="33"/>
                    </a:cubicBezTo>
                    <a:cubicBezTo>
                      <a:pt x="62" y="32"/>
                      <a:pt x="60" y="31"/>
                      <a:pt x="57" y="30"/>
                    </a:cubicBezTo>
                    <a:cubicBezTo>
                      <a:pt x="53" y="28"/>
                      <a:pt x="51" y="29"/>
                      <a:pt x="50" y="34"/>
                    </a:cubicBezTo>
                    <a:cubicBezTo>
                      <a:pt x="48" y="45"/>
                      <a:pt x="46" y="56"/>
                      <a:pt x="52" y="66"/>
                    </a:cubicBezTo>
                    <a:cubicBezTo>
                      <a:pt x="54" y="64"/>
                      <a:pt x="56" y="62"/>
                      <a:pt x="58" y="58"/>
                    </a:cubicBezTo>
                    <a:cubicBezTo>
                      <a:pt x="61" y="62"/>
                      <a:pt x="63" y="65"/>
                      <a:pt x="65" y="69"/>
                    </a:cubicBezTo>
                    <a:cubicBezTo>
                      <a:pt x="68" y="66"/>
                      <a:pt x="72" y="62"/>
                      <a:pt x="75" y="59"/>
                    </a:cubicBezTo>
                    <a:cubicBezTo>
                      <a:pt x="76" y="58"/>
                      <a:pt x="75" y="56"/>
                      <a:pt x="75" y="55"/>
                    </a:cubicBezTo>
                    <a:cubicBezTo>
                      <a:pt x="74" y="53"/>
                      <a:pt x="71" y="51"/>
                      <a:pt x="71" y="50"/>
                    </a:cubicBezTo>
                    <a:cubicBezTo>
                      <a:pt x="72" y="47"/>
                      <a:pt x="75" y="46"/>
                      <a:pt x="78" y="47"/>
                    </a:cubicBezTo>
                    <a:cubicBezTo>
                      <a:pt x="79" y="47"/>
                      <a:pt x="80" y="47"/>
                      <a:pt x="81" y="47"/>
                    </a:cubicBezTo>
                    <a:cubicBezTo>
                      <a:pt x="81" y="44"/>
                      <a:pt x="82" y="40"/>
                      <a:pt x="83" y="35"/>
                    </a:cubicBezTo>
                    <a:cubicBezTo>
                      <a:pt x="76" y="38"/>
                      <a:pt x="71" y="40"/>
                      <a:pt x="65" y="42"/>
                    </a:cubicBezTo>
                    <a:cubicBezTo>
                      <a:pt x="61" y="44"/>
                      <a:pt x="60" y="44"/>
                      <a:pt x="57" y="40"/>
                    </a:cubicBezTo>
                    <a:cubicBezTo>
                      <a:pt x="59" y="39"/>
                      <a:pt x="61" y="38"/>
                      <a:pt x="63" y="37"/>
                    </a:cubicBezTo>
                    <a:cubicBezTo>
                      <a:pt x="69" y="35"/>
                      <a:pt x="75" y="33"/>
                      <a:pt x="81" y="30"/>
                    </a:cubicBezTo>
                    <a:cubicBezTo>
                      <a:pt x="83" y="30"/>
                      <a:pt x="84" y="28"/>
                      <a:pt x="85" y="27"/>
                    </a:cubicBezTo>
                    <a:cubicBezTo>
                      <a:pt x="87" y="21"/>
                      <a:pt x="88" y="14"/>
                      <a:pt x="90" y="8"/>
                    </a:cubicBezTo>
                    <a:cubicBezTo>
                      <a:pt x="90" y="6"/>
                      <a:pt x="92" y="3"/>
                      <a:pt x="93" y="2"/>
                    </a:cubicBezTo>
                    <a:cubicBezTo>
                      <a:pt x="94" y="0"/>
                      <a:pt x="96" y="0"/>
                      <a:pt x="98" y="0"/>
                    </a:cubicBezTo>
                    <a:cubicBezTo>
                      <a:pt x="98" y="1"/>
                      <a:pt x="99" y="4"/>
                      <a:pt x="99" y="5"/>
                    </a:cubicBezTo>
                    <a:cubicBezTo>
                      <a:pt x="93" y="12"/>
                      <a:pt x="94" y="20"/>
                      <a:pt x="92" y="28"/>
                    </a:cubicBezTo>
                    <a:cubicBezTo>
                      <a:pt x="98" y="31"/>
                      <a:pt x="105" y="25"/>
                      <a:pt x="111" y="30"/>
                    </a:cubicBezTo>
                    <a:cubicBezTo>
                      <a:pt x="109" y="33"/>
                      <a:pt x="107" y="36"/>
                      <a:pt x="103" y="35"/>
                    </a:cubicBezTo>
                    <a:cubicBezTo>
                      <a:pt x="103" y="34"/>
                      <a:pt x="102" y="34"/>
                      <a:pt x="102" y="34"/>
                    </a:cubicBezTo>
                    <a:cubicBezTo>
                      <a:pt x="92" y="34"/>
                      <a:pt x="88" y="39"/>
                      <a:pt x="90" y="49"/>
                    </a:cubicBezTo>
                    <a:cubicBezTo>
                      <a:pt x="91" y="52"/>
                      <a:pt x="93" y="55"/>
                      <a:pt x="95" y="59"/>
                    </a:cubicBezTo>
                    <a:cubicBezTo>
                      <a:pt x="99" y="59"/>
                      <a:pt x="104" y="58"/>
                      <a:pt x="109" y="57"/>
                    </a:cubicBezTo>
                    <a:cubicBezTo>
                      <a:pt x="114" y="56"/>
                      <a:pt x="119" y="58"/>
                      <a:pt x="123" y="61"/>
                    </a:cubicBezTo>
                    <a:cubicBezTo>
                      <a:pt x="125" y="63"/>
                      <a:pt x="125" y="66"/>
                      <a:pt x="122" y="67"/>
                    </a:cubicBezTo>
                    <a:cubicBezTo>
                      <a:pt x="118" y="69"/>
                      <a:pt x="114" y="71"/>
                      <a:pt x="110" y="71"/>
                    </a:cubicBezTo>
                    <a:cubicBezTo>
                      <a:pt x="103" y="70"/>
                      <a:pt x="99" y="75"/>
                      <a:pt x="95" y="79"/>
                    </a:cubicBezTo>
                    <a:cubicBezTo>
                      <a:pt x="98" y="80"/>
                      <a:pt x="102" y="80"/>
                      <a:pt x="104" y="82"/>
                    </a:cubicBezTo>
                    <a:cubicBezTo>
                      <a:pt x="106" y="83"/>
                      <a:pt x="108" y="86"/>
                      <a:pt x="109" y="88"/>
                    </a:cubicBezTo>
                    <a:cubicBezTo>
                      <a:pt x="110" y="104"/>
                      <a:pt x="111" y="119"/>
                      <a:pt x="112" y="134"/>
                    </a:cubicBezTo>
                    <a:cubicBezTo>
                      <a:pt x="112" y="137"/>
                      <a:pt x="110" y="140"/>
                      <a:pt x="110" y="142"/>
                    </a:cubicBezTo>
                    <a:cubicBezTo>
                      <a:pt x="107" y="141"/>
                      <a:pt x="104" y="141"/>
                      <a:pt x="102" y="140"/>
                    </a:cubicBezTo>
                    <a:cubicBezTo>
                      <a:pt x="97" y="136"/>
                      <a:pt x="93" y="131"/>
                      <a:pt x="90" y="127"/>
                    </a:cubicBezTo>
                    <a:cubicBezTo>
                      <a:pt x="89" y="126"/>
                      <a:pt x="89" y="124"/>
                      <a:pt x="89" y="123"/>
                    </a:cubicBezTo>
                    <a:cubicBezTo>
                      <a:pt x="92" y="125"/>
                      <a:pt x="96" y="127"/>
                      <a:pt x="100" y="130"/>
                    </a:cubicBezTo>
                    <a:cubicBezTo>
                      <a:pt x="100" y="129"/>
                      <a:pt x="101" y="129"/>
                      <a:pt x="101" y="128"/>
                    </a:cubicBezTo>
                    <a:cubicBezTo>
                      <a:pt x="101" y="121"/>
                      <a:pt x="101" y="113"/>
                      <a:pt x="101" y="105"/>
                    </a:cubicBezTo>
                    <a:cubicBezTo>
                      <a:pt x="101" y="101"/>
                      <a:pt x="101" y="96"/>
                      <a:pt x="101" y="92"/>
                    </a:cubicBezTo>
                    <a:cubicBezTo>
                      <a:pt x="99" y="85"/>
                      <a:pt x="96" y="84"/>
                      <a:pt x="90" y="90"/>
                    </a:cubicBezTo>
                    <a:cubicBezTo>
                      <a:pt x="92" y="93"/>
                      <a:pt x="97" y="93"/>
                      <a:pt x="97" y="99"/>
                    </a:cubicBezTo>
                    <a:cubicBezTo>
                      <a:pt x="94" y="98"/>
                      <a:pt x="91" y="97"/>
                      <a:pt x="88" y="96"/>
                    </a:cubicBezTo>
                    <a:cubicBezTo>
                      <a:pt x="84" y="100"/>
                      <a:pt x="84" y="101"/>
                      <a:pt x="90" y="103"/>
                    </a:cubicBezTo>
                    <a:cubicBezTo>
                      <a:pt x="95" y="106"/>
                      <a:pt x="98" y="111"/>
                      <a:pt x="96" y="112"/>
                    </a:cubicBezTo>
                    <a:cubicBezTo>
                      <a:pt x="92" y="115"/>
                      <a:pt x="89" y="112"/>
                      <a:pt x="86" y="110"/>
                    </a:cubicBezTo>
                    <a:cubicBezTo>
                      <a:pt x="85" y="110"/>
                      <a:pt x="84" y="109"/>
                      <a:pt x="83" y="108"/>
                    </a:cubicBezTo>
                    <a:cubicBezTo>
                      <a:pt x="82" y="112"/>
                      <a:pt x="82" y="116"/>
                      <a:pt x="81" y="120"/>
                    </a:cubicBezTo>
                    <a:cubicBezTo>
                      <a:pt x="74" y="118"/>
                      <a:pt x="72" y="114"/>
                      <a:pt x="73" y="108"/>
                    </a:cubicBezTo>
                    <a:cubicBezTo>
                      <a:pt x="76" y="95"/>
                      <a:pt x="81" y="83"/>
                      <a:pt x="88" y="71"/>
                    </a:cubicBezTo>
                    <a:cubicBezTo>
                      <a:pt x="84" y="74"/>
                      <a:pt x="80" y="76"/>
                      <a:pt x="76" y="78"/>
                    </a:cubicBezTo>
                    <a:cubicBezTo>
                      <a:pt x="71" y="81"/>
                      <a:pt x="65" y="84"/>
                      <a:pt x="60" y="87"/>
                    </a:cubicBezTo>
                    <a:cubicBezTo>
                      <a:pt x="60" y="87"/>
                      <a:pt x="60" y="87"/>
                      <a:pt x="59" y="87"/>
                    </a:cubicBezTo>
                    <a:cubicBezTo>
                      <a:pt x="57" y="88"/>
                      <a:pt x="54" y="88"/>
                      <a:pt x="53" y="89"/>
                    </a:cubicBezTo>
                    <a:cubicBezTo>
                      <a:pt x="51" y="93"/>
                      <a:pt x="49" y="97"/>
                      <a:pt x="49" y="101"/>
                    </a:cubicBezTo>
                    <a:cubicBezTo>
                      <a:pt x="49" y="110"/>
                      <a:pt x="50" y="119"/>
                      <a:pt x="51" y="128"/>
                    </a:cubicBezTo>
                    <a:cubicBezTo>
                      <a:pt x="51" y="131"/>
                      <a:pt x="51" y="134"/>
                      <a:pt x="51" y="137"/>
                    </a:cubicBezTo>
                    <a:cubicBezTo>
                      <a:pt x="48" y="136"/>
                      <a:pt x="45" y="136"/>
                      <a:pt x="43" y="134"/>
                    </a:cubicBezTo>
                    <a:cubicBezTo>
                      <a:pt x="40" y="132"/>
                      <a:pt x="37" y="130"/>
                      <a:pt x="38" y="125"/>
                    </a:cubicBezTo>
                    <a:cubicBezTo>
                      <a:pt x="40" y="119"/>
                      <a:pt x="39" y="113"/>
                      <a:pt x="39" y="107"/>
                    </a:cubicBezTo>
                    <a:cubicBezTo>
                      <a:pt x="38" y="107"/>
                      <a:pt x="38" y="107"/>
                      <a:pt x="37" y="106"/>
                    </a:cubicBezTo>
                    <a:cubicBezTo>
                      <a:pt x="36" y="109"/>
                      <a:pt x="34" y="111"/>
                      <a:pt x="33" y="114"/>
                    </a:cubicBezTo>
                    <a:cubicBezTo>
                      <a:pt x="30" y="120"/>
                      <a:pt x="25" y="122"/>
                      <a:pt x="21" y="120"/>
                    </a:cubicBezTo>
                    <a:cubicBezTo>
                      <a:pt x="16" y="118"/>
                      <a:pt x="15" y="113"/>
                      <a:pt x="17" y="108"/>
                    </a:cubicBezTo>
                    <a:cubicBezTo>
                      <a:pt x="20" y="99"/>
                      <a:pt x="23" y="91"/>
                      <a:pt x="26" y="81"/>
                    </a:cubicBezTo>
                    <a:cubicBezTo>
                      <a:pt x="19" y="90"/>
                      <a:pt x="12" y="85"/>
                      <a:pt x="5" y="81"/>
                    </a:cubicBezTo>
                    <a:cubicBezTo>
                      <a:pt x="0" y="79"/>
                      <a:pt x="0" y="76"/>
                      <a:pt x="5" y="73"/>
                    </a:cubicBezTo>
                    <a:cubicBezTo>
                      <a:pt x="15" y="68"/>
                      <a:pt x="25" y="62"/>
                      <a:pt x="34" y="56"/>
                    </a:cubicBezTo>
                    <a:cubicBezTo>
                      <a:pt x="35" y="55"/>
                      <a:pt x="37" y="54"/>
                      <a:pt x="37" y="52"/>
                    </a:cubicBezTo>
                    <a:cubicBezTo>
                      <a:pt x="38" y="46"/>
                      <a:pt x="38" y="39"/>
                      <a:pt x="38" y="33"/>
                    </a:cubicBezTo>
                    <a:cubicBezTo>
                      <a:pt x="38" y="32"/>
                      <a:pt x="38" y="32"/>
                      <a:pt x="37" y="32"/>
                    </a:cubicBezTo>
                    <a:cubicBezTo>
                      <a:pt x="32" y="40"/>
                      <a:pt x="27" y="48"/>
                      <a:pt x="22" y="55"/>
                    </a:cubicBezTo>
                    <a:cubicBezTo>
                      <a:pt x="22" y="56"/>
                      <a:pt x="22" y="56"/>
                      <a:pt x="23" y="57"/>
                    </a:cubicBezTo>
                    <a:cubicBezTo>
                      <a:pt x="20" y="56"/>
                      <a:pt x="17" y="56"/>
                      <a:pt x="14" y="55"/>
                    </a:cubicBezTo>
                    <a:cubicBezTo>
                      <a:pt x="9" y="53"/>
                      <a:pt x="7" y="49"/>
                      <a:pt x="9" y="44"/>
                    </a:cubicBezTo>
                    <a:cubicBezTo>
                      <a:pt x="10" y="42"/>
                      <a:pt x="10" y="39"/>
                      <a:pt x="11" y="36"/>
                    </a:cubicBezTo>
                    <a:cubicBezTo>
                      <a:pt x="13" y="28"/>
                      <a:pt x="18" y="23"/>
                      <a:pt x="26" y="20"/>
                    </a:cubicBezTo>
                    <a:cubicBezTo>
                      <a:pt x="27" y="19"/>
                      <a:pt x="30" y="20"/>
                      <a:pt x="32" y="22"/>
                    </a:cubicBezTo>
                    <a:cubicBezTo>
                      <a:pt x="34" y="23"/>
                      <a:pt x="32" y="25"/>
                      <a:pt x="31" y="27"/>
                    </a:cubicBezTo>
                    <a:cubicBezTo>
                      <a:pt x="29" y="28"/>
                      <a:pt x="29" y="31"/>
                      <a:pt x="28" y="33"/>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35" name="Freeform 6">
                <a:extLst>
                  <a:ext uri="{FF2B5EF4-FFF2-40B4-BE49-F238E27FC236}">
                    <a16:creationId xmlns:a16="http://schemas.microsoft.com/office/drawing/2014/main" id="{CC1FA68D-3307-481A-8E89-D3CB2E8693F4}"/>
                  </a:ext>
                </a:extLst>
              </p:cNvPr>
              <p:cNvSpPr>
                <a:spLocks/>
              </p:cNvSpPr>
              <p:nvPr/>
            </p:nvSpPr>
            <p:spPr bwMode="auto">
              <a:xfrm>
                <a:off x="12756799" y="2388393"/>
                <a:ext cx="307975" cy="463550"/>
              </a:xfrm>
              <a:custGeom>
                <a:avLst/>
                <a:gdLst>
                  <a:gd name="T0" fmla="*/ 33 w 72"/>
                  <a:gd name="T1" fmla="*/ 76 h 109"/>
                  <a:gd name="T2" fmla="*/ 44 w 72"/>
                  <a:gd name="T3" fmla="*/ 73 h 109"/>
                  <a:gd name="T4" fmla="*/ 59 w 72"/>
                  <a:gd name="T5" fmla="*/ 71 h 109"/>
                  <a:gd name="T6" fmla="*/ 69 w 72"/>
                  <a:gd name="T7" fmla="*/ 92 h 109"/>
                  <a:gd name="T8" fmla="*/ 66 w 72"/>
                  <a:gd name="T9" fmla="*/ 94 h 109"/>
                  <a:gd name="T10" fmla="*/ 49 w 72"/>
                  <a:gd name="T11" fmla="*/ 96 h 109"/>
                  <a:gd name="T12" fmla="*/ 28 w 72"/>
                  <a:gd name="T13" fmla="*/ 106 h 109"/>
                  <a:gd name="T14" fmla="*/ 16 w 72"/>
                  <a:gd name="T15" fmla="*/ 106 h 109"/>
                  <a:gd name="T16" fmla="*/ 1 w 72"/>
                  <a:gd name="T17" fmla="*/ 80 h 109"/>
                  <a:gd name="T18" fmla="*/ 2 w 72"/>
                  <a:gd name="T19" fmla="*/ 74 h 109"/>
                  <a:gd name="T20" fmla="*/ 23 w 72"/>
                  <a:gd name="T21" fmla="*/ 31 h 109"/>
                  <a:gd name="T22" fmla="*/ 22 w 72"/>
                  <a:gd name="T23" fmla="*/ 26 h 109"/>
                  <a:gd name="T24" fmla="*/ 12 w 72"/>
                  <a:gd name="T25" fmla="*/ 16 h 109"/>
                  <a:gd name="T26" fmla="*/ 15 w 72"/>
                  <a:gd name="T27" fmla="*/ 10 h 109"/>
                  <a:gd name="T28" fmla="*/ 32 w 72"/>
                  <a:gd name="T29" fmla="*/ 5 h 109"/>
                  <a:gd name="T30" fmla="*/ 60 w 72"/>
                  <a:gd name="T31" fmla="*/ 18 h 109"/>
                  <a:gd name="T32" fmla="*/ 59 w 72"/>
                  <a:gd name="T33" fmla="*/ 26 h 109"/>
                  <a:gd name="T34" fmla="*/ 52 w 72"/>
                  <a:gd name="T35" fmla="*/ 36 h 109"/>
                  <a:gd name="T36" fmla="*/ 34 w 72"/>
                  <a:gd name="T37" fmla="*/ 72 h 109"/>
                  <a:gd name="T38" fmla="*/ 33 w 72"/>
                  <a:gd name="T39" fmla="*/ 76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2" h="109">
                    <a:moveTo>
                      <a:pt x="33" y="76"/>
                    </a:moveTo>
                    <a:cubicBezTo>
                      <a:pt x="37" y="74"/>
                      <a:pt x="40" y="73"/>
                      <a:pt x="44" y="73"/>
                    </a:cubicBezTo>
                    <a:cubicBezTo>
                      <a:pt x="49" y="72"/>
                      <a:pt x="54" y="71"/>
                      <a:pt x="59" y="71"/>
                    </a:cubicBezTo>
                    <a:cubicBezTo>
                      <a:pt x="66" y="72"/>
                      <a:pt x="72" y="85"/>
                      <a:pt x="69" y="92"/>
                    </a:cubicBezTo>
                    <a:cubicBezTo>
                      <a:pt x="68" y="93"/>
                      <a:pt x="67" y="94"/>
                      <a:pt x="66" y="94"/>
                    </a:cubicBezTo>
                    <a:cubicBezTo>
                      <a:pt x="60" y="95"/>
                      <a:pt x="54" y="94"/>
                      <a:pt x="49" y="96"/>
                    </a:cubicBezTo>
                    <a:cubicBezTo>
                      <a:pt x="42" y="99"/>
                      <a:pt x="35" y="102"/>
                      <a:pt x="28" y="106"/>
                    </a:cubicBezTo>
                    <a:cubicBezTo>
                      <a:pt x="24" y="108"/>
                      <a:pt x="21" y="109"/>
                      <a:pt x="16" y="106"/>
                    </a:cubicBezTo>
                    <a:cubicBezTo>
                      <a:pt x="7" y="100"/>
                      <a:pt x="3" y="90"/>
                      <a:pt x="1" y="80"/>
                    </a:cubicBezTo>
                    <a:cubicBezTo>
                      <a:pt x="0" y="78"/>
                      <a:pt x="1" y="76"/>
                      <a:pt x="2" y="74"/>
                    </a:cubicBezTo>
                    <a:cubicBezTo>
                      <a:pt x="9" y="60"/>
                      <a:pt x="16" y="45"/>
                      <a:pt x="23" y="31"/>
                    </a:cubicBezTo>
                    <a:cubicBezTo>
                      <a:pt x="23" y="30"/>
                      <a:pt x="23" y="28"/>
                      <a:pt x="22" y="26"/>
                    </a:cubicBezTo>
                    <a:cubicBezTo>
                      <a:pt x="19" y="23"/>
                      <a:pt x="15" y="20"/>
                      <a:pt x="12" y="16"/>
                    </a:cubicBezTo>
                    <a:cubicBezTo>
                      <a:pt x="10" y="13"/>
                      <a:pt x="11" y="11"/>
                      <a:pt x="15" y="10"/>
                    </a:cubicBezTo>
                    <a:cubicBezTo>
                      <a:pt x="21" y="9"/>
                      <a:pt x="26" y="7"/>
                      <a:pt x="32" y="5"/>
                    </a:cubicBezTo>
                    <a:cubicBezTo>
                      <a:pt x="44" y="0"/>
                      <a:pt x="57" y="6"/>
                      <a:pt x="60" y="18"/>
                    </a:cubicBezTo>
                    <a:cubicBezTo>
                      <a:pt x="61" y="21"/>
                      <a:pt x="60" y="24"/>
                      <a:pt x="59" y="26"/>
                    </a:cubicBezTo>
                    <a:cubicBezTo>
                      <a:pt x="57" y="29"/>
                      <a:pt x="54" y="33"/>
                      <a:pt x="52" y="36"/>
                    </a:cubicBezTo>
                    <a:cubicBezTo>
                      <a:pt x="46" y="48"/>
                      <a:pt x="40" y="60"/>
                      <a:pt x="34" y="72"/>
                    </a:cubicBezTo>
                    <a:cubicBezTo>
                      <a:pt x="34" y="72"/>
                      <a:pt x="34" y="74"/>
                      <a:pt x="33" y="76"/>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grpSp>
            <p:nvGrpSpPr>
              <p:cNvPr id="136" name="组合 135">
                <a:extLst>
                  <a:ext uri="{FF2B5EF4-FFF2-40B4-BE49-F238E27FC236}">
                    <a16:creationId xmlns:a16="http://schemas.microsoft.com/office/drawing/2014/main" id="{C7A6E3E5-9A1F-4E06-9E71-F1D7E5C11C32}"/>
                  </a:ext>
                </a:extLst>
              </p:cNvPr>
              <p:cNvGrpSpPr/>
              <p:nvPr/>
            </p:nvGrpSpPr>
            <p:grpSpPr>
              <a:xfrm>
                <a:off x="10340336" y="2247899"/>
                <a:ext cx="547688" cy="679451"/>
                <a:chOff x="5548313" y="2084388"/>
                <a:chExt cx="547688" cy="679451"/>
              </a:xfrm>
              <a:grpFill/>
            </p:grpSpPr>
            <p:sp>
              <p:nvSpPr>
                <p:cNvPr id="141" name="Freeform 7">
                  <a:extLst>
                    <a:ext uri="{FF2B5EF4-FFF2-40B4-BE49-F238E27FC236}">
                      <a16:creationId xmlns:a16="http://schemas.microsoft.com/office/drawing/2014/main" id="{02368C72-9CA0-44B0-93EC-F396645A3423}"/>
                    </a:ext>
                  </a:extLst>
                </p:cNvPr>
                <p:cNvSpPr>
                  <a:spLocks/>
                </p:cNvSpPr>
                <p:nvPr/>
              </p:nvSpPr>
              <p:spPr bwMode="auto">
                <a:xfrm>
                  <a:off x="5548313" y="2084388"/>
                  <a:ext cx="547688" cy="446088"/>
                </a:xfrm>
                <a:custGeom>
                  <a:avLst/>
                  <a:gdLst>
                    <a:gd name="T0" fmla="*/ 101 w 128"/>
                    <a:gd name="T1" fmla="*/ 58 h 105"/>
                    <a:gd name="T2" fmla="*/ 74 w 128"/>
                    <a:gd name="T3" fmla="*/ 56 h 105"/>
                    <a:gd name="T4" fmla="*/ 68 w 128"/>
                    <a:gd name="T5" fmla="*/ 57 h 105"/>
                    <a:gd name="T6" fmla="*/ 51 w 128"/>
                    <a:gd name="T7" fmla="*/ 59 h 105"/>
                    <a:gd name="T8" fmla="*/ 36 w 128"/>
                    <a:gd name="T9" fmla="*/ 65 h 105"/>
                    <a:gd name="T10" fmla="*/ 28 w 128"/>
                    <a:gd name="T11" fmla="*/ 73 h 105"/>
                    <a:gd name="T12" fmla="*/ 16 w 128"/>
                    <a:gd name="T13" fmla="*/ 102 h 105"/>
                    <a:gd name="T14" fmla="*/ 13 w 128"/>
                    <a:gd name="T15" fmla="*/ 104 h 105"/>
                    <a:gd name="T16" fmla="*/ 1 w 128"/>
                    <a:gd name="T17" fmla="*/ 98 h 105"/>
                    <a:gd name="T18" fmla="*/ 0 w 128"/>
                    <a:gd name="T19" fmla="*/ 93 h 105"/>
                    <a:gd name="T20" fmla="*/ 15 w 128"/>
                    <a:gd name="T21" fmla="*/ 60 h 105"/>
                    <a:gd name="T22" fmla="*/ 16 w 128"/>
                    <a:gd name="T23" fmla="*/ 58 h 105"/>
                    <a:gd name="T24" fmla="*/ 20 w 128"/>
                    <a:gd name="T25" fmla="*/ 52 h 105"/>
                    <a:gd name="T26" fmla="*/ 32 w 128"/>
                    <a:gd name="T27" fmla="*/ 54 h 105"/>
                    <a:gd name="T28" fmla="*/ 39 w 128"/>
                    <a:gd name="T29" fmla="*/ 55 h 105"/>
                    <a:gd name="T30" fmla="*/ 72 w 128"/>
                    <a:gd name="T31" fmla="*/ 21 h 105"/>
                    <a:gd name="T32" fmla="*/ 74 w 128"/>
                    <a:gd name="T33" fmla="*/ 16 h 105"/>
                    <a:gd name="T34" fmla="*/ 74 w 128"/>
                    <a:gd name="T35" fmla="*/ 11 h 105"/>
                    <a:gd name="T36" fmla="*/ 71 w 128"/>
                    <a:gd name="T37" fmla="*/ 11 h 105"/>
                    <a:gd name="T38" fmla="*/ 68 w 128"/>
                    <a:gd name="T39" fmla="*/ 15 h 105"/>
                    <a:gd name="T40" fmla="*/ 68 w 128"/>
                    <a:gd name="T41" fmla="*/ 21 h 105"/>
                    <a:gd name="T42" fmla="*/ 59 w 128"/>
                    <a:gd name="T43" fmla="*/ 29 h 105"/>
                    <a:gd name="T44" fmla="*/ 53 w 128"/>
                    <a:gd name="T45" fmla="*/ 27 h 105"/>
                    <a:gd name="T46" fmla="*/ 47 w 128"/>
                    <a:gd name="T47" fmla="*/ 24 h 105"/>
                    <a:gd name="T48" fmla="*/ 47 w 128"/>
                    <a:gd name="T49" fmla="*/ 32 h 105"/>
                    <a:gd name="T50" fmla="*/ 47 w 128"/>
                    <a:gd name="T51" fmla="*/ 34 h 105"/>
                    <a:gd name="T52" fmla="*/ 43 w 128"/>
                    <a:gd name="T53" fmla="*/ 45 h 105"/>
                    <a:gd name="T54" fmla="*/ 31 w 128"/>
                    <a:gd name="T55" fmla="*/ 39 h 105"/>
                    <a:gd name="T56" fmla="*/ 29 w 128"/>
                    <a:gd name="T57" fmla="*/ 23 h 105"/>
                    <a:gd name="T58" fmla="*/ 33 w 128"/>
                    <a:gd name="T59" fmla="*/ 14 h 105"/>
                    <a:gd name="T60" fmla="*/ 36 w 128"/>
                    <a:gd name="T61" fmla="*/ 9 h 105"/>
                    <a:gd name="T62" fmla="*/ 42 w 128"/>
                    <a:gd name="T63" fmla="*/ 13 h 105"/>
                    <a:gd name="T64" fmla="*/ 44 w 128"/>
                    <a:gd name="T65" fmla="*/ 16 h 105"/>
                    <a:gd name="T66" fmla="*/ 57 w 128"/>
                    <a:gd name="T67" fmla="*/ 14 h 105"/>
                    <a:gd name="T68" fmla="*/ 62 w 128"/>
                    <a:gd name="T69" fmla="*/ 11 h 105"/>
                    <a:gd name="T70" fmla="*/ 84 w 128"/>
                    <a:gd name="T71" fmla="*/ 0 h 105"/>
                    <a:gd name="T72" fmla="*/ 96 w 128"/>
                    <a:gd name="T73" fmla="*/ 7 h 105"/>
                    <a:gd name="T74" fmla="*/ 96 w 128"/>
                    <a:gd name="T75" fmla="*/ 20 h 105"/>
                    <a:gd name="T76" fmla="*/ 83 w 128"/>
                    <a:gd name="T77" fmla="*/ 43 h 105"/>
                    <a:gd name="T78" fmla="*/ 94 w 128"/>
                    <a:gd name="T79" fmla="*/ 44 h 105"/>
                    <a:gd name="T80" fmla="*/ 122 w 128"/>
                    <a:gd name="T81" fmla="*/ 59 h 105"/>
                    <a:gd name="T82" fmla="*/ 120 w 128"/>
                    <a:gd name="T83" fmla="*/ 73 h 105"/>
                    <a:gd name="T84" fmla="*/ 98 w 128"/>
                    <a:gd name="T85" fmla="*/ 73 h 105"/>
                    <a:gd name="T86" fmla="*/ 97 w 128"/>
                    <a:gd name="T87" fmla="*/ 66 h 105"/>
                    <a:gd name="T88" fmla="*/ 101 w 128"/>
                    <a:gd name="T89" fmla="*/ 58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8" h="105">
                      <a:moveTo>
                        <a:pt x="101" y="58"/>
                      </a:moveTo>
                      <a:cubicBezTo>
                        <a:pt x="94" y="52"/>
                        <a:pt x="81" y="52"/>
                        <a:pt x="74" y="56"/>
                      </a:cubicBezTo>
                      <a:cubicBezTo>
                        <a:pt x="73" y="57"/>
                        <a:pt x="70" y="58"/>
                        <a:pt x="68" y="57"/>
                      </a:cubicBezTo>
                      <a:cubicBezTo>
                        <a:pt x="62" y="56"/>
                        <a:pt x="57" y="57"/>
                        <a:pt x="51" y="59"/>
                      </a:cubicBezTo>
                      <a:cubicBezTo>
                        <a:pt x="46" y="61"/>
                        <a:pt x="41" y="63"/>
                        <a:pt x="36" y="65"/>
                      </a:cubicBezTo>
                      <a:cubicBezTo>
                        <a:pt x="32" y="67"/>
                        <a:pt x="29" y="69"/>
                        <a:pt x="28" y="73"/>
                      </a:cubicBezTo>
                      <a:cubicBezTo>
                        <a:pt x="24" y="82"/>
                        <a:pt x="20" y="92"/>
                        <a:pt x="16" y="102"/>
                      </a:cubicBezTo>
                      <a:cubicBezTo>
                        <a:pt x="16" y="103"/>
                        <a:pt x="14" y="105"/>
                        <a:pt x="13" y="104"/>
                      </a:cubicBezTo>
                      <a:cubicBezTo>
                        <a:pt x="9" y="103"/>
                        <a:pt x="5" y="100"/>
                        <a:pt x="1" y="98"/>
                      </a:cubicBezTo>
                      <a:cubicBezTo>
                        <a:pt x="0" y="97"/>
                        <a:pt x="0" y="95"/>
                        <a:pt x="0" y="93"/>
                      </a:cubicBezTo>
                      <a:cubicBezTo>
                        <a:pt x="5" y="82"/>
                        <a:pt x="10" y="71"/>
                        <a:pt x="15" y="60"/>
                      </a:cubicBezTo>
                      <a:cubicBezTo>
                        <a:pt x="15" y="59"/>
                        <a:pt x="16" y="59"/>
                        <a:pt x="16" y="58"/>
                      </a:cubicBezTo>
                      <a:cubicBezTo>
                        <a:pt x="18" y="56"/>
                        <a:pt x="19" y="52"/>
                        <a:pt x="20" y="52"/>
                      </a:cubicBezTo>
                      <a:cubicBezTo>
                        <a:pt x="24" y="52"/>
                        <a:pt x="29" y="52"/>
                        <a:pt x="32" y="54"/>
                      </a:cubicBezTo>
                      <a:cubicBezTo>
                        <a:pt x="35" y="55"/>
                        <a:pt x="36" y="56"/>
                        <a:pt x="39" y="55"/>
                      </a:cubicBezTo>
                      <a:cubicBezTo>
                        <a:pt x="57" y="50"/>
                        <a:pt x="66" y="37"/>
                        <a:pt x="72" y="21"/>
                      </a:cubicBezTo>
                      <a:cubicBezTo>
                        <a:pt x="72" y="20"/>
                        <a:pt x="73" y="18"/>
                        <a:pt x="74" y="16"/>
                      </a:cubicBezTo>
                      <a:cubicBezTo>
                        <a:pt x="74" y="14"/>
                        <a:pt x="74" y="13"/>
                        <a:pt x="74" y="11"/>
                      </a:cubicBezTo>
                      <a:cubicBezTo>
                        <a:pt x="74" y="11"/>
                        <a:pt x="72" y="10"/>
                        <a:pt x="71" y="11"/>
                      </a:cubicBezTo>
                      <a:cubicBezTo>
                        <a:pt x="70" y="12"/>
                        <a:pt x="68" y="13"/>
                        <a:pt x="68" y="15"/>
                      </a:cubicBezTo>
                      <a:cubicBezTo>
                        <a:pt x="67" y="17"/>
                        <a:pt x="68" y="19"/>
                        <a:pt x="68" y="21"/>
                      </a:cubicBezTo>
                      <a:cubicBezTo>
                        <a:pt x="69" y="28"/>
                        <a:pt x="68" y="30"/>
                        <a:pt x="59" y="29"/>
                      </a:cubicBezTo>
                      <a:cubicBezTo>
                        <a:pt x="57" y="29"/>
                        <a:pt x="55" y="28"/>
                        <a:pt x="53" y="27"/>
                      </a:cubicBezTo>
                      <a:cubicBezTo>
                        <a:pt x="51" y="26"/>
                        <a:pt x="49" y="25"/>
                        <a:pt x="47" y="24"/>
                      </a:cubicBezTo>
                      <a:cubicBezTo>
                        <a:pt x="47" y="27"/>
                        <a:pt x="47" y="29"/>
                        <a:pt x="47" y="32"/>
                      </a:cubicBezTo>
                      <a:cubicBezTo>
                        <a:pt x="47" y="33"/>
                        <a:pt x="47" y="33"/>
                        <a:pt x="47" y="34"/>
                      </a:cubicBezTo>
                      <a:cubicBezTo>
                        <a:pt x="47" y="38"/>
                        <a:pt x="48" y="43"/>
                        <a:pt x="43" y="45"/>
                      </a:cubicBezTo>
                      <a:cubicBezTo>
                        <a:pt x="39" y="46"/>
                        <a:pt x="34" y="44"/>
                        <a:pt x="31" y="39"/>
                      </a:cubicBezTo>
                      <a:cubicBezTo>
                        <a:pt x="28" y="34"/>
                        <a:pt x="25" y="29"/>
                        <a:pt x="29" y="23"/>
                      </a:cubicBezTo>
                      <a:cubicBezTo>
                        <a:pt x="31" y="20"/>
                        <a:pt x="31" y="17"/>
                        <a:pt x="33" y="14"/>
                      </a:cubicBezTo>
                      <a:cubicBezTo>
                        <a:pt x="34" y="12"/>
                        <a:pt x="35" y="9"/>
                        <a:pt x="36" y="9"/>
                      </a:cubicBezTo>
                      <a:cubicBezTo>
                        <a:pt x="38" y="10"/>
                        <a:pt x="40" y="11"/>
                        <a:pt x="42" y="13"/>
                      </a:cubicBezTo>
                      <a:cubicBezTo>
                        <a:pt x="42" y="13"/>
                        <a:pt x="43" y="15"/>
                        <a:pt x="44" y="16"/>
                      </a:cubicBezTo>
                      <a:cubicBezTo>
                        <a:pt x="48" y="13"/>
                        <a:pt x="52" y="11"/>
                        <a:pt x="57" y="14"/>
                      </a:cubicBezTo>
                      <a:cubicBezTo>
                        <a:pt x="58" y="15"/>
                        <a:pt x="61" y="13"/>
                        <a:pt x="62" y="11"/>
                      </a:cubicBezTo>
                      <a:cubicBezTo>
                        <a:pt x="69" y="5"/>
                        <a:pt x="75" y="0"/>
                        <a:pt x="84" y="0"/>
                      </a:cubicBezTo>
                      <a:cubicBezTo>
                        <a:pt x="89" y="0"/>
                        <a:pt x="93" y="2"/>
                        <a:pt x="96" y="7"/>
                      </a:cubicBezTo>
                      <a:cubicBezTo>
                        <a:pt x="99" y="11"/>
                        <a:pt x="98" y="15"/>
                        <a:pt x="96" y="20"/>
                      </a:cubicBezTo>
                      <a:cubicBezTo>
                        <a:pt x="91" y="27"/>
                        <a:pt x="87" y="35"/>
                        <a:pt x="83" y="43"/>
                      </a:cubicBezTo>
                      <a:cubicBezTo>
                        <a:pt x="88" y="43"/>
                        <a:pt x="91" y="44"/>
                        <a:pt x="94" y="44"/>
                      </a:cubicBezTo>
                      <a:cubicBezTo>
                        <a:pt x="105" y="46"/>
                        <a:pt x="115" y="50"/>
                        <a:pt x="122" y="59"/>
                      </a:cubicBezTo>
                      <a:cubicBezTo>
                        <a:pt x="128" y="65"/>
                        <a:pt x="127" y="68"/>
                        <a:pt x="120" y="73"/>
                      </a:cubicBezTo>
                      <a:cubicBezTo>
                        <a:pt x="113" y="77"/>
                        <a:pt x="105" y="77"/>
                        <a:pt x="98" y="73"/>
                      </a:cubicBezTo>
                      <a:cubicBezTo>
                        <a:pt x="95" y="71"/>
                        <a:pt x="95" y="69"/>
                        <a:pt x="97" y="66"/>
                      </a:cubicBezTo>
                      <a:cubicBezTo>
                        <a:pt x="98" y="64"/>
                        <a:pt x="100" y="61"/>
                        <a:pt x="101" y="5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42" name="Freeform 8">
                  <a:extLst>
                    <a:ext uri="{FF2B5EF4-FFF2-40B4-BE49-F238E27FC236}">
                      <a16:creationId xmlns:a16="http://schemas.microsoft.com/office/drawing/2014/main" id="{68AB8704-3F31-41E0-B209-31D0A83BAA2E}"/>
                    </a:ext>
                  </a:extLst>
                </p:cNvPr>
                <p:cNvSpPr>
                  <a:spLocks/>
                </p:cNvSpPr>
                <p:nvPr/>
              </p:nvSpPr>
              <p:spPr bwMode="auto">
                <a:xfrm>
                  <a:off x="5664200" y="2355851"/>
                  <a:ext cx="341313" cy="407988"/>
                </a:xfrm>
                <a:custGeom>
                  <a:avLst/>
                  <a:gdLst>
                    <a:gd name="T0" fmla="*/ 46 w 80"/>
                    <a:gd name="T1" fmla="*/ 29 h 96"/>
                    <a:gd name="T2" fmla="*/ 65 w 80"/>
                    <a:gd name="T3" fmla="*/ 29 h 96"/>
                    <a:gd name="T4" fmla="*/ 79 w 80"/>
                    <a:gd name="T5" fmla="*/ 41 h 96"/>
                    <a:gd name="T6" fmla="*/ 74 w 80"/>
                    <a:gd name="T7" fmla="*/ 43 h 96"/>
                    <a:gd name="T8" fmla="*/ 60 w 80"/>
                    <a:gd name="T9" fmla="*/ 43 h 96"/>
                    <a:gd name="T10" fmla="*/ 52 w 80"/>
                    <a:gd name="T11" fmla="*/ 50 h 96"/>
                    <a:gd name="T12" fmla="*/ 49 w 80"/>
                    <a:gd name="T13" fmla="*/ 87 h 96"/>
                    <a:gd name="T14" fmla="*/ 37 w 80"/>
                    <a:gd name="T15" fmla="*/ 95 h 96"/>
                    <a:gd name="T16" fmla="*/ 21 w 80"/>
                    <a:gd name="T17" fmla="*/ 68 h 96"/>
                    <a:gd name="T18" fmla="*/ 22 w 80"/>
                    <a:gd name="T19" fmla="*/ 62 h 96"/>
                    <a:gd name="T20" fmla="*/ 30 w 80"/>
                    <a:gd name="T21" fmla="*/ 72 h 96"/>
                    <a:gd name="T22" fmla="*/ 40 w 80"/>
                    <a:gd name="T23" fmla="*/ 70 h 96"/>
                    <a:gd name="T24" fmla="*/ 43 w 80"/>
                    <a:gd name="T25" fmla="*/ 46 h 96"/>
                    <a:gd name="T26" fmla="*/ 24 w 80"/>
                    <a:gd name="T27" fmla="*/ 52 h 96"/>
                    <a:gd name="T28" fmla="*/ 19 w 80"/>
                    <a:gd name="T29" fmla="*/ 54 h 96"/>
                    <a:gd name="T30" fmla="*/ 6 w 80"/>
                    <a:gd name="T31" fmla="*/ 54 h 96"/>
                    <a:gd name="T32" fmla="*/ 2 w 80"/>
                    <a:gd name="T33" fmla="*/ 40 h 96"/>
                    <a:gd name="T34" fmla="*/ 6 w 80"/>
                    <a:gd name="T35" fmla="*/ 37 h 96"/>
                    <a:gd name="T36" fmla="*/ 28 w 80"/>
                    <a:gd name="T37" fmla="*/ 33 h 96"/>
                    <a:gd name="T38" fmla="*/ 33 w 80"/>
                    <a:gd name="T39" fmla="*/ 32 h 96"/>
                    <a:gd name="T40" fmla="*/ 36 w 80"/>
                    <a:gd name="T41" fmla="*/ 22 h 96"/>
                    <a:gd name="T42" fmla="*/ 46 w 80"/>
                    <a:gd name="T43" fmla="*/ 12 h 96"/>
                    <a:gd name="T44" fmla="*/ 45 w 80"/>
                    <a:gd name="T45" fmla="*/ 10 h 96"/>
                    <a:gd name="T46" fmla="*/ 26 w 80"/>
                    <a:gd name="T47" fmla="*/ 17 h 96"/>
                    <a:gd name="T48" fmla="*/ 15 w 80"/>
                    <a:gd name="T49" fmla="*/ 24 h 96"/>
                    <a:gd name="T50" fmla="*/ 5 w 80"/>
                    <a:gd name="T51" fmla="*/ 22 h 96"/>
                    <a:gd name="T52" fmla="*/ 1 w 80"/>
                    <a:gd name="T53" fmla="*/ 17 h 96"/>
                    <a:gd name="T54" fmla="*/ 36 w 80"/>
                    <a:gd name="T55" fmla="*/ 2 h 96"/>
                    <a:gd name="T56" fmla="*/ 55 w 80"/>
                    <a:gd name="T57" fmla="*/ 0 h 96"/>
                    <a:gd name="T58" fmla="*/ 61 w 80"/>
                    <a:gd name="T59" fmla="*/ 6 h 96"/>
                    <a:gd name="T60" fmla="*/ 59 w 80"/>
                    <a:gd name="T61" fmla="*/ 13 h 96"/>
                    <a:gd name="T62" fmla="*/ 46 w 80"/>
                    <a:gd name="T63" fmla="*/ 29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 h="96">
                      <a:moveTo>
                        <a:pt x="46" y="29"/>
                      </a:moveTo>
                      <a:cubicBezTo>
                        <a:pt x="53" y="30"/>
                        <a:pt x="59" y="31"/>
                        <a:pt x="65" y="29"/>
                      </a:cubicBezTo>
                      <a:cubicBezTo>
                        <a:pt x="71" y="27"/>
                        <a:pt x="80" y="34"/>
                        <a:pt x="79" y="41"/>
                      </a:cubicBezTo>
                      <a:cubicBezTo>
                        <a:pt x="79" y="42"/>
                        <a:pt x="76" y="43"/>
                        <a:pt x="74" y="43"/>
                      </a:cubicBezTo>
                      <a:cubicBezTo>
                        <a:pt x="70" y="43"/>
                        <a:pt x="65" y="43"/>
                        <a:pt x="60" y="43"/>
                      </a:cubicBezTo>
                      <a:cubicBezTo>
                        <a:pt x="53" y="42"/>
                        <a:pt x="52" y="44"/>
                        <a:pt x="52" y="50"/>
                      </a:cubicBezTo>
                      <a:cubicBezTo>
                        <a:pt x="51" y="62"/>
                        <a:pt x="51" y="75"/>
                        <a:pt x="49" y="87"/>
                      </a:cubicBezTo>
                      <a:cubicBezTo>
                        <a:pt x="48" y="95"/>
                        <a:pt x="45" y="96"/>
                        <a:pt x="37" y="95"/>
                      </a:cubicBezTo>
                      <a:cubicBezTo>
                        <a:pt x="25" y="92"/>
                        <a:pt x="15" y="82"/>
                        <a:pt x="21" y="68"/>
                      </a:cubicBezTo>
                      <a:cubicBezTo>
                        <a:pt x="21" y="66"/>
                        <a:pt x="21" y="64"/>
                        <a:pt x="22" y="62"/>
                      </a:cubicBezTo>
                      <a:cubicBezTo>
                        <a:pt x="24" y="65"/>
                        <a:pt x="27" y="69"/>
                        <a:pt x="30" y="72"/>
                      </a:cubicBezTo>
                      <a:cubicBezTo>
                        <a:pt x="33" y="76"/>
                        <a:pt x="39" y="75"/>
                        <a:pt x="40" y="70"/>
                      </a:cubicBezTo>
                      <a:cubicBezTo>
                        <a:pt x="41" y="62"/>
                        <a:pt x="42" y="54"/>
                        <a:pt x="43" y="46"/>
                      </a:cubicBezTo>
                      <a:cubicBezTo>
                        <a:pt x="35" y="45"/>
                        <a:pt x="30" y="49"/>
                        <a:pt x="24" y="52"/>
                      </a:cubicBezTo>
                      <a:cubicBezTo>
                        <a:pt x="22" y="52"/>
                        <a:pt x="21" y="54"/>
                        <a:pt x="19" y="54"/>
                      </a:cubicBezTo>
                      <a:cubicBezTo>
                        <a:pt x="14" y="58"/>
                        <a:pt x="11" y="57"/>
                        <a:pt x="6" y="54"/>
                      </a:cubicBezTo>
                      <a:cubicBezTo>
                        <a:pt x="3" y="51"/>
                        <a:pt x="0" y="44"/>
                        <a:pt x="2" y="40"/>
                      </a:cubicBezTo>
                      <a:cubicBezTo>
                        <a:pt x="2" y="39"/>
                        <a:pt x="5" y="37"/>
                        <a:pt x="6" y="37"/>
                      </a:cubicBezTo>
                      <a:cubicBezTo>
                        <a:pt x="14" y="39"/>
                        <a:pt x="20" y="35"/>
                        <a:pt x="28" y="33"/>
                      </a:cubicBezTo>
                      <a:cubicBezTo>
                        <a:pt x="29" y="33"/>
                        <a:pt x="31" y="32"/>
                        <a:pt x="33" y="32"/>
                      </a:cubicBezTo>
                      <a:cubicBezTo>
                        <a:pt x="31" y="27"/>
                        <a:pt x="31" y="24"/>
                        <a:pt x="36" y="22"/>
                      </a:cubicBezTo>
                      <a:cubicBezTo>
                        <a:pt x="39" y="19"/>
                        <a:pt x="42" y="15"/>
                        <a:pt x="46" y="12"/>
                      </a:cubicBezTo>
                      <a:cubicBezTo>
                        <a:pt x="45" y="11"/>
                        <a:pt x="45" y="11"/>
                        <a:pt x="45" y="10"/>
                      </a:cubicBezTo>
                      <a:cubicBezTo>
                        <a:pt x="38" y="13"/>
                        <a:pt x="32" y="15"/>
                        <a:pt x="26" y="17"/>
                      </a:cubicBezTo>
                      <a:cubicBezTo>
                        <a:pt x="22" y="19"/>
                        <a:pt x="18" y="22"/>
                        <a:pt x="15" y="24"/>
                      </a:cubicBezTo>
                      <a:cubicBezTo>
                        <a:pt x="11" y="26"/>
                        <a:pt x="7" y="27"/>
                        <a:pt x="5" y="22"/>
                      </a:cubicBezTo>
                      <a:cubicBezTo>
                        <a:pt x="4" y="20"/>
                        <a:pt x="3" y="19"/>
                        <a:pt x="1" y="17"/>
                      </a:cubicBezTo>
                      <a:cubicBezTo>
                        <a:pt x="13" y="12"/>
                        <a:pt x="25" y="6"/>
                        <a:pt x="36" y="2"/>
                      </a:cubicBezTo>
                      <a:cubicBezTo>
                        <a:pt x="42" y="0"/>
                        <a:pt x="49" y="0"/>
                        <a:pt x="55" y="0"/>
                      </a:cubicBezTo>
                      <a:cubicBezTo>
                        <a:pt x="57" y="0"/>
                        <a:pt x="60" y="4"/>
                        <a:pt x="61" y="6"/>
                      </a:cubicBezTo>
                      <a:cubicBezTo>
                        <a:pt x="62" y="8"/>
                        <a:pt x="61" y="11"/>
                        <a:pt x="59" y="13"/>
                      </a:cubicBezTo>
                      <a:cubicBezTo>
                        <a:pt x="55" y="18"/>
                        <a:pt x="51" y="23"/>
                        <a:pt x="46"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137" name="组合 136">
                <a:extLst>
                  <a:ext uri="{FF2B5EF4-FFF2-40B4-BE49-F238E27FC236}">
                    <a16:creationId xmlns:a16="http://schemas.microsoft.com/office/drawing/2014/main" id="{B92E7EB9-3312-4310-B5FA-50F0FA6CFB99}"/>
                  </a:ext>
                </a:extLst>
              </p:cNvPr>
              <p:cNvGrpSpPr/>
              <p:nvPr/>
            </p:nvGrpSpPr>
            <p:grpSpPr>
              <a:xfrm>
                <a:off x="11192276" y="2400300"/>
                <a:ext cx="322175" cy="373063"/>
                <a:chOff x="3792874" y="3138488"/>
                <a:chExt cx="322175" cy="373063"/>
              </a:xfrm>
              <a:grpFill/>
            </p:grpSpPr>
            <p:sp>
              <p:nvSpPr>
                <p:cNvPr id="138" name="Freeform 15">
                  <a:extLst>
                    <a:ext uri="{FF2B5EF4-FFF2-40B4-BE49-F238E27FC236}">
                      <a16:creationId xmlns:a16="http://schemas.microsoft.com/office/drawing/2014/main" id="{4A24723D-38DD-4916-B1AF-76A903317407}"/>
                    </a:ext>
                  </a:extLst>
                </p:cNvPr>
                <p:cNvSpPr>
                  <a:spLocks/>
                </p:cNvSpPr>
                <p:nvPr/>
              </p:nvSpPr>
              <p:spPr bwMode="auto">
                <a:xfrm>
                  <a:off x="3792874" y="3235325"/>
                  <a:ext cx="112625" cy="246063"/>
                </a:xfrm>
                <a:custGeom>
                  <a:avLst/>
                  <a:gdLst>
                    <a:gd name="T0" fmla="*/ 16 w 39"/>
                    <a:gd name="T1" fmla="*/ 29 h 58"/>
                    <a:gd name="T2" fmla="*/ 27 w 39"/>
                    <a:gd name="T3" fmla="*/ 7 h 58"/>
                    <a:gd name="T4" fmla="*/ 31 w 39"/>
                    <a:gd name="T5" fmla="*/ 1 h 58"/>
                    <a:gd name="T6" fmla="*/ 34 w 39"/>
                    <a:gd name="T7" fmla="*/ 6 h 58"/>
                    <a:gd name="T8" fmla="*/ 35 w 39"/>
                    <a:gd name="T9" fmla="*/ 26 h 58"/>
                    <a:gd name="T10" fmla="*/ 20 w 39"/>
                    <a:gd name="T11" fmla="*/ 52 h 58"/>
                    <a:gd name="T12" fmla="*/ 9 w 39"/>
                    <a:gd name="T13" fmla="*/ 57 h 58"/>
                    <a:gd name="T14" fmla="*/ 1 w 39"/>
                    <a:gd name="T15" fmla="*/ 43 h 58"/>
                    <a:gd name="T16" fmla="*/ 4 w 39"/>
                    <a:gd name="T17" fmla="*/ 6 h 58"/>
                    <a:gd name="T18" fmla="*/ 8 w 39"/>
                    <a:gd name="T19" fmla="*/ 0 h 58"/>
                    <a:gd name="T20" fmla="*/ 15 w 39"/>
                    <a:gd name="T21" fmla="*/ 6 h 58"/>
                    <a:gd name="T22" fmla="*/ 14 w 39"/>
                    <a:gd name="T23" fmla="*/ 20 h 58"/>
                    <a:gd name="T24" fmla="*/ 14 w 39"/>
                    <a:gd name="T25" fmla="*/ 28 h 58"/>
                    <a:gd name="T26" fmla="*/ 16 w 39"/>
                    <a:gd name="T27" fmla="*/ 29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9" h="58">
                      <a:moveTo>
                        <a:pt x="16" y="29"/>
                      </a:moveTo>
                      <a:cubicBezTo>
                        <a:pt x="19" y="21"/>
                        <a:pt x="23" y="14"/>
                        <a:pt x="27" y="7"/>
                      </a:cubicBezTo>
                      <a:cubicBezTo>
                        <a:pt x="28" y="5"/>
                        <a:pt x="29" y="3"/>
                        <a:pt x="31" y="1"/>
                      </a:cubicBezTo>
                      <a:cubicBezTo>
                        <a:pt x="32" y="3"/>
                        <a:pt x="33" y="4"/>
                        <a:pt x="34" y="6"/>
                      </a:cubicBezTo>
                      <a:cubicBezTo>
                        <a:pt x="37" y="12"/>
                        <a:pt x="39" y="19"/>
                        <a:pt x="35" y="26"/>
                      </a:cubicBezTo>
                      <a:cubicBezTo>
                        <a:pt x="30" y="34"/>
                        <a:pt x="25" y="43"/>
                        <a:pt x="20" y="52"/>
                      </a:cubicBezTo>
                      <a:cubicBezTo>
                        <a:pt x="18" y="56"/>
                        <a:pt x="12" y="58"/>
                        <a:pt x="9" y="57"/>
                      </a:cubicBezTo>
                      <a:cubicBezTo>
                        <a:pt x="2" y="54"/>
                        <a:pt x="0" y="50"/>
                        <a:pt x="1" y="43"/>
                      </a:cubicBezTo>
                      <a:cubicBezTo>
                        <a:pt x="2" y="31"/>
                        <a:pt x="3" y="18"/>
                        <a:pt x="4" y="6"/>
                      </a:cubicBezTo>
                      <a:cubicBezTo>
                        <a:pt x="4" y="4"/>
                        <a:pt x="4" y="0"/>
                        <a:pt x="8" y="0"/>
                      </a:cubicBezTo>
                      <a:cubicBezTo>
                        <a:pt x="11" y="0"/>
                        <a:pt x="15" y="1"/>
                        <a:pt x="15" y="6"/>
                      </a:cubicBezTo>
                      <a:cubicBezTo>
                        <a:pt x="15" y="10"/>
                        <a:pt x="14" y="15"/>
                        <a:pt x="14" y="20"/>
                      </a:cubicBezTo>
                      <a:cubicBezTo>
                        <a:pt x="14" y="23"/>
                        <a:pt x="14" y="25"/>
                        <a:pt x="14" y="28"/>
                      </a:cubicBezTo>
                      <a:cubicBezTo>
                        <a:pt x="14" y="28"/>
                        <a:pt x="15" y="28"/>
                        <a:pt x="16"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39" name="Freeform 16">
                  <a:extLst>
                    <a:ext uri="{FF2B5EF4-FFF2-40B4-BE49-F238E27FC236}">
                      <a16:creationId xmlns:a16="http://schemas.microsoft.com/office/drawing/2014/main" id="{FB4C6AFE-87EF-4FB7-829C-F7529116EE44}"/>
                    </a:ext>
                  </a:extLst>
                </p:cNvPr>
                <p:cNvSpPr>
                  <a:spLocks/>
                </p:cNvSpPr>
                <p:nvPr/>
              </p:nvSpPr>
              <p:spPr bwMode="auto">
                <a:xfrm>
                  <a:off x="3980111" y="3138488"/>
                  <a:ext cx="134938" cy="373063"/>
                </a:xfrm>
                <a:custGeom>
                  <a:avLst/>
                  <a:gdLst>
                    <a:gd name="T0" fmla="*/ 9 w 47"/>
                    <a:gd name="T1" fmla="*/ 73 h 88"/>
                    <a:gd name="T2" fmla="*/ 3 w 47"/>
                    <a:gd name="T3" fmla="*/ 67 h 88"/>
                    <a:gd name="T4" fmla="*/ 3 w 47"/>
                    <a:gd name="T5" fmla="*/ 57 h 88"/>
                    <a:gd name="T6" fmla="*/ 20 w 47"/>
                    <a:gd name="T7" fmla="*/ 38 h 88"/>
                    <a:gd name="T8" fmla="*/ 33 w 47"/>
                    <a:gd name="T9" fmla="*/ 20 h 88"/>
                    <a:gd name="T10" fmla="*/ 33 w 47"/>
                    <a:gd name="T11" fmla="*/ 4 h 88"/>
                    <a:gd name="T12" fmla="*/ 32 w 47"/>
                    <a:gd name="T13" fmla="*/ 1 h 88"/>
                    <a:gd name="T14" fmla="*/ 33 w 47"/>
                    <a:gd name="T15" fmla="*/ 0 h 88"/>
                    <a:gd name="T16" fmla="*/ 41 w 47"/>
                    <a:gd name="T17" fmla="*/ 6 h 88"/>
                    <a:gd name="T18" fmla="*/ 43 w 47"/>
                    <a:gd name="T19" fmla="*/ 26 h 88"/>
                    <a:gd name="T20" fmla="*/ 29 w 47"/>
                    <a:gd name="T21" fmla="*/ 48 h 88"/>
                    <a:gd name="T22" fmla="*/ 30 w 47"/>
                    <a:gd name="T23" fmla="*/ 52 h 88"/>
                    <a:gd name="T24" fmla="*/ 40 w 47"/>
                    <a:gd name="T25" fmla="*/ 73 h 88"/>
                    <a:gd name="T26" fmla="*/ 41 w 47"/>
                    <a:gd name="T27" fmla="*/ 84 h 88"/>
                    <a:gd name="T28" fmla="*/ 37 w 47"/>
                    <a:gd name="T29" fmla="*/ 86 h 88"/>
                    <a:gd name="T30" fmla="*/ 31 w 47"/>
                    <a:gd name="T31" fmla="*/ 75 h 88"/>
                    <a:gd name="T32" fmla="*/ 28 w 47"/>
                    <a:gd name="T33" fmla="*/ 60 h 88"/>
                    <a:gd name="T34" fmla="*/ 22 w 47"/>
                    <a:gd name="T35" fmla="*/ 59 h 88"/>
                    <a:gd name="T36" fmla="*/ 9 w 47"/>
                    <a:gd name="T37" fmla="*/ 73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7" h="88">
                      <a:moveTo>
                        <a:pt x="9" y="73"/>
                      </a:moveTo>
                      <a:cubicBezTo>
                        <a:pt x="7" y="71"/>
                        <a:pt x="5" y="69"/>
                        <a:pt x="3" y="67"/>
                      </a:cubicBezTo>
                      <a:cubicBezTo>
                        <a:pt x="1" y="64"/>
                        <a:pt x="0" y="61"/>
                        <a:pt x="3" y="57"/>
                      </a:cubicBezTo>
                      <a:cubicBezTo>
                        <a:pt x="9" y="51"/>
                        <a:pt x="14" y="45"/>
                        <a:pt x="20" y="38"/>
                      </a:cubicBezTo>
                      <a:cubicBezTo>
                        <a:pt x="24" y="32"/>
                        <a:pt x="28" y="26"/>
                        <a:pt x="33" y="20"/>
                      </a:cubicBezTo>
                      <a:cubicBezTo>
                        <a:pt x="36" y="15"/>
                        <a:pt x="36" y="9"/>
                        <a:pt x="33" y="4"/>
                      </a:cubicBezTo>
                      <a:cubicBezTo>
                        <a:pt x="32" y="3"/>
                        <a:pt x="32" y="2"/>
                        <a:pt x="32" y="1"/>
                      </a:cubicBezTo>
                      <a:cubicBezTo>
                        <a:pt x="32" y="1"/>
                        <a:pt x="33" y="0"/>
                        <a:pt x="33" y="0"/>
                      </a:cubicBezTo>
                      <a:cubicBezTo>
                        <a:pt x="36" y="2"/>
                        <a:pt x="39" y="4"/>
                        <a:pt x="41" y="6"/>
                      </a:cubicBezTo>
                      <a:cubicBezTo>
                        <a:pt x="46" y="11"/>
                        <a:pt x="47" y="20"/>
                        <a:pt x="43" y="26"/>
                      </a:cubicBezTo>
                      <a:cubicBezTo>
                        <a:pt x="39" y="33"/>
                        <a:pt x="34" y="40"/>
                        <a:pt x="29" y="48"/>
                      </a:cubicBezTo>
                      <a:cubicBezTo>
                        <a:pt x="29" y="49"/>
                        <a:pt x="29" y="52"/>
                        <a:pt x="30" y="52"/>
                      </a:cubicBezTo>
                      <a:cubicBezTo>
                        <a:pt x="38" y="57"/>
                        <a:pt x="38" y="65"/>
                        <a:pt x="40" y="73"/>
                      </a:cubicBezTo>
                      <a:cubicBezTo>
                        <a:pt x="41" y="76"/>
                        <a:pt x="41" y="80"/>
                        <a:pt x="41" y="84"/>
                      </a:cubicBezTo>
                      <a:cubicBezTo>
                        <a:pt x="41" y="87"/>
                        <a:pt x="39" y="88"/>
                        <a:pt x="37" y="86"/>
                      </a:cubicBezTo>
                      <a:cubicBezTo>
                        <a:pt x="33" y="83"/>
                        <a:pt x="31" y="81"/>
                        <a:pt x="31" y="75"/>
                      </a:cubicBezTo>
                      <a:cubicBezTo>
                        <a:pt x="31" y="70"/>
                        <a:pt x="30" y="65"/>
                        <a:pt x="28" y="60"/>
                      </a:cubicBezTo>
                      <a:cubicBezTo>
                        <a:pt x="27" y="55"/>
                        <a:pt x="25" y="56"/>
                        <a:pt x="22" y="59"/>
                      </a:cubicBezTo>
                      <a:cubicBezTo>
                        <a:pt x="18" y="64"/>
                        <a:pt x="14" y="68"/>
                        <a:pt x="9"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40" name="Freeform 17">
                  <a:extLst>
                    <a:ext uri="{FF2B5EF4-FFF2-40B4-BE49-F238E27FC236}">
                      <a16:creationId xmlns:a16="http://schemas.microsoft.com/office/drawing/2014/main" id="{7BBE01C1-D3BA-489E-BE5E-C63059DA7AF9}"/>
                    </a:ext>
                  </a:extLst>
                </p:cNvPr>
                <p:cNvSpPr>
                  <a:spLocks/>
                </p:cNvSpPr>
                <p:nvPr/>
              </p:nvSpPr>
              <p:spPr bwMode="auto">
                <a:xfrm>
                  <a:off x="3872924" y="3138488"/>
                  <a:ext cx="75438" cy="79375"/>
                </a:xfrm>
                <a:custGeom>
                  <a:avLst/>
                  <a:gdLst>
                    <a:gd name="T0" fmla="*/ 0 w 26"/>
                    <a:gd name="T1" fmla="*/ 0 h 19"/>
                    <a:gd name="T2" fmla="*/ 20 w 26"/>
                    <a:gd name="T3" fmla="*/ 1 h 19"/>
                    <a:gd name="T4" fmla="*/ 23 w 26"/>
                    <a:gd name="T5" fmla="*/ 12 h 19"/>
                    <a:gd name="T6" fmla="*/ 12 w 26"/>
                    <a:gd name="T7" fmla="*/ 18 h 19"/>
                    <a:gd name="T8" fmla="*/ 3 w 26"/>
                    <a:gd name="T9" fmla="*/ 11 h 19"/>
                    <a:gd name="T10" fmla="*/ 0 w 26"/>
                    <a:gd name="T11" fmla="*/ 0 h 19"/>
                  </a:gdLst>
                  <a:ahLst/>
                  <a:cxnLst>
                    <a:cxn ang="0">
                      <a:pos x="T0" y="T1"/>
                    </a:cxn>
                    <a:cxn ang="0">
                      <a:pos x="T2" y="T3"/>
                    </a:cxn>
                    <a:cxn ang="0">
                      <a:pos x="T4" y="T5"/>
                    </a:cxn>
                    <a:cxn ang="0">
                      <a:pos x="T6" y="T7"/>
                    </a:cxn>
                    <a:cxn ang="0">
                      <a:pos x="T8" y="T9"/>
                    </a:cxn>
                    <a:cxn ang="0">
                      <a:pos x="T10" y="T11"/>
                    </a:cxn>
                  </a:cxnLst>
                  <a:rect l="0" t="0" r="r" b="b"/>
                  <a:pathLst>
                    <a:path w="26" h="19">
                      <a:moveTo>
                        <a:pt x="0" y="0"/>
                      </a:moveTo>
                      <a:cubicBezTo>
                        <a:pt x="8" y="1"/>
                        <a:pt x="14" y="1"/>
                        <a:pt x="20" y="1"/>
                      </a:cubicBezTo>
                      <a:cubicBezTo>
                        <a:pt x="24" y="1"/>
                        <a:pt x="26" y="8"/>
                        <a:pt x="23" y="12"/>
                      </a:cubicBezTo>
                      <a:cubicBezTo>
                        <a:pt x="21" y="16"/>
                        <a:pt x="17" y="19"/>
                        <a:pt x="12" y="18"/>
                      </a:cubicBezTo>
                      <a:cubicBezTo>
                        <a:pt x="8" y="18"/>
                        <a:pt x="5" y="15"/>
                        <a:pt x="3" y="11"/>
                      </a:cubicBezTo>
                      <a:cubicBezTo>
                        <a:pt x="2" y="8"/>
                        <a:pt x="1" y="4"/>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grpSp>
          <p:nvGrpSpPr>
            <p:cNvPr id="118" name="组合 117">
              <a:extLst>
                <a:ext uri="{FF2B5EF4-FFF2-40B4-BE49-F238E27FC236}">
                  <a16:creationId xmlns:a16="http://schemas.microsoft.com/office/drawing/2014/main" id="{E582171C-E91E-4DDB-B720-D9EDE8C54B5C}"/>
                </a:ext>
              </a:extLst>
            </p:cNvPr>
            <p:cNvGrpSpPr/>
            <p:nvPr/>
          </p:nvGrpSpPr>
          <p:grpSpPr>
            <a:xfrm>
              <a:off x="598941" y="6399999"/>
              <a:ext cx="1102619" cy="276499"/>
              <a:chOff x="6738929" y="2270918"/>
              <a:chExt cx="2766486" cy="693738"/>
            </a:xfrm>
            <a:grpFill/>
          </p:grpSpPr>
          <p:grpSp>
            <p:nvGrpSpPr>
              <p:cNvPr id="119" name="组合 118">
                <a:extLst>
                  <a:ext uri="{FF2B5EF4-FFF2-40B4-BE49-F238E27FC236}">
                    <a16:creationId xmlns:a16="http://schemas.microsoft.com/office/drawing/2014/main" id="{4EB45816-40C4-4065-9181-C29D2BECD84E}"/>
                  </a:ext>
                </a:extLst>
              </p:cNvPr>
              <p:cNvGrpSpPr/>
              <p:nvPr/>
            </p:nvGrpSpPr>
            <p:grpSpPr>
              <a:xfrm>
                <a:off x="8180494" y="2355056"/>
                <a:ext cx="484188" cy="509588"/>
                <a:chOff x="6113463" y="3541713"/>
                <a:chExt cx="484188" cy="509588"/>
              </a:xfrm>
              <a:grpFill/>
            </p:grpSpPr>
            <p:sp>
              <p:nvSpPr>
                <p:cNvPr id="132" name="Freeform 9">
                  <a:extLst>
                    <a:ext uri="{FF2B5EF4-FFF2-40B4-BE49-F238E27FC236}">
                      <a16:creationId xmlns:a16="http://schemas.microsoft.com/office/drawing/2014/main" id="{70888479-5294-457A-8111-462CE4F104F2}"/>
                    </a:ext>
                  </a:extLst>
                </p:cNvPr>
                <p:cNvSpPr>
                  <a:spLocks noEditPoints="1"/>
                </p:cNvSpPr>
                <p:nvPr/>
              </p:nvSpPr>
              <p:spPr bwMode="auto">
                <a:xfrm>
                  <a:off x="6113463" y="3579813"/>
                  <a:ext cx="252413" cy="428625"/>
                </a:xfrm>
                <a:custGeom>
                  <a:avLst/>
                  <a:gdLst>
                    <a:gd name="T0" fmla="*/ 39 w 59"/>
                    <a:gd name="T1" fmla="*/ 78 h 101"/>
                    <a:gd name="T2" fmla="*/ 17 w 59"/>
                    <a:gd name="T3" fmla="*/ 94 h 101"/>
                    <a:gd name="T4" fmla="*/ 8 w 59"/>
                    <a:gd name="T5" fmla="*/ 94 h 101"/>
                    <a:gd name="T6" fmla="*/ 0 w 59"/>
                    <a:gd name="T7" fmla="*/ 79 h 101"/>
                    <a:gd name="T8" fmla="*/ 17 w 59"/>
                    <a:gd name="T9" fmla="*/ 73 h 101"/>
                    <a:gd name="T10" fmla="*/ 10 w 59"/>
                    <a:gd name="T11" fmla="*/ 68 h 101"/>
                    <a:gd name="T12" fmla="*/ 8 w 59"/>
                    <a:gd name="T13" fmla="*/ 60 h 101"/>
                    <a:gd name="T14" fmla="*/ 18 w 59"/>
                    <a:gd name="T15" fmla="*/ 23 h 101"/>
                    <a:gd name="T16" fmla="*/ 26 w 59"/>
                    <a:gd name="T17" fmla="*/ 17 h 101"/>
                    <a:gd name="T18" fmla="*/ 36 w 59"/>
                    <a:gd name="T19" fmla="*/ 26 h 101"/>
                    <a:gd name="T20" fmla="*/ 36 w 59"/>
                    <a:gd name="T21" fmla="*/ 27 h 101"/>
                    <a:gd name="T22" fmla="*/ 43 w 59"/>
                    <a:gd name="T23" fmla="*/ 40 h 101"/>
                    <a:gd name="T24" fmla="*/ 42 w 59"/>
                    <a:gd name="T25" fmla="*/ 12 h 101"/>
                    <a:gd name="T26" fmla="*/ 21 w 59"/>
                    <a:gd name="T27" fmla="*/ 5 h 101"/>
                    <a:gd name="T28" fmla="*/ 44 w 59"/>
                    <a:gd name="T29" fmla="*/ 1 h 101"/>
                    <a:gd name="T30" fmla="*/ 57 w 59"/>
                    <a:gd name="T31" fmla="*/ 17 h 101"/>
                    <a:gd name="T32" fmla="*/ 56 w 59"/>
                    <a:gd name="T33" fmla="*/ 48 h 101"/>
                    <a:gd name="T34" fmla="*/ 57 w 59"/>
                    <a:gd name="T35" fmla="*/ 55 h 101"/>
                    <a:gd name="T36" fmla="*/ 55 w 59"/>
                    <a:gd name="T37" fmla="*/ 64 h 101"/>
                    <a:gd name="T38" fmla="*/ 54 w 59"/>
                    <a:gd name="T39" fmla="*/ 71 h 101"/>
                    <a:gd name="T40" fmla="*/ 52 w 59"/>
                    <a:gd name="T41" fmla="*/ 95 h 101"/>
                    <a:gd name="T42" fmla="*/ 49 w 59"/>
                    <a:gd name="T43" fmla="*/ 101 h 101"/>
                    <a:gd name="T44" fmla="*/ 43 w 59"/>
                    <a:gd name="T45" fmla="*/ 98 h 101"/>
                    <a:gd name="T46" fmla="*/ 38 w 59"/>
                    <a:gd name="T47" fmla="*/ 86 h 101"/>
                    <a:gd name="T48" fmla="*/ 39 w 59"/>
                    <a:gd name="T49" fmla="*/ 78 h 101"/>
                    <a:gd name="T50" fmla="*/ 42 w 59"/>
                    <a:gd name="T51" fmla="*/ 47 h 101"/>
                    <a:gd name="T52" fmla="*/ 32 w 59"/>
                    <a:gd name="T53" fmla="*/ 44 h 101"/>
                    <a:gd name="T54" fmla="*/ 29 w 59"/>
                    <a:gd name="T55" fmla="*/ 64 h 101"/>
                    <a:gd name="T56" fmla="*/ 42 w 59"/>
                    <a:gd name="T57" fmla="*/ 4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9" h="101">
                      <a:moveTo>
                        <a:pt x="39" y="78"/>
                      </a:moveTo>
                      <a:cubicBezTo>
                        <a:pt x="31" y="84"/>
                        <a:pt x="24" y="89"/>
                        <a:pt x="17" y="94"/>
                      </a:cubicBezTo>
                      <a:cubicBezTo>
                        <a:pt x="14" y="97"/>
                        <a:pt x="11" y="96"/>
                        <a:pt x="8" y="94"/>
                      </a:cubicBezTo>
                      <a:cubicBezTo>
                        <a:pt x="4" y="90"/>
                        <a:pt x="0" y="86"/>
                        <a:pt x="0" y="79"/>
                      </a:cubicBezTo>
                      <a:cubicBezTo>
                        <a:pt x="6" y="82"/>
                        <a:pt x="12" y="80"/>
                        <a:pt x="17" y="73"/>
                      </a:cubicBezTo>
                      <a:cubicBezTo>
                        <a:pt x="15" y="72"/>
                        <a:pt x="13" y="70"/>
                        <a:pt x="10" y="68"/>
                      </a:cubicBezTo>
                      <a:cubicBezTo>
                        <a:pt x="7" y="66"/>
                        <a:pt x="7" y="63"/>
                        <a:pt x="8" y="60"/>
                      </a:cubicBezTo>
                      <a:cubicBezTo>
                        <a:pt x="11" y="48"/>
                        <a:pt x="15" y="36"/>
                        <a:pt x="18" y="23"/>
                      </a:cubicBezTo>
                      <a:cubicBezTo>
                        <a:pt x="19" y="20"/>
                        <a:pt x="20" y="16"/>
                        <a:pt x="26" y="17"/>
                      </a:cubicBezTo>
                      <a:cubicBezTo>
                        <a:pt x="32" y="18"/>
                        <a:pt x="36" y="21"/>
                        <a:pt x="36" y="26"/>
                      </a:cubicBezTo>
                      <a:cubicBezTo>
                        <a:pt x="36" y="26"/>
                        <a:pt x="36" y="27"/>
                        <a:pt x="36" y="27"/>
                      </a:cubicBezTo>
                      <a:cubicBezTo>
                        <a:pt x="35" y="33"/>
                        <a:pt x="38" y="37"/>
                        <a:pt x="43" y="40"/>
                      </a:cubicBezTo>
                      <a:cubicBezTo>
                        <a:pt x="43" y="31"/>
                        <a:pt x="42" y="22"/>
                        <a:pt x="42" y="12"/>
                      </a:cubicBezTo>
                      <a:cubicBezTo>
                        <a:pt x="30" y="16"/>
                        <a:pt x="20" y="12"/>
                        <a:pt x="21" y="5"/>
                      </a:cubicBezTo>
                      <a:cubicBezTo>
                        <a:pt x="29" y="3"/>
                        <a:pt x="36" y="1"/>
                        <a:pt x="44" y="1"/>
                      </a:cubicBezTo>
                      <a:cubicBezTo>
                        <a:pt x="54" y="0"/>
                        <a:pt x="59" y="8"/>
                        <a:pt x="57" y="17"/>
                      </a:cubicBezTo>
                      <a:cubicBezTo>
                        <a:pt x="56" y="27"/>
                        <a:pt x="56" y="38"/>
                        <a:pt x="56" y="48"/>
                      </a:cubicBezTo>
                      <a:cubicBezTo>
                        <a:pt x="56" y="50"/>
                        <a:pt x="57" y="52"/>
                        <a:pt x="57" y="55"/>
                      </a:cubicBezTo>
                      <a:cubicBezTo>
                        <a:pt x="57" y="58"/>
                        <a:pt x="56" y="61"/>
                        <a:pt x="55" y="64"/>
                      </a:cubicBezTo>
                      <a:cubicBezTo>
                        <a:pt x="55" y="66"/>
                        <a:pt x="54" y="68"/>
                        <a:pt x="54" y="71"/>
                      </a:cubicBezTo>
                      <a:cubicBezTo>
                        <a:pt x="53" y="79"/>
                        <a:pt x="53" y="87"/>
                        <a:pt x="52" y="95"/>
                      </a:cubicBezTo>
                      <a:cubicBezTo>
                        <a:pt x="52" y="97"/>
                        <a:pt x="51" y="100"/>
                        <a:pt x="49" y="101"/>
                      </a:cubicBezTo>
                      <a:cubicBezTo>
                        <a:pt x="47" y="101"/>
                        <a:pt x="44" y="100"/>
                        <a:pt x="43" y="98"/>
                      </a:cubicBezTo>
                      <a:cubicBezTo>
                        <a:pt x="39" y="95"/>
                        <a:pt x="36" y="92"/>
                        <a:pt x="38" y="86"/>
                      </a:cubicBezTo>
                      <a:cubicBezTo>
                        <a:pt x="39" y="84"/>
                        <a:pt x="39" y="81"/>
                        <a:pt x="39" y="78"/>
                      </a:cubicBezTo>
                      <a:close/>
                      <a:moveTo>
                        <a:pt x="42" y="47"/>
                      </a:moveTo>
                      <a:cubicBezTo>
                        <a:pt x="39" y="46"/>
                        <a:pt x="36" y="45"/>
                        <a:pt x="32" y="44"/>
                      </a:cubicBezTo>
                      <a:cubicBezTo>
                        <a:pt x="31" y="51"/>
                        <a:pt x="30" y="57"/>
                        <a:pt x="29" y="64"/>
                      </a:cubicBezTo>
                      <a:cubicBezTo>
                        <a:pt x="39" y="61"/>
                        <a:pt x="42" y="57"/>
                        <a:pt x="42" y="4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33" name="Freeform 10">
                  <a:extLst>
                    <a:ext uri="{FF2B5EF4-FFF2-40B4-BE49-F238E27FC236}">
                      <a16:creationId xmlns:a16="http://schemas.microsoft.com/office/drawing/2014/main" id="{3C581795-C09D-460E-9472-8181F266F0EF}"/>
                    </a:ext>
                  </a:extLst>
                </p:cNvPr>
                <p:cNvSpPr>
                  <a:spLocks noEditPoints="1"/>
                </p:cNvSpPr>
                <p:nvPr/>
              </p:nvSpPr>
              <p:spPr bwMode="auto">
                <a:xfrm>
                  <a:off x="6361113" y="3541713"/>
                  <a:ext cx="236538" cy="509588"/>
                </a:xfrm>
                <a:custGeom>
                  <a:avLst/>
                  <a:gdLst>
                    <a:gd name="T0" fmla="*/ 11 w 55"/>
                    <a:gd name="T1" fmla="*/ 89 h 120"/>
                    <a:gd name="T2" fmla="*/ 10 w 55"/>
                    <a:gd name="T3" fmla="*/ 100 h 120"/>
                    <a:gd name="T4" fmla="*/ 6 w 55"/>
                    <a:gd name="T5" fmla="*/ 104 h 120"/>
                    <a:gd name="T6" fmla="*/ 1 w 55"/>
                    <a:gd name="T7" fmla="*/ 99 h 120"/>
                    <a:gd name="T8" fmla="*/ 3 w 55"/>
                    <a:gd name="T9" fmla="*/ 84 h 120"/>
                    <a:gd name="T10" fmla="*/ 14 w 55"/>
                    <a:gd name="T11" fmla="*/ 37 h 120"/>
                    <a:gd name="T12" fmla="*/ 22 w 55"/>
                    <a:gd name="T13" fmla="*/ 11 h 120"/>
                    <a:gd name="T14" fmla="*/ 26 w 55"/>
                    <a:gd name="T15" fmla="*/ 19 h 120"/>
                    <a:gd name="T16" fmla="*/ 20 w 55"/>
                    <a:gd name="T17" fmla="*/ 40 h 120"/>
                    <a:gd name="T18" fmla="*/ 27 w 55"/>
                    <a:gd name="T19" fmla="*/ 35 h 120"/>
                    <a:gd name="T20" fmla="*/ 35 w 55"/>
                    <a:gd name="T21" fmla="*/ 30 h 120"/>
                    <a:gd name="T22" fmla="*/ 33 w 55"/>
                    <a:gd name="T23" fmla="*/ 9 h 120"/>
                    <a:gd name="T24" fmla="*/ 28 w 55"/>
                    <a:gd name="T25" fmla="*/ 8 h 120"/>
                    <a:gd name="T26" fmla="*/ 19 w 55"/>
                    <a:gd name="T27" fmla="*/ 12 h 120"/>
                    <a:gd name="T28" fmla="*/ 12 w 55"/>
                    <a:gd name="T29" fmla="*/ 15 h 120"/>
                    <a:gd name="T30" fmla="*/ 9 w 55"/>
                    <a:gd name="T31" fmla="*/ 11 h 120"/>
                    <a:gd name="T32" fmla="*/ 11 w 55"/>
                    <a:gd name="T33" fmla="*/ 8 h 120"/>
                    <a:gd name="T34" fmla="*/ 31 w 55"/>
                    <a:gd name="T35" fmla="*/ 0 h 120"/>
                    <a:gd name="T36" fmla="*/ 45 w 55"/>
                    <a:gd name="T37" fmla="*/ 15 h 120"/>
                    <a:gd name="T38" fmla="*/ 44 w 55"/>
                    <a:gd name="T39" fmla="*/ 46 h 120"/>
                    <a:gd name="T40" fmla="*/ 48 w 55"/>
                    <a:gd name="T41" fmla="*/ 54 h 120"/>
                    <a:gd name="T42" fmla="*/ 48 w 55"/>
                    <a:gd name="T43" fmla="*/ 71 h 120"/>
                    <a:gd name="T44" fmla="*/ 44 w 55"/>
                    <a:gd name="T45" fmla="*/ 77 h 120"/>
                    <a:gd name="T46" fmla="*/ 44 w 55"/>
                    <a:gd name="T47" fmla="*/ 110 h 120"/>
                    <a:gd name="T48" fmla="*/ 44 w 55"/>
                    <a:gd name="T49" fmla="*/ 114 h 120"/>
                    <a:gd name="T50" fmla="*/ 41 w 55"/>
                    <a:gd name="T51" fmla="*/ 120 h 120"/>
                    <a:gd name="T52" fmla="*/ 32 w 55"/>
                    <a:gd name="T53" fmla="*/ 118 h 120"/>
                    <a:gd name="T54" fmla="*/ 13 w 55"/>
                    <a:gd name="T55" fmla="*/ 91 h 120"/>
                    <a:gd name="T56" fmla="*/ 12 w 55"/>
                    <a:gd name="T57" fmla="*/ 89 h 120"/>
                    <a:gd name="T58" fmla="*/ 11 w 55"/>
                    <a:gd name="T59" fmla="*/ 89 h 120"/>
                    <a:gd name="T60" fmla="*/ 24 w 55"/>
                    <a:gd name="T61" fmla="*/ 76 h 120"/>
                    <a:gd name="T62" fmla="*/ 23 w 55"/>
                    <a:gd name="T63" fmla="*/ 74 h 120"/>
                    <a:gd name="T64" fmla="*/ 27 w 55"/>
                    <a:gd name="T65" fmla="*/ 71 h 120"/>
                    <a:gd name="T66" fmla="*/ 33 w 55"/>
                    <a:gd name="T67" fmla="*/ 67 h 120"/>
                    <a:gd name="T68" fmla="*/ 32 w 55"/>
                    <a:gd name="T69" fmla="*/ 63 h 120"/>
                    <a:gd name="T70" fmla="*/ 22 w 55"/>
                    <a:gd name="T71" fmla="*/ 52 h 120"/>
                    <a:gd name="T72" fmla="*/ 18 w 55"/>
                    <a:gd name="T73" fmla="*/ 89 h 120"/>
                    <a:gd name="T74" fmla="*/ 33 w 55"/>
                    <a:gd name="T75" fmla="*/ 107 h 120"/>
                    <a:gd name="T76" fmla="*/ 35 w 55"/>
                    <a:gd name="T77" fmla="*/ 77 h 120"/>
                    <a:gd name="T78" fmla="*/ 31 w 55"/>
                    <a:gd name="T79" fmla="*/ 75 h 120"/>
                    <a:gd name="T80" fmla="*/ 24 w 55"/>
                    <a:gd name="T81" fmla="*/ 76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5" h="120">
                      <a:moveTo>
                        <a:pt x="11" y="89"/>
                      </a:moveTo>
                      <a:cubicBezTo>
                        <a:pt x="10" y="93"/>
                        <a:pt x="10" y="96"/>
                        <a:pt x="10" y="100"/>
                      </a:cubicBezTo>
                      <a:cubicBezTo>
                        <a:pt x="9" y="102"/>
                        <a:pt x="9" y="104"/>
                        <a:pt x="6" y="104"/>
                      </a:cubicBezTo>
                      <a:cubicBezTo>
                        <a:pt x="3" y="104"/>
                        <a:pt x="0" y="103"/>
                        <a:pt x="1" y="99"/>
                      </a:cubicBezTo>
                      <a:cubicBezTo>
                        <a:pt x="2" y="94"/>
                        <a:pt x="2" y="89"/>
                        <a:pt x="3" y="84"/>
                      </a:cubicBezTo>
                      <a:cubicBezTo>
                        <a:pt x="7" y="68"/>
                        <a:pt x="10" y="53"/>
                        <a:pt x="14" y="37"/>
                      </a:cubicBezTo>
                      <a:cubicBezTo>
                        <a:pt x="16" y="29"/>
                        <a:pt x="19" y="20"/>
                        <a:pt x="22" y="11"/>
                      </a:cubicBezTo>
                      <a:cubicBezTo>
                        <a:pt x="26" y="13"/>
                        <a:pt x="27" y="15"/>
                        <a:pt x="26" y="19"/>
                      </a:cubicBezTo>
                      <a:cubicBezTo>
                        <a:pt x="24" y="25"/>
                        <a:pt x="22" y="32"/>
                        <a:pt x="20" y="40"/>
                      </a:cubicBezTo>
                      <a:cubicBezTo>
                        <a:pt x="23" y="37"/>
                        <a:pt x="25" y="36"/>
                        <a:pt x="27" y="35"/>
                      </a:cubicBezTo>
                      <a:cubicBezTo>
                        <a:pt x="30" y="33"/>
                        <a:pt x="34" y="32"/>
                        <a:pt x="35" y="30"/>
                      </a:cubicBezTo>
                      <a:cubicBezTo>
                        <a:pt x="36" y="23"/>
                        <a:pt x="37" y="16"/>
                        <a:pt x="33" y="9"/>
                      </a:cubicBezTo>
                      <a:cubicBezTo>
                        <a:pt x="33" y="8"/>
                        <a:pt x="30" y="7"/>
                        <a:pt x="28" y="8"/>
                      </a:cubicBezTo>
                      <a:cubicBezTo>
                        <a:pt x="25" y="9"/>
                        <a:pt x="22" y="11"/>
                        <a:pt x="19" y="12"/>
                      </a:cubicBezTo>
                      <a:cubicBezTo>
                        <a:pt x="17" y="13"/>
                        <a:pt x="15" y="15"/>
                        <a:pt x="12" y="15"/>
                      </a:cubicBezTo>
                      <a:cubicBezTo>
                        <a:pt x="11" y="15"/>
                        <a:pt x="9" y="13"/>
                        <a:pt x="9" y="11"/>
                      </a:cubicBezTo>
                      <a:cubicBezTo>
                        <a:pt x="8" y="11"/>
                        <a:pt x="10" y="9"/>
                        <a:pt x="11" y="8"/>
                      </a:cubicBezTo>
                      <a:cubicBezTo>
                        <a:pt x="17" y="4"/>
                        <a:pt x="23" y="0"/>
                        <a:pt x="31" y="0"/>
                      </a:cubicBezTo>
                      <a:cubicBezTo>
                        <a:pt x="41" y="1"/>
                        <a:pt x="46" y="5"/>
                        <a:pt x="45" y="15"/>
                      </a:cubicBezTo>
                      <a:cubicBezTo>
                        <a:pt x="45" y="25"/>
                        <a:pt x="45" y="36"/>
                        <a:pt x="44" y="46"/>
                      </a:cubicBezTo>
                      <a:cubicBezTo>
                        <a:pt x="44" y="50"/>
                        <a:pt x="45" y="52"/>
                        <a:pt x="48" y="54"/>
                      </a:cubicBezTo>
                      <a:cubicBezTo>
                        <a:pt x="55" y="60"/>
                        <a:pt x="55" y="66"/>
                        <a:pt x="48" y="71"/>
                      </a:cubicBezTo>
                      <a:cubicBezTo>
                        <a:pt x="45" y="72"/>
                        <a:pt x="44" y="74"/>
                        <a:pt x="44" y="77"/>
                      </a:cubicBezTo>
                      <a:cubicBezTo>
                        <a:pt x="45" y="88"/>
                        <a:pt x="44" y="99"/>
                        <a:pt x="44" y="110"/>
                      </a:cubicBezTo>
                      <a:cubicBezTo>
                        <a:pt x="44" y="112"/>
                        <a:pt x="45" y="113"/>
                        <a:pt x="44" y="114"/>
                      </a:cubicBezTo>
                      <a:cubicBezTo>
                        <a:pt x="43" y="116"/>
                        <a:pt x="42" y="120"/>
                        <a:pt x="41" y="120"/>
                      </a:cubicBezTo>
                      <a:cubicBezTo>
                        <a:pt x="38" y="120"/>
                        <a:pt x="34" y="120"/>
                        <a:pt x="32" y="118"/>
                      </a:cubicBezTo>
                      <a:cubicBezTo>
                        <a:pt x="25" y="109"/>
                        <a:pt x="19" y="100"/>
                        <a:pt x="13" y="91"/>
                      </a:cubicBezTo>
                      <a:cubicBezTo>
                        <a:pt x="12" y="90"/>
                        <a:pt x="12" y="90"/>
                        <a:pt x="12" y="89"/>
                      </a:cubicBezTo>
                      <a:cubicBezTo>
                        <a:pt x="11" y="89"/>
                        <a:pt x="11" y="89"/>
                        <a:pt x="11" y="89"/>
                      </a:cubicBezTo>
                      <a:close/>
                      <a:moveTo>
                        <a:pt x="24" y="76"/>
                      </a:moveTo>
                      <a:cubicBezTo>
                        <a:pt x="23" y="75"/>
                        <a:pt x="23" y="75"/>
                        <a:pt x="23" y="74"/>
                      </a:cubicBezTo>
                      <a:cubicBezTo>
                        <a:pt x="24" y="73"/>
                        <a:pt x="26" y="72"/>
                        <a:pt x="27" y="71"/>
                      </a:cubicBezTo>
                      <a:cubicBezTo>
                        <a:pt x="29" y="70"/>
                        <a:pt x="31" y="69"/>
                        <a:pt x="33" y="67"/>
                      </a:cubicBezTo>
                      <a:cubicBezTo>
                        <a:pt x="35" y="66"/>
                        <a:pt x="35" y="63"/>
                        <a:pt x="32" y="63"/>
                      </a:cubicBezTo>
                      <a:cubicBezTo>
                        <a:pt x="27" y="61"/>
                        <a:pt x="24" y="58"/>
                        <a:pt x="22" y="52"/>
                      </a:cubicBezTo>
                      <a:cubicBezTo>
                        <a:pt x="17" y="65"/>
                        <a:pt x="13" y="77"/>
                        <a:pt x="18" y="89"/>
                      </a:cubicBezTo>
                      <a:cubicBezTo>
                        <a:pt x="21" y="97"/>
                        <a:pt x="27" y="101"/>
                        <a:pt x="33" y="107"/>
                      </a:cubicBezTo>
                      <a:cubicBezTo>
                        <a:pt x="34" y="97"/>
                        <a:pt x="34" y="87"/>
                        <a:pt x="35" y="77"/>
                      </a:cubicBezTo>
                      <a:cubicBezTo>
                        <a:pt x="35" y="77"/>
                        <a:pt x="32" y="75"/>
                        <a:pt x="31" y="75"/>
                      </a:cubicBezTo>
                      <a:cubicBezTo>
                        <a:pt x="29" y="75"/>
                        <a:pt x="26" y="76"/>
                        <a:pt x="24" y="7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121" name="组合 120">
                <a:extLst>
                  <a:ext uri="{FF2B5EF4-FFF2-40B4-BE49-F238E27FC236}">
                    <a16:creationId xmlns:a16="http://schemas.microsoft.com/office/drawing/2014/main" id="{C43281D5-D15F-4210-8FEF-5D0B83A54FD6}"/>
                  </a:ext>
                </a:extLst>
              </p:cNvPr>
              <p:cNvGrpSpPr/>
              <p:nvPr/>
            </p:nvGrpSpPr>
            <p:grpSpPr>
              <a:xfrm>
                <a:off x="6738929" y="2270918"/>
                <a:ext cx="549275" cy="693738"/>
                <a:chOff x="6108700" y="2066926"/>
                <a:chExt cx="549275" cy="693738"/>
              </a:xfrm>
              <a:grpFill/>
            </p:grpSpPr>
            <p:sp>
              <p:nvSpPr>
                <p:cNvPr id="130" name="Freeform 13">
                  <a:extLst>
                    <a:ext uri="{FF2B5EF4-FFF2-40B4-BE49-F238E27FC236}">
                      <a16:creationId xmlns:a16="http://schemas.microsoft.com/office/drawing/2014/main" id="{0965091B-D712-42AC-844D-24578409DB9A}"/>
                    </a:ext>
                  </a:extLst>
                </p:cNvPr>
                <p:cNvSpPr>
                  <a:spLocks noEditPoints="1"/>
                </p:cNvSpPr>
                <p:nvPr/>
              </p:nvSpPr>
              <p:spPr bwMode="auto">
                <a:xfrm>
                  <a:off x="6108700" y="2066926"/>
                  <a:ext cx="549275" cy="655638"/>
                </a:xfrm>
                <a:custGeom>
                  <a:avLst/>
                  <a:gdLst>
                    <a:gd name="T0" fmla="*/ 54 w 128"/>
                    <a:gd name="T1" fmla="*/ 76 h 154"/>
                    <a:gd name="T2" fmla="*/ 66 w 128"/>
                    <a:gd name="T3" fmla="*/ 53 h 154"/>
                    <a:gd name="T4" fmla="*/ 49 w 128"/>
                    <a:gd name="T5" fmla="*/ 47 h 154"/>
                    <a:gd name="T6" fmla="*/ 64 w 128"/>
                    <a:gd name="T7" fmla="*/ 44 h 154"/>
                    <a:gd name="T8" fmla="*/ 83 w 128"/>
                    <a:gd name="T9" fmla="*/ 6 h 154"/>
                    <a:gd name="T10" fmla="*/ 91 w 128"/>
                    <a:gd name="T11" fmla="*/ 11 h 154"/>
                    <a:gd name="T12" fmla="*/ 96 w 128"/>
                    <a:gd name="T13" fmla="*/ 36 h 154"/>
                    <a:gd name="T14" fmla="*/ 106 w 128"/>
                    <a:gd name="T15" fmla="*/ 41 h 154"/>
                    <a:gd name="T16" fmla="*/ 82 w 128"/>
                    <a:gd name="T17" fmla="*/ 50 h 154"/>
                    <a:gd name="T18" fmla="*/ 71 w 128"/>
                    <a:gd name="T19" fmla="*/ 65 h 154"/>
                    <a:gd name="T20" fmla="*/ 110 w 128"/>
                    <a:gd name="T21" fmla="*/ 74 h 154"/>
                    <a:gd name="T22" fmla="*/ 101 w 128"/>
                    <a:gd name="T23" fmla="*/ 87 h 154"/>
                    <a:gd name="T24" fmla="*/ 111 w 128"/>
                    <a:gd name="T25" fmla="*/ 98 h 154"/>
                    <a:gd name="T26" fmla="*/ 92 w 128"/>
                    <a:gd name="T27" fmla="*/ 104 h 154"/>
                    <a:gd name="T28" fmla="*/ 86 w 128"/>
                    <a:gd name="T29" fmla="*/ 116 h 154"/>
                    <a:gd name="T30" fmla="*/ 124 w 128"/>
                    <a:gd name="T31" fmla="*/ 112 h 154"/>
                    <a:gd name="T32" fmla="*/ 120 w 128"/>
                    <a:gd name="T33" fmla="*/ 122 h 154"/>
                    <a:gd name="T34" fmla="*/ 111 w 128"/>
                    <a:gd name="T35" fmla="*/ 144 h 154"/>
                    <a:gd name="T36" fmla="*/ 105 w 128"/>
                    <a:gd name="T37" fmla="*/ 153 h 154"/>
                    <a:gd name="T38" fmla="*/ 55 w 128"/>
                    <a:gd name="T39" fmla="*/ 129 h 154"/>
                    <a:gd name="T40" fmla="*/ 53 w 128"/>
                    <a:gd name="T41" fmla="*/ 121 h 154"/>
                    <a:gd name="T42" fmla="*/ 61 w 128"/>
                    <a:gd name="T43" fmla="*/ 125 h 154"/>
                    <a:gd name="T44" fmla="*/ 94 w 128"/>
                    <a:gd name="T45" fmla="*/ 140 h 154"/>
                    <a:gd name="T46" fmla="*/ 85 w 128"/>
                    <a:gd name="T47" fmla="*/ 127 h 154"/>
                    <a:gd name="T48" fmla="*/ 71 w 128"/>
                    <a:gd name="T49" fmla="*/ 108 h 154"/>
                    <a:gd name="T50" fmla="*/ 52 w 128"/>
                    <a:gd name="T51" fmla="*/ 113 h 154"/>
                    <a:gd name="T52" fmla="*/ 38 w 128"/>
                    <a:gd name="T53" fmla="*/ 97 h 154"/>
                    <a:gd name="T54" fmla="*/ 51 w 128"/>
                    <a:gd name="T55" fmla="*/ 97 h 154"/>
                    <a:gd name="T56" fmla="*/ 34 w 128"/>
                    <a:gd name="T57" fmla="*/ 93 h 154"/>
                    <a:gd name="T58" fmla="*/ 35 w 128"/>
                    <a:gd name="T59" fmla="*/ 105 h 154"/>
                    <a:gd name="T60" fmla="*/ 26 w 128"/>
                    <a:gd name="T61" fmla="*/ 154 h 154"/>
                    <a:gd name="T62" fmla="*/ 20 w 128"/>
                    <a:gd name="T63" fmla="*/ 118 h 154"/>
                    <a:gd name="T64" fmla="*/ 0 w 128"/>
                    <a:gd name="T65" fmla="*/ 103 h 154"/>
                    <a:gd name="T66" fmla="*/ 19 w 128"/>
                    <a:gd name="T67" fmla="*/ 72 h 154"/>
                    <a:gd name="T68" fmla="*/ 25 w 128"/>
                    <a:gd name="T69" fmla="*/ 51 h 154"/>
                    <a:gd name="T70" fmla="*/ 39 w 128"/>
                    <a:gd name="T71" fmla="*/ 14 h 154"/>
                    <a:gd name="T72" fmla="*/ 51 w 128"/>
                    <a:gd name="T73" fmla="*/ 24 h 154"/>
                    <a:gd name="T74" fmla="*/ 39 w 128"/>
                    <a:gd name="T75" fmla="*/ 44 h 154"/>
                    <a:gd name="T76" fmla="*/ 48 w 128"/>
                    <a:gd name="T77" fmla="*/ 73 h 154"/>
                    <a:gd name="T78" fmla="*/ 81 w 128"/>
                    <a:gd name="T79" fmla="*/ 90 h 154"/>
                    <a:gd name="T80" fmla="*/ 92 w 128"/>
                    <a:gd name="T81" fmla="*/ 71 h 154"/>
                    <a:gd name="T82" fmla="*/ 81 w 128"/>
                    <a:gd name="T83" fmla="*/ 80 h 154"/>
                    <a:gd name="T84" fmla="*/ 76 w 128"/>
                    <a:gd name="T85" fmla="*/ 73 h 154"/>
                    <a:gd name="T86" fmla="*/ 67 w 128"/>
                    <a:gd name="T87" fmla="*/ 79 h 154"/>
                    <a:gd name="T88" fmla="*/ 76 w 128"/>
                    <a:gd name="T89" fmla="*/ 73 h 154"/>
                    <a:gd name="T90" fmla="*/ 56 w 128"/>
                    <a:gd name="T91" fmla="*/ 88 h 154"/>
                    <a:gd name="T92" fmla="*/ 63 w 128"/>
                    <a:gd name="T93" fmla="*/ 81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28" h="154">
                      <a:moveTo>
                        <a:pt x="48" y="73"/>
                      </a:moveTo>
                      <a:cubicBezTo>
                        <a:pt x="50" y="74"/>
                        <a:pt x="52" y="75"/>
                        <a:pt x="54" y="76"/>
                      </a:cubicBezTo>
                      <a:cubicBezTo>
                        <a:pt x="57" y="74"/>
                        <a:pt x="60" y="72"/>
                        <a:pt x="63" y="70"/>
                      </a:cubicBezTo>
                      <a:cubicBezTo>
                        <a:pt x="58" y="63"/>
                        <a:pt x="65" y="59"/>
                        <a:pt x="66" y="53"/>
                      </a:cubicBezTo>
                      <a:cubicBezTo>
                        <a:pt x="63" y="53"/>
                        <a:pt x="59" y="53"/>
                        <a:pt x="56" y="52"/>
                      </a:cubicBezTo>
                      <a:cubicBezTo>
                        <a:pt x="54" y="51"/>
                        <a:pt x="51" y="49"/>
                        <a:pt x="49" y="47"/>
                      </a:cubicBezTo>
                      <a:cubicBezTo>
                        <a:pt x="49" y="46"/>
                        <a:pt x="50" y="46"/>
                        <a:pt x="50" y="46"/>
                      </a:cubicBezTo>
                      <a:cubicBezTo>
                        <a:pt x="55" y="45"/>
                        <a:pt x="59" y="45"/>
                        <a:pt x="64" y="44"/>
                      </a:cubicBezTo>
                      <a:cubicBezTo>
                        <a:pt x="68" y="44"/>
                        <a:pt x="70" y="42"/>
                        <a:pt x="71" y="38"/>
                      </a:cubicBezTo>
                      <a:cubicBezTo>
                        <a:pt x="75" y="27"/>
                        <a:pt x="79" y="16"/>
                        <a:pt x="83" y="6"/>
                      </a:cubicBezTo>
                      <a:cubicBezTo>
                        <a:pt x="84" y="3"/>
                        <a:pt x="84" y="0"/>
                        <a:pt x="88" y="2"/>
                      </a:cubicBezTo>
                      <a:cubicBezTo>
                        <a:pt x="92" y="4"/>
                        <a:pt x="94" y="9"/>
                        <a:pt x="91" y="11"/>
                      </a:cubicBezTo>
                      <a:cubicBezTo>
                        <a:pt x="83" y="19"/>
                        <a:pt x="83" y="30"/>
                        <a:pt x="80" y="41"/>
                      </a:cubicBezTo>
                      <a:cubicBezTo>
                        <a:pt x="85" y="39"/>
                        <a:pt x="91" y="37"/>
                        <a:pt x="96" y="36"/>
                      </a:cubicBezTo>
                      <a:cubicBezTo>
                        <a:pt x="98" y="35"/>
                        <a:pt x="101" y="35"/>
                        <a:pt x="102" y="36"/>
                      </a:cubicBezTo>
                      <a:cubicBezTo>
                        <a:pt x="104" y="37"/>
                        <a:pt x="106" y="39"/>
                        <a:pt x="106" y="41"/>
                      </a:cubicBezTo>
                      <a:cubicBezTo>
                        <a:pt x="106" y="42"/>
                        <a:pt x="105" y="44"/>
                        <a:pt x="103" y="44"/>
                      </a:cubicBezTo>
                      <a:cubicBezTo>
                        <a:pt x="96" y="46"/>
                        <a:pt x="89" y="48"/>
                        <a:pt x="82" y="50"/>
                      </a:cubicBezTo>
                      <a:cubicBezTo>
                        <a:pt x="78" y="50"/>
                        <a:pt x="77" y="51"/>
                        <a:pt x="76" y="54"/>
                      </a:cubicBezTo>
                      <a:cubicBezTo>
                        <a:pt x="74" y="58"/>
                        <a:pt x="73" y="61"/>
                        <a:pt x="71" y="65"/>
                      </a:cubicBezTo>
                      <a:cubicBezTo>
                        <a:pt x="82" y="63"/>
                        <a:pt x="92" y="62"/>
                        <a:pt x="102" y="66"/>
                      </a:cubicBezTo>
                      <a:cubicBezTo>
                        <a:pt x="106" y="67"/>
                        <a:pt x="110" y="69"/>
                        <a:pt x="110" y="74"/>
                      </a:cubicBezTo>
                      <a:cubicBezTo>
                        <a:pt x="111" y="79"/>
                        <a:pt x="109" y="83"/>
                        <a:pt x="104" y="85"/>
                      </a:cubicBezTo>
                      <a:cubicBezTo>
                        <a:pt x="103" y="85"/>
                        <a:pt x="102" y="86"/>
                        <a:pt x="101" y="87"/>
                      </a:cubicBezTo>
                      <a:cubicBezTo>
                        <a:pt x="103" y="88"/>
                        <a:pt x="105" y="88"/>
                        <a:pt x="106" y="89"/>
                      </a:cubicBezTo>
                      <a:cubicBezTo>
                        <a:pt x="110" y="91"/>
                        <a:pt x="112" y="94"/>
                        <a:pt x="111" y="98"/>
                      </a:cubicBezTo>
                      <a:cubicBezTo>
                        <a:pt x="110" y="102"/>
                        <a:pt x="107" y="103"/>
                        <a:pt x="104" y="103"/>
                      </a:cubicBezTo>
                      <a:cubicBezTo>
                        <a:pt x="100" y="103"/>
                        <a:pt x="96" y="104"/>
                        <a:pt x="92" y="104"/>
                      </a:cubicBezTo>
                      <a:cubicBezTo>
                        <a:pt x="86" y="105"/>
                        <a:pt x="81" y="111"/>
                        <a:pt x="82" y="117"/>
                      </a:cubicBezTo>
                      <a:cubicBezTo>
                        <a:pt x="83" y="117"/>
                        <a:pt x="85" y="117"/>
                        <a:pt x="86" y="116"/>
                      </a:cubicBezTo>
                      <a:cubicBezTo>
                        <a:pt x="95" y="111"/>
                        <a:pt x="104" y="109"/>
                        <a:pt x="114" y="109"/>
                      </a:cubicBezTo>
                      <a:cubicBezTo>
                        <a:pt x="118" y="110"/>
                        <a:pt x="121" y="111"/>
                        <a:pt x="124" y="112"/>
                      </a:cubicBezTo>
                      <a:cubicBezTo>
                        <a:pt x="128" y="114"/>
                        <a:pt x="128" y="117"/>
                        <a:pt x="126" y="120"/>
                      </a:cubicBezTo>
                      <a:cubicBezTo>
                        <a:pt x="125" y="123"/>
                        <a:pt x="122" y="123"/>
                        <a:pt x="120" y="122"/>
                      </a:cubicBezTo>
                      <a:cubicBezTo>
                        <a:pt x="111" y="118"/>
                        <a:pt x="104" y="120"/>
                        <a:pt x="97" y="123"/>
                      </a:cubicBezTo>
                      <a:cubicBezTo>
                        <a:pt x="101" y="130"/>
                        <a:pt x="106" y="137"/>
                        <a:pt x="111" y="144"/>
                      </a:cubicBezTo>
                      <a:cubicBezTo>
                        <a:pt x="112" y="146"/>
                        <a:pt x="112" y="150"/>
                        <a:pt x="111" y="152"/>
                      </a:cubicBezTo>
                      <a:cubicBezTo>
                        <a:pt x="111" y="153"/>
                        <a:pt x="107" y="153"/>
                        <a:pt x="105" y="153"/>
                      </a:cubicBezTo>
                      <a:cubicBezTo>
                        <a:pt x="91" y="150"/>
                        <a:pt x="77" y="146"/>
                        <a:pt x="66" y="138"/>
                      </a:cubicBezTo>
                      <a:cubicBezTo>
                        <a:pt x="62" y="135"/>
                        <a:pt x="59" y="132"/>
                        <a:pt x="55" y="129"/>
                      </a:cubicBezTo>
                      <a:cubicBezTo>
                        <a:pt x="54" y="128"/>
                        <a:pt x="53" y="127"/>
                        <a:pt x="53" y="126"/>
                      </a:cubicBezTo>
                      <a:cubicBezTo>
                        <a:pt x="53" y="124"/>
                        <a:pt x="53" y="122"/>
                        <a:pt x="53" y="121"/>
                      </a:cubicBezTo>
                      <a:cubicBezTo>
                        <a:pt x="55" y="121"/>
                        <a:pt x="57" y="121"/>
                        <a:pt x="58" y="121"/>
                      </a:cubicBezTo>
                      <a:cubicBezTo>
                        <a:pt x="59" y="122"/>
                        <a:pt x="60" y="123"/>
                        <a:pt x="61" y="125"/>
                      </a:cubicBezTo>
                      <a:cubicBezTo>
                        <a:pt x="70" y="134"/>
                        <a:pt x="80" y="139"/>
                        <a:pt x="92" y="140"/>
                      </a:cubicBezTo>
                      <a:cubicBezTo>
                        <a:pt x="93" y="140"/>
                        <a:pt x="93" y="140"/>
                        <a:pt x="94" y="140"/>
                      </a:cubicBezTo>
                      <a:cubicBezTo>
                        <a:pt x="92" y="136"/>
                        <a:pt x="90" y="132"/>
                        <a:pt x="88" y="128"/>
                      </a:cubicBezTo>
                      <a:cubicBezTo>
                        <a:pt x="88" y="128"/>
                        <a:pt x="86" y="127"/>
                        <a:pt x="85" y="127"/>
                      </a:cubicBezTo>
                      <a:cubicBezTo>
                        <a:pt x="71" y="126"/>
                        <a:pt x="70" y="124"/>
                        <a:pt x="71" y="111"/>
                      </a:cubicBezTo>
                      <a:cubicBezTo>
                        <a:pt x="71" y="110"/>
                        <a:pt x="71" y="109"/>
                        <a:pt x="71" y="108"/>
                      </a:cubicBezTo>
                      <a:cubicBezTo>
                        <a:pt x="68" y="109"/>
                        <a:pt x="65" y="109"/>
                        <a:pt x="62" y="110"/>
                      </a:cubicBezTo>
                      <a:cubicBezTo>
                        <a:pt x="59" y="111"/>
                        <a:pt x="55" y="112"/>
                        <a:pt x="52" y="113"/>
                      </a:cubicBezTo>
                      <a:cubicBezTo>
                        <a:pt x="48" y="114"/>
                        <a:pt x="44" y="115"/>
                        <a:pt x="41" y="111"/>
                      </a:cubicBezTo>
                      <a:cubicBezTo>
                        <a:pt x="37" y="107"/>
                        <a:pt x="37" y="102"/>
                        <a:pt x="38" y="97"/>
                      </a:cubicBezTo>
                      <a:cubicBezTo>
                        <a:pt x="38" y="96"/>
                        <a:pt x="40" y="96"/>
                        <a:pt x="42" y="96"/>
                      </a:cubicBezTo>
                      <a:cubicBezTo>
                        <a:pt x="45" y="96"/>
                        <a:pt x="48" y="96"/>
                        <a:pt x="51" y="97"/>
                      </a:cubicBezTo>
                      <a:cubicBezTo>
                        <a:pt x="48" y="90"/>
                        <a:pt x="46" y="84"/>
                        <a:pt x="43" y="78"/>
                      </a:cubicBezTo>
                      <a:cubicBezTo>
                        <a:pt x="40" y="83"/>
                        <a:pt x="37" y="88"/>
                        <a:pt x="34" y="93"/>
                      </a:cubicBezTo>
                      <a:cubicBezTo>
                        <a:pt x="33" y="94"/>
                        <a:pt x="33" y="96"/>
                        <a:pt x="34" y="98"/>
                      </a:cubicBezTo>
                      <a:cubicBezTo>
                        <a:pt x="34" y="100"/>
                        <a:pt x="35" y="103"/>
                        <a:pt x="35" y="105"/>
                      </a:cubicBezTo>
                      <a:cubicBezTo>
                        <a:pt x="32" y="121"/>
                        <a:pt x="29" y="136"/>
                        <a:pt x="27" y="151"/>
                      </a:cubicBezTo>
                      <a:cubicBezTo>
                        <a:pt x="26" y="152"/>
                        <a:pt x="26" y="153"/>
                        <a:pt x="26" y="154"/>
                      </a:cubicBezTo>
                      <a:cubicBezTo>
                        <a:pt x="17" y="153"/>
                        <a:pt x="14" y="149"/>
                        <a:pt x="15" y="141"/>
                      </a:cubicBezTo>
                      <a:cubicBezTo>
                        <a:pt x="17" y="134"/>
                        <a:pt x="18" y="126"/>
                        <a:pt x="20" y="118"/>
                      </a:cubicBezTo>
                      <a:cubicBezTo>
                        <a:pt x="15" y="123"/>
                        <a:pt x="12" y="122"/>
                        <a:pt x="7" y="118"/>
                      </a:cubicBezTo>
                      <a:cubicBezTo>
                        <a:pt x="3" y="114"/>
                        <a:pt x="0" y="109"/>
                        <a:pt x="0" y="103"/>
                      </a:cubicBezTo>
                      <a:cubicBezTo>
                        <a:pt x="0" y="102"/>
                        <a:pt x="1" y="101"/>
                        <a:pt x="1" y="100"/>
                      </a:cubicBezTo>
                      <a:cubicBezTo>
                        <a:pt x="7" y="91"/>
                        <a:pt x="14" y="82"/>
                        <a:pt x="19" y="72"/>
                      </a:cubicBezTo>
                      <a:cubicBezTo>
                        <a:pt x="22" y="67"/>
                        <a:pt x="24" y="61"/>
                        <a:pt x="26" y="55"/>
                      </a:cubicBezTo>
                      <a:cubicBezTo>
                        <a:pt x="27" y="54"/>
                        <a:pt x="25" y="53"/>
                        <a:pt x="25" y="51"/>
                      </a:cubicBezTo>
                      <a:cubicBezTo>
                        <a:pt x="18" y="43"/>
                        <a:pt x="18" y="39"/>
                        <a:pt x="23" y="30"/>
                      </a:cubicBezTo>
                      <a:cubicBezTo>
                        <a:pt x="27" y="23"/>
                        <a:pt x="32" y="17"/>
                        <a:pt x="39" y="14"/>
                      </a:cubicBezTo>
                      <a:cubicBezTo>
                        <a:pt x="45" y="11"/>
                        <a:pt x="50" y="12"/>
                        <a:pt x="53" y="16"/>
                      </a:cubicBezTo>
                      <a:cubicBezTo>
                        <a:pt x="56" y="20"/>
                        <a:pt x="56" y="22"/>
                        <a:pt x="51" y="24"/>
                      </a:cubicBezTo>
                      <a:cubicBezTo>
                        <a:pt x="44" y="26"/>
                        <a:pt x="41" y="31"/>
                        <a:pt x="37" y="36"/>
                      </a:cubicBezTo>
                      <a:cubicBezTo>
                        <a:pt x="36" y="39"/>
                        <a:pt x="36" y="42"/>
                        <a:pt x="39" y="44"/>
                      </a:cubicBezTo>
                      <a:cubicBezTo>
                        <a:pt x="41" y="45"/>
                        <a:pt x="42" y="47"/>
                        <a:pt x="43" y="48"/>
                      </a:cubicBezTo>
                      <a:cubicBezTo>
                        <a:pt x="52" y="58"/>
                        <a:pt x="54" y="62"/>
                        <a:pt x="48" y="73"/>
                      </a:cubicBezTo>
                      <a:close/>
                      <a:moveTo>
                        <a:pt x="79" y="89"/>
                      </a:moveTo>
                      <a:cubicBezTo>
                        <a:pt x="80" y="89"/>
                        <a:pt x="80" y="90"/>
                        <a:pt x="81" y="90"/>
                      </a:cubicBezTo>
                      <a:cubicBezTo>
                        <a:pt x="85" y="86"/>
                        <a:pt x="90" y="81"/>
                        <a:pt x="95" y="76"/>
                      </a:cubicBezTo>
                      <a:cubicBezTo>
                        <a:pt x="97" y="73"/>
                        <a:pt x="95" y="71"/>
                        <a:pt x="92" y="71"/>
                      </a:cubicBezTo>
                      <a:cubicBezTo>
                        <a:pt x="88" y="71"/>
                        <a:pt x="85" y="71"/>
                        <a:pt x="81" y="71"/>
                      </a:cubicBezTo>
                      <a:cubicBezTo>
                        <a:pt x="81" y="75"/>
                        <a:pt x="81" y="77"/>
                        <a:pt x="81" y="80"/>
                      </a:cubicBezTo>
                      <a:cubicBezTo>
                        <a:pt x="81" y="83"/>
                        <a:pt x="80" y="86"/>
                        <a:pt x="79" y="89"/>
                      </a:cubicBezTo>
                      <a:close/>
                      <a:moveTo>
                        <a:pt x="76" y="73"/>
                      </a:moveTo>
                      <a:cubicBezTo>
                        <a:pt x="73" y="74"/>
                        <a:pt x="71" y="75"/>
                        <a:pt x="69" y="77"/>
                      </a:cubicBezTo>
                      <a:cubicBezTo>
                        <a:pt x="68" y="77"/>
                        <a:pt x="67" y="78"/>
                        <a:pt x="67" y="79"/>
                      </a:cubicBezTo>
                      <a:cubicBezTo>
                        <a:pt x="67" y="84"/>
                        <a:pt x="68" y="88"/>
                        <a:pt x="68" y="92"/>
                      </a:cubicBezTo>
                      <a:cubicBezTo>
                        <a:pt x="74" y="91"/>
                        <a:pt x="77" y="83"/>
                        <a:pt x="76" y="73"/>
                      </a:cubicBezTo>
                      <a:close/>
                      <a:moveTo>
                        <a:pt x="63" y="81"/>
                      </a:moveTo>
                      <a:cubicBezTo>
                        <a:pt x="55" y="84"/>
                        <a:pt x="54" y="85"/>
                        <a:pt x="56" y="88"/>
                      </a:cubicBezTo>
                      <a:cubicBezTo>
                        <a:pt x="58" y="94"/>
                        <a:pt x="60" y="95"/>
                        <a:pt x="65" y="93"/>
                      </a:cubicBezTo>
                      <a:cubicBezTo>
                        <a:pt x="64" y="89"/>
                        <a:pt x="63" y="85"/>
                        <a:pt x="63" y="8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31" name="Freeform 14">
                  <a:extLst>
                    <a:ext uri="{FF2B5EF4-FFF2-40B4-BE49-F238E27FC236}">
                      <a16:creationId xmlns:a16="http://schemas.microsoft.com/office/drawing/2014/main" id="{EDF1A89C-87D3-4066-B020-1AF4B9A41344}"/>
                    </a:ext>
                  </a:extLst>
                </p:cNvPr>
                <p:cNvSpPr>
                  <a:spLocks/>
                </p:cNvSpPr>
                <p:nvPr/>
              </p:nvSpPr>
              <p:spPr bwMode="auto">
                <a:xfrm>
                  <a:off x="6259513" y="2578101"/>
                  <a:ext cx="68263" cy="182563"/>
                </a:xfrm>
                <a:custGeom>
                  <a:avLst/>
                  <a:gdLst>
                    <a:gd name="T0" fmla="*/ 9 w 16"/>
                    <a:gd name="T1" fmla="*/ 0 h 43"/>
                    <a:gd name="T2" fmla="*/ 15 w 16"/>
                    <a:gd name="T3" fmla="*/ 11 h 43"/>
                    <a:gd name="T4" fmla="*/ 9 w 16"/>
                    <a:gd name="T5" fmla="*/ 43 h 43"/>
                    <a:gd name="T6" fmla="*/ 2 w 16"/>
                    <a:gd name="T7" fmla="*/ 39 h 43"/>
                    <a:gd name="T8" fmla="*/ 0 w 16"/>
                    <a:gd name="T9" fmla="*/ 35 h 43"/>
                    <a:gd name="T10" fmla="*/ 9 w 16"/>
                    <a:gd name="T11" fmla="*/ 0 h 43"/>
                  </a:gdLst>
                  <a:ahLst/>
                  <a:cxnLst>
                    <a:cxn ang="0">
                      <a:pos x="T0" y="T1"/>
                    </a:cxn>
                    <a:cxn ang="0">
                      <a:pos x="T2" y="T3"/>
                    </a:cxn>
                    <a:cxn ang="0">
                      <a:pos x="T4" y="T5"/>
                    </a:cxn>
                    <a:cxn ang="0">
                      <a:pos x="T6" y="T7"/>
                    </a:cxn>
                    <a:cxn ang="0">
                      <a:pos x="T8" y="T9"/>
                    </a:cxn>
                    <a:cxn ang="0">
                      <a:pos x="T10" y="T11"/>
                    </a:cxn>
                  </a:cxnLst>
                  <a:rect l="0" t="0" r="r" b="b"/>
                  <a:pathLst>
                    <a:path w="16" h="43">
                      <a:moveTo>
                        <a:pt x="9" y="0"/>
                      </a:moveTo>
                      <a:cubicBezTo>
                        <a:pt x="15" y="3"/>
                        <a:pt x="16" y="6"/>
                        <a:pt x="15" y="11"/>
                      </a:cubicBezTo>
                      <a:cubicBezTo>
                        <a:pt x="12" y="21"/>
                        <a:pt x="11" y="32"/>
                        <a:pt x="9" y="43"/>
                      </a:cubicBezTo>
                      <a:cubicBezTo>
                        <a:pt x="6" y="41"/>
                        <a:pt x="4" y="40"/>
                        <a:pt x="2" y="39"/>
                      </a:cubicBezTo>
                      <a:cubicBezTo>
                        <a:pt x="1" y="38"/>
                        <a:pt x="0" y="37"/>
                        <a:pt x="0" y="35"/>
                      </a:cubicBezTo>
                      <a:cubicBezTo>
                        <a:pt x="3" y="24"/>
                        <a:pt x="6" y="12"/>
                        <a:pt x="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124" name="组合 123">
                <a:extLst>
                  <a:ext uri="{FF2B5EF4-FFF2-40B4-BE49-F238E27FC236}">
                    <a16:creationId xmlns:a16="http://schemas.microsoft.com/office/drawing/2014/main" id="{CD1C2EA2-DECB-4C4E-997D-8417E76BE944}"/>
                  </a:ext>
                </a:extLst>
              </p:cNvPr>
              <p:cNvGrpSpPr/>
              <p:nvPr/>
            </p:nvGrpSpPr>
            <p:grpSpPr>
              <a:xfrm>
                <a:off x="7532962" y="2451100"/>
                <a:ext cx="368300" cy="317500"/>
                <a:chOff x="6186488" y="2930526"/>
                <a:chExt cx="368300" cy="317500"/>
              </a:xfrm>
              <a:grpFill/>
            </p:grpSpPr>
            <p:sp>
              <p:nvSpPr>
                <p:cNvPr id="127" name="Freeform 18">
                  <a:extLst>
                    <a:ext uri="{FF2B5EF4-FFF2-40B4-BE49-F238E27FC236}">
                      <a16:creationId xmlns:a16="http://schemas.microsoft.com/office/drawing/2014/main" id="{58E0037C-7932-4788-ADA9-47256329EEB7}"/>
                    </a:ext>
                  </a:extLst>
                </p:cNvPr>
                <p:cNvSpPr>
                  <a:spLocks/>
                </p:cNvSpPr>
                <p:nvPr/>
              </p:nvSpPr>
              <p:spPr bwMode="auto">
                <a:xfrm>
                  <a:off x="6310313" y="2930526"/>
                  <a:ext cx="244475" cy="317500"/>
                </a:xfrm>
                <a:custGeom>
                  <a:avLst/>
                  <a:gdLst>
                    <a:gd name="T0" fmla="*/ 49 w 57"/>
                    <a:gd name="T1" fmla="*/ 74 h 75"/>
                    <a:gd name="T2" fmla="*/ 40 w 57"/>
                    <a:gd name="T3" fmla="*/ 67 h 75"/>
                    <a:gd name="T4" fmla="*/ 33 w 57"/>
                    <a:gd name="T5" fmla="*/ 48 h 75"/>
                    <a:gd name="T6" fmla="*/ 27 w 57"/>
                    <a:gd name="T7" fmla="*/ 46 h 75"/>
                    <a:gd name="T8" fmla="*/ 11 w 57"/>
                    <a:gd name="T9" fmla="*/ 60 h 75"/>
                    <a:gd name="T10" fmla="*/ 5 w 57"/>
                    <a:gd name="T11" fmla="*/ 60 h 75"/>
                    <a:gd name="T12" fmla="*/ 6 w 57"/>
                    <a:gd name="T13" fmla="*/ 46 h 75"/>
                    <a:gd name="T14" fmla="*/ 27 w 57"/>
                    <a:gd name="T15" fmla="*/ 26 h 75"/>
                    <a:gd name="T16" fmla="*/ 40 w 57"/>
                    <a:gd name="T17" fmla="*/ 10 h 75"/>
                    <a:gd name="T18" fmla="*/ 41 w 57"/>
                    <a:gd name="T19" fmla="*/ 6 h 75"/>
                    <a:gd name="T20" fmla="*/ 45 w 57"/>
                    <a:gd name="T21" fmla="*/ 0 h 75"/>
                    <a:gd name="T22" fmla="*/ 53 w 57"/>
                    <a:gd name="T23" fmla="*/ 3 h 75"/>
                    <a:gd name="T24" fmla="*/ 53 w 57"/>
                    <a:gd name="T25" fmla="*/ 20 h 75"/>
                    <a:gd name="T26" fmla="*/ 37 w 57"/>
                    <a:gd name="T27" fmla="*/ 38 h 75"/>
                    <a:gd name="T28" fmla="*/ 49 w 57"/>
                    <a:gd name="T29" fmla="*/ 74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7" h="75">
                      <a:moveTo>
                        <a:pt x="49" y="74"/>
                      </a:moveTo>
                      <a:cubicBezTo>
                        <a:pt x="43" y="75"/>
                        <a:pt x="41" y="72"/>
                        <a:pt x="40" y="67"/>
                      </a:cubicBezTo>
                      <a:cubicBezTo>
                        <a:pt x="38" y="61"/>
                        <a:pt x="35" y="54"/>
                        <a:pt x="33" y="48"/>
                      </a:cubicBezTo>
                      <a:cubicBezTo>
                        <a:pt x="32" y="45"/>
                        <a:pt x="30" y="44"/>
                        <a:pt x="27" y="46"/>
                      </a:cubicBezTo>
                      <a:cubicBezTo>
                        <a:pt x="22" y="51"/>
                        <a:pt x="16" y="55"/>
                        <a:pt x="11" y="60"/>
                      </a:cubicBezTo>
                      <a:cubicBezTo>
                        <a:pt x="8" y="63"/>
                        <a:pt x="7" y="62"/>
                        <a:pt x="5" y="60"/>
                      </a:cubicBezTo>
                      <a:cubicBezTo>
                        <a:pt x="0" y="54"/>
                        <a:pt x="0" y="51"/>
                        <a:pt x="6" y="46"/>
                      </a:cubicBezTo>
                      <a:cubicBezTo>
                        <a:pt x="13" y="39"/>
                        <a:pt x="20" y="33"/>
                        <a:pt x="27" y="26"/>
                      </a:cubicBezTo>
                      <a:cubicBezTo>
                        <a:pt x="32" y="21"/>
                        <a:pt x="36" y="15"/>
                        <a:pt x="40" y="10"/>
                      </a:cubicBezTo>
                      <a:cubicBezTo>
                        <a:pt x="40" y="9"/>
                        <a:pt x="41" y="7"/>
                        <a:pt x="41" y="6"/>
                      </a:cubicBezTo>
                      <a:cubicBezTo>
                        <a:pt x="40" y="3"/>
                        <a:pt x="42" y="0"/>
                        <a:pt x="45" y="0"/>
                      </a:cubicBezTo>
                      <a:cubicBezTo>
                        <a:pt x="48" y="0"/>
                        <a:pt x="51" y="1"/>
                        <a:pt x="53" y="3"/>
                      </a:cubicBezTo>
                      <a:cubicBezTo>
                        <a:pt x="57" y="6"/>
                        <a:pt x="57" y="16"/>
                        <a:pt x="53" y="20"/>
                      </a:cubicBezTo>
                      <a:cubicBezTo>
                        <a:pt x="48" y="26"/>
                        <a:pt x="42" y="32"/>
                        <a:pt x="37" y="38"/>
                      </a:cubicBezTo>
                      <a:cubicBezTo>
                        <a:pt x="44" y="49"/>
                        <a:pt x="49" y="61"/>
                        <a:pt x="49" y="7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28" name="Freeform 19">
                  <a:extLst>
                    <a:ext uri="{FF2B5EF4-FFF2-40B4-BE49-F238E27FC236}">
                      <a16:creationId xmlns:a16="http://schemas.microsoft.com/office/drawing/2014/main" id="{B78F413E-1D51-491F-A6EC-02810949F837}"/>
                    </a:ext>
                  </a:extLst>
                </p:cNvPr>
                <p:cNvSpPr>
                  <a:spLocks/>
                </p:cNvSpPr>
                <p:nvPr/>
              </p:nvSpPr>
              <p:spPr bwMode="auto">
                <a:xfrm>
                  <a:off x="6186488" y="3009901"/>
                  <a:ext cx="123825" cy="234950"/>
                </a:xfrm>
                <a:custGeom>
                  <a:avLst/>
                  <a:gdLst>
                    <a:gd name="T0" fmla="*/ 12 w 29"/>
                    <a:gd name="T1" fmla="*/ 30 h 55"/>
                    <a:gd name="T2" fmla="*/ 20 w 29"/>
                    <a:gd name="T3" fmla="*/ 7 h 55"/>
                    <a:gd name="T4" fmla="*/ 25 w 29"/>
                    <a:gd name="T5" fmla="*/ 1 h 55"/>
                    <a:gd name="T6" fmla="*/ 26 w 29"/>
                    <a:gd name="T7" fmla="*/ 9 h 55"/>
                    <a:gd name="T8" fmla="*/ 16 w 29"/>
                    <a:gd name="T9" fmla="*/ 39 h 55"/>
                    <a:gd name="T10" fmla="*/ 13 w 29"/>
                    <a:gd name="T11" fmla="*/ 52 h 55"/>
                    <a:gd name="T12" fmla="*/ 7 w 29"/>
                    <a:gd name="T13" fmla="*/ 54 h 55"/>
                    <a:gd name="T14" fmla="*/ 2 w 29"/>
                    <a:gd name="T15" fmla="*/ 41 h 55"/>
                    <a:gd name="T16" fmla="*/ 3 w 29"/>
                    <a:gd name="T17" fmla="*/ 32 h 55"/>
                    <a:gd name="T18" fmla="*/ 2 w 29"/>
                    <a:gd name="T19" fmla="*/ 6 h 55"/>
                    <a:gd name="T20" fmla="*/ 6 w 29"/>
                    <a:gd name="T21" fmla="*/ 5 h 55"/>
                    <a:gd name="T22" fmla="*/ 10 w 29"/>
                    <a:gd name="T23" fmla="*/ 14 h 55"/>
                    <a:gd name="T24" fmla="*/ 11 w 29"/>
                    <a:gd name="T25" fmla="*/ 30 h 55"/>
                    <a:gd name="T26" fmla="*/ 12 w 29"/>
                    <a:gd name="T27" fmla="*/ 3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55">
                      <a:moveTo>
                        <a:pt x="12" y="30"/>
                      </a:moveTo>
                      <a:cubicBezTo>
                        <a:pt x="15" y="23"/>
                        <a:pt x="17" y="15"/>
                        <a:pt x="20" y="7"/>
                      </a:cubicBezTo>
                      <a:cubicBezTo>
                        <a:pt x="21" y="5"/>
                        <a:pt x="21" y="0"/>
                        <a:pt x="25" y="1"/>
                      </a:cubicBezTo>
                      <a:cubicBezTo>
                        <a:pt x="29" y="2"/>
                        <a:pt x="27" y="6"/>
                        <a:pt x="26" y="9"/>
                      </a:cubicBezTo>
                      <a:cubicBezTo>
                        <a:pt x="23" y="19"/>
                        <a:pt x="19" y="29"/>
                        <a:pt x="16" y="39"/>
                      </a:cubicBezTo>
                      <a:cubicBezTo>
                        <a:pt x="15" y="43"/>
                        <a:pt x="14" y="48"/>
                        <a:pt x="13" y="52"/>
                      </a:cubicBezTo>
                      <a:cubicBezTo>
                        <a:pt x="12" y="55"/>
                        <a:pt x="10" y="55"/>
                        <a:pt x="7" y="54"/>
                      </a:cubicBezTo>
                      <a:cubicBezTo>
                        <a:pt x="1" y="50"/>
                        <a:pt x="0" y="49"/>
                        <a:pt x="2" y="41"/>
                      </a:cubicBezTo>
                      <a:cubicBezTo>
                        <a:pt x="3" y="38"/>
                        <a:pt x="3" y="35"/>
                        <a:pt x="3" y="32"/>
                      </a:cubicBezTo>
                      <a:cubicBezTo>
                        <a:pt x="3" y="23"/>
                        <a:pt x="2" y="15"/>
                        <a:pt x="2" y="6"/>
                      </a:cubicBezTo>
                      <a:cubicBezTo>
                        <a:pt x="2" y="3"/>
                        <a:pt x="5" y="3"/>
                        <a:pt x="6" y="5"/>
                      </a:cubicBezTo>
                      <a:cubicBezTo>
                        <a:pt x="8" y="7"/>
                        <a:pt x="10" y="11"/>
                        <a:pt x="10" y="14"/>
                      </a:cubicBezTo>
                      <a:cubicBezTo>
                        <a:pt x="11" y="19"/>
                        <a:pt x="11" y="25"/>
                        <a:pt x="11" y="30"/>
                      </a:cubicBezTo>
                      <a:cubicBezTo>
                        <a:pt x="11" y="30"/>
                        <a:pt x="12" y="30"/>
                        <a:pt x="12"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29" name="Freeform 20">
                  <a:extLst>
                    <a:ext uri="{FF2B5EF4-FFF2-40B4-BE49-F238E27FC236}">
                      <a16:creationId xmlns:a16="http://schemas.microsoft.com/office/drawing/2014/main" id="{28D425C4-CE02-4413-BBE1-2E9FA0CC0E90}"/>
                    </a:ext>
                  </a:extLst>
                </p:cNvPr>
                <p:cNvSpPr>
                  <a:spLocks/>
                </p:cNvSpPr>
                <p:nvPr/>
              </p:nvSpPr>
              <p:spPr bwMode="auto">
                <a:xfrm>
                  <a:off x="6259513" y="2933701"/>
                  <a:ext cx="114300" cy="73025"/>
                </a:xfrm>
                <a:custGeom>
                  <a:avLst/>
                  <a:gdLst>
                    <a:gd name="T0" fmla="*/ 27 w 27"/>
                    <a:gd name="T1" fmla="*/ 1 h 17"/>
                    <a:gd name="T2" fmla="*/ 16 w 27"/>
                    <a:gd name="T3" fmla="*/ 14 h 17"/>
                    <a:gd name="T4" fmla="*/ 5 w 27"/>
                    <a:gd name="T5" fmla="*/ 13 h 17"/>
                    <a:gd name="T6" fmla="*/ 0 w 27"/>
                    <a:gd name="T7" fmla="*/ 4 h 17"/>
                    <a:gd name="T8" fmla="*/ 9 w 27"/>
                    <a:gd name="T9" fmla="*/ 2 h 17"/>
                    <a:gd name="T10" fmla="*/ 27 w 27"/>
                    <a:gd name="T11" fmla="*/ 0 h 17"/>
                    <a:gd name="T12" fmla="*/ 27 w 27"/>
                    <a:gd name="T13" fmla="*/ 1 h 17"/>
                  </a:gdLst>
                  <a:ahLst/>
                  <a:cxnLst>
                    <a:cxn ang="0">
                      <a:pos x="T0" y="T1"/>
                    </a:cxn>
                    <a:cxn ang="0">
                      <a:pos x="T2" y="T3"/>
                    </a:cxn>
                    <a:cxn ang="0">
                      <a:pos x="T4" y="T5"/>
                    </a:cxn>
                    <a:cxn ang="0">
                      <a:pos x="T6" y="T7"/>
                    </a:cxn>
                    <a:cxn ang="0">
                      <a:pos x="T8" y="T9"/>
                    </a:cxn>
                    <a:cxn ang="0">
                      <a:pos x="T10" y="T11"/>
                    </a:cxn>
                    <a:cxn ang="0">
                      <a:pos x="T12" y="T13"/>
                    </a:cxn>
                  </a:cxnLst>
                  <a:rect l="0" t="0" r="r" b="b"/>
                  <a:pathLst>
                    <a:path w="27" h="17">
                      <a:moveTo>
                        <a:pt x="27" y="1"/>
                      </a:moveTo>
                      <a:cubicBezTo>
                        <a:pt x="24" y="6"/>
                        <a:pt x="20" y="10"/>
                        <a:pt x="16" y="14"/>
                      </a:cubicBezTo>
                      <a:cubicBezTo>
                        <a:pt x="14" y="17"/>
                        <a:pt x="8" y="16"/>
                        <a:pt x="5" y="13"/>
                      </a:cubicBezTo>
                      <a:cubicBezTo>
                        <a:pt x="3" y="10"/>
                        <a:pt x="1" y="7"/>
                        <a:pt x="0" y="4"/>
                      </a:cubicBezTo>
                      <a:cubicBezTo>
                        <a:pt x="3" y="3"/>
                        <a:pt x="6" y="2"/>
                        <a:pt x="9" y="2"/>
                      </a:cubicBezTo>
                      <a:cubicBezTo>
                        <a:pt x="15" y="1"/>
                        <a:pt x="21" y="1"/>
                        <a:pt x="27" y="0"/>
                      </a:cubicBezTo>
                      <a:cubicBezTo>
                        <a:pt x="27" y="1"/>
                        <a:pt x="27" y="1"/>
                        <a:pt x="2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sp>
            <p:nvSpPr>
              <p:cNvPr id="125" name="Freeform 11">
                <a:extLst>
                  <a:ext uri="{FF2B5EF4-FFF2-40B4-BE49-F238E27FC236}">
                    <a16:creationId xmlns:a16="http://schemas.microsoft.com/office/drawing/2014/main" id="{9E7CBDC3-9BA0-4307-8967-3267E5966ED9}"/>
                  </a:ext>
                </a:extLst>
              </p:cNvPr>
              <p:cNvSpPr>
                <a:spLocks noEditPoints="1"/>
              </p:cNvSpPr>
              <p:nvPr/>
            </p:nvSpPr>
            <p:spPr bwMode="auto">
              <a:xfrm>
                <a:off x="9065451" y="2270918"/>
                <a:ext cx="439964" cy="615950"/>
              </a:xfrm>
              <a:custGeom>
                <a:avLst/>
                <a:gdLst>
                  <a:gd name="T0" fmla="*/ 29 w 72"/>
                  <a:gd name="T1" fmla="*/ 49 h 102"/>
                  <a:gd name="T2" fmla="*/ 15 w 72"/>
                  <a:gd name="T3" fmla="*/ 43 h 102"/>
                  <a:gd name="T4" fmla="*/ 10 w 72"/>
                  <a:gd name="T5" fmla="*/ 21 h 102"/>
                  <a:gd name="T6" fmla="*/ 13 w 72"/>
                  <a:gd name="T7" fmla="*/ 15 h 102"/>
                  <a:gd name="T8" fmla="*/ 19 w 72"/>
                  <a:gd name="T9" fmla="*/ 18 h 102"/>
                  <a:gd name="T10" fmla="*/ 20 w 72"/>
                  <a:gd name="T11" fmla="*/ 26 h 102"/>
                  <a:gd name="T12" fmla="*/ 35 w 72"/>
                  <a:gd name="T13" fmla="*/ 22 h 102"/>
                  <a:gd name="T14" fmla="*/ 40 w 72"/>
                  <a:gd name="T15" fmla="*/ 16 h 102"/>
                  <a:gd name="T16" fmla="*/ 43 w 72"/>
                  <a:gd name="T17" fmla="*/ 14 h 102"/>
                  <a:gd name="T18" fmla="*/ 44 w 72"/>
                  <a:gd name="T19" fmla="*/ 19 h 102"/>
                  <a:gd name="T20" fmla="*/ 43 w 72"/>
                  <a:gd name="T21" fmla="*/ 28 h 102"/>
                  <a:gd name="T22" fmla="*/ 36 w 72"/>
                  <a:gd name="T23" fmla="*/ 40 h 102"/>
                  <a:gd name="T24" fmla="*/ 37 w 72"/>
                  <a:gd name="T25" fmla="*/ 42 h 102"/>
                  <a:gd name="T26" fmla="*/ 44 w 72"/>
                  <a:gd name="T27" fmla="*/ 38 h 102"/>
                  <a:gd name="T28" fmla="*/ 56 w 72"/>
                  <a:gd name="T29" fmla="*/ 20 h 102"/>
                  <a:gd name="T30" fmla="*/ 49 w 72"/>
                  <a:gd name="T31" fmla="*/ 9 h 102"/>
                  <a:gd name="T32" fmla="*/ 28 w 72"/>
                  <a:gd name="T33" fmla="*/ 14 h 102"/>
                  <a:gd name="T34" fmla="*/ 20 w 72"/>
                  <a:gd name="T35" fmla="*/ 13 h 102"/>
                  <a:gd name="T36" fmla="*/ 22 w 72"/>
                  <a:gd name="T37" fmla="*/ 6 h 102"/>
                  <a:gd name="T38" fmla="*/ 50 w 72"/>
                  <a:gd name="T39" fmla="*/ 1 h 102"/>
                  <a:gd name="T40" fmla="*/ 68 w 72"/>
                  <a:gd name="T41" fmla="*/ 12 h 102"/>
                  <a:gd name="T42" fmla="*/ 67 w 72"/>
                  <a:gd name="T43" fmla="*/ 24 h 102"/>
                  <a:gd name="T44" fmla="*/ 49 w 72"/>
                  <a:gd name="T45" fmla="*/ 48 h 102"/>
                  <a:gd name="T46" fmla="*/ 42 w 72"/>
                  <a:gd name="T47" fmla="*/ 49 h 102"/>
                  <a:gd name="T48" fmla="*/ 37 w 72"/>
                  <a:gd name="T49" fmla="*/ 47 h 102"/>
                  <a:gd name="T50" fmla="*/ 35 w 72"/>
                  <a:gd name="T51" fmla="*/ 52 h 102"/>
                  <a:gd name="T52" fmla="*/ 41 w 72"/>
                  <a:gd name="T53" fmla="*/ 58 h 102"/>
                  <a:gd name="T54" fmla="*/ 48 w 72"/>
                  <a:gd name="T55" fmla="*/ 57 h 102"/>
                  <a:gd name="T56" fmla="*/ 53 w 72"/>
                  <a:gd name="T57" fmla="*/ 59 h 102"/>
                  <a:gd name="T58" fmla="*/ 53 w 72"/>
                  <a:gd name="T59" fmla="*/ 66 h 102"/>
                  <a:gd name="T60" fmla="*/ 48 w 72"/>
                  <a:gd name="T61" fmla="*/ 70 h 102"/>
                  <a:gd name="T62" fmla="*/ 37 w 72"/>
                  <a:gd name="T63" fmla="*/ 81 h 102"/>
                  <a:gd name="T64" fmla="*/ 45 w 72"/>
                  <a:gd name="T65" fmla="*/ 81 h 102"/>
                  <a:gd name="T66" fmla="*/ 57 w 72"/>
                  <a:gd name="T67" fmla="*/ 89 h 102"/>
                  <a:gd name="T68" fmla="*/ 51 w 72"/>
                  <a:gd name="T69" fmla="*/ 98 h 102"/>
                  <a:gd name="T70" fmla="*/ 26 w 72"/>
                  <a:gd name="T71" fmla="*/ 101 h 102"/>
                  <a:gd name="T72" fmla="*/ 17 w 72"/>
                  <a:gd name="T73" fmla="*/ 96 h 102"/>
                  <a:gd name="T74" fmla="*/ 15 w 72"/>
                  <a:gd name="T75" fmla="*/ 94 h 102"/>
                  <a:gd name="T76" fmla="*/ 19 w 72"/>
                  <a:gd name="T77" fmla="*/ 77 h 102"/>
                  <a:gd name="T78" fmla="*/ 27 w 72"/>
                  <a:gd name="T79" fmla="*/ 70 h 102"/>
                  <a:gd name="T80" fmla="*/ 27 w 72"/>
                  <a:gd name="T81" fmla="*/ 69 h 102"/>
                  <a:gd name="T82" fmla="*/ 21 w 72"/>
                  <a:gd name="T83" fmla="*/ 71 h 102"/>
                  <a:gd name="T84" fmla="*/ 9 w 72"/>
                  <a:gd name="T85" fmla="*/ 76 h 102"/>
                  <a:gd name="T86" fmla="*/ 3 w 72"/>
                  <a:gd name="T87" fmla="*/ 75 h 102"/>
                  <a:gd name="T88" fmla="*/ 4 w 72"/>
                  <a:gd name="T89" fmla="*/ 69 h 102"/>
                  <a:gd name="T90" fmla="*/ 26 w 72"/>
                  <a:gd name="T91" fmla="*/ 60 h 102"/>
                  <a:gd name="T92" fmla="*/ 28 w 72"/>
                  <a:gd name="T93" fmla="*/ 57 h 102"/>
                  <a:gd name="T94" fmla="*/ 29 w 72"/>
                  <a:gd name="T95" fmla="*/ 49 h 102"/>
                  <a:gd name="T96" fmla="*/ 34 w 72"/>
                  <a:gd name="T97" fmla="*/ 29 h 102"/>
                  <a:gd name="T98" fmla="*/ 33 w 72"/>
                  <a:gd name="T99" fmla="*/ 28 h 102"/>
                  <a:gd name="T100" fmla="*/ 26 w 72"/>
                  <a:gd name="T101" fmla="*/ 32 h 102"/>
                  <a:gd name="T102" fmla="*/ 23 w 72"/>
                  <a:gd name="T103" fmla="*/ 36 h 102"/>
                  <a:gd name="T104" fmla="*/ 26 w 72"/>
                  <a:gd name="T105" fmla="*/ 42 h 102"/>
                  <a:gd name="T106" fmla="*/ 31 w 72"/>
                  <a:gd name="T107" fmla="*/ 40 h 102"/>
                  <a:gd name="T108" fmla="*/ 34 w 72"/>
                  <a:gd name="T109" fmla="*/ 29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2" h="102">
                    <a:moveTo>
                      <a:pt x="29" y="49"/>
                    </a:moveTo>
                    <a:cubicBezTo>
                      <a:pt x="19" y="52"/>
                      <a:pt x="18" y="52"/>
                      <a:pt x="15" y="43"/>
                    </a:cubicBezTo>
                    <a:cubicBezTo>
                      <a:pt x="13" y="36"/>
                      <a:pt x="11" y="28"/>
                      <a:pt x="10" y="21"/>
                    </a:cubicBezTo>
                    <a:cubicBezTo>
                      <a:pt x="9" y="19"/>
                      <a:pt x="11" y="16"/>
                      <a:pt x="13" y="15"/>
                    </a:cubicBezTo>
                    <a:cubicBezTo>
                      <a:pt x="16" y="13"/>
                      <a:pt x="18" y="16"/>
                      <a:pt x="19" y="18"/>
                    </a:cubicBezTo>
                    <a:cubicBezTo>
                      <a:pt x="19" y="21"/>
                      <a:pt x="20" y="23"/>
                      <a:pt x="20" y="26"/>
                    </a:cubicBezTo>
                    <a:cubicBezTo>
                      <a:pt x="26" y="25"/>
                      <a:pt x="31" y="24"/>
                      <a:pt x="35" y="22"/>
                    </a:cubicBezTo>
                    <a:cubicBezTo>
                      <a:pt x="37" y="21"/>
                      <a:pt x="38" y="18"/>
                      <a:pt x="40" y="16"/>
                    </a:cubicBezTo>
                    <a:cubicBezTo>
                      <a:pt x="41" y="15"/>
                      <a:pt x="42" y="14"/>
                      <a:pt x="43" y="14"/>
                    </a:cubicBezTo>
                    <a:cubicBezTo>
                      <a:pt x="44" y="15"/>
                      <a:pt x="44" y="17"/>
                      <a:pt x="44" y="19"/>
                    </a:cubicBezTo>
                    <a:cubicBezTo>
                      <a:pt x="44" y="22"/>
                      <a:pt x="43" y="25"/>
                      <a:pt x="43" y="28"/>
                    </a:cubicBezTo>
                    <a:cubicBezTo>
                      <a:pt x="37" y="29"/>
                      <a:pt x="39" y="36"/>
                      <a:pt x="36" y="40"/>
                    </a:cubicBezTo>
                    <a:cubicBezTo>
                      <a:pt x="36" y="41"/>
                      <a:pt x="37" y="41"/>
                      <a:pt x="37" y="42"/>
                    </a:cubicBezTo>
                    <a:cubicBezTo>
                      <a:pt x="39" y="41"/>
                      <a:pt x="42" y="40"/>
                      <a:pt x="44" y="38"/>
                    </a:cubicBezTo>
                    <a:cubicBezTo>
                      <a:pt x="48" y="32"/>
                      <a:pt x="52" y="26"/>
                      <a:pt x="56" y="20"/>
                    </a:cubicBezTo>
                    <a:cubicBezTo>
                      <a:pt x="59" y="15"/>
                      <a:pt x="56" y="9"/>
                      <a:pt x="49" y="9"/>
                    </a:cubicBezTo>
                    <a:cubicBezTo>
                      <a:pt x="42" y="8"/>
                      <a:pt x="34" y="10"/>
                      <a:pt x="28" y="14"/>
                    </a:cubicBezTo>
                    <a:cubicBezTo>
                      <a:pt x="25" y="16"/>
                      <a:pt x="22" y="15"/>
                      <a:pt x="20" y="13"/>
                    </a:cubicBezTo>
                    <a:cubicBezTo>
                      <a:pt x="17" y="9"/>
                      <a:pt x="17" y="7"/>
                      <a:pt x="22" y="6"/>
                    </a:cubicBezTo>
                    <a:cubicBezTo>
                      <a:pt x="31" y="3"/>
                      <a:pt x="40" y="0"/>
                      <a:pt x="50" y="1"/>
                    </a:cubicBezTo>
                    <a:cubicBezTo>
                      <a:pt x="58" y="1"/>
                      <a:pt x="63" y="7"/>
                      <a:pt x="68" y="12"/>
                    </a:cubicBezTo>
                    <a:cubicBezTo>
                      <a:pt x="72" y="15"/>
                      <a:pt x="70" y="20"/>
                      <a:pt x="67" y="24"/>
                    </a:cubicBezTo>
                    <a:cubicBezTo>
                      <a:pt x="61" y="32"/>
                      <a:pt x="55" y="40"/>
                      <a:pt x="49" y="48"/>
                    </a:cubicBezTo>
                    <a:cubicBezTo>
                      <a:pt x="47" y="51"/>
                      <a:pt x="45" y="52"/>
                      <a:pt x="42" y="49"/>
                    </a:cubicBezTo>
                    <a:cubicBezTo>
                      <a:pt x="41" y="48"/>
                      <a:pt x="38" y="47"/>
                      <a:pt x="37" y="47"/>
                    </a:cubicBezTo>
                    <a:cubicBezTo>
                      <a:pt x="36" y="48"/>
                      <a:pt x="35" y="50"/>
                      <a:pt x="35" y="52"/>
                    </a:cubicBezTo>
                    <a:cubicBezTo>
                      <a:pt x="34" y="59"/>
                      <a:pt x="34" y="59"/>
                      <a:pt x="41" y="58"/>
                    </a:cubicBezTo>
                    <a:cubicBezTo>
                      <a:pt x="43" y="57"/>
                      <a:pt x="46" y="56"/>
                      <a:pt x="48" y="57"/>
                    </a:cubicBezTo>
                    <a:cubicBezTo>
                      <a:pt x="50" y="57"/>
                      <a:pt x="53" y="58"/>
                      <a:pt x="53" y="59"/>
                    </a:cubicBezTo>
                    <a:cubicBezTo>
                      <a:pt x="54" y="61"/>
                      <a:pt x="54" y="64"/>
                      <a:pt x="53" y="66"/>
                    </a:cubicBezTo>
                    <a:cubicBezTo>
                      <a:pt x="52" y="68"/>
                      <a:pt x="50" y="69"/>
                      <a:pt x="48" y="70"/>
                    </a:cubicBezTo>
                    <a:cubicBezTo>
                      <a:pt x="44" y="73"/>
                      <a:pt x="39" y="75"/>
                      <a:pt x="37" y="81"/>
                    </a:cubicBezTo>
                    <a:cubicBezTo>
                      <a:pt x="40" y="81"/>
                      <a:pt x="43" y="81"/>
                      <a:pt x="45" y="81"/>
                    </a:cubicBezTo>
                    <a:cubicBezTo>
                      <a:pt x="51" y="81"/>
                      <a:pt x="56" y="84"/>
                      <a:pt x="57" y="89"/>
                    </a:cubicBezTo>
                    <a:cubicBezTo>
                      <a:pt x="58" y="93"/>
                      <a:pt x="55" y="97"/>
                      <a:pt x="51" y="98"/>
                    </a:cubicBezTo>
                    <a:cubicBezTo>
                      <a:pt x="43" y="99"/>
                      <a:pt x="35" y="100"/>
                      <a:pt x="26" y="101"/>
                    </a:cubicBezTo>
                    <a:cubicBezTo>
                      <a:pt x="22" y="102"/>
                      <a:pt x="19" y="100"/>
                      <a:pt x="17" y="96"/>
                    </a:cubicBezTo>
                    <a:cubicBezTo>
                      <a:pt x="16" y="96"/>
                      <a:pt x="16" y="95"/>
                      <a:pt x="15" y="94"/>
                    </a:cubicBezTo>
                    <a:cubicBezTo>
                      <a:pt x="11" y="84"/>
                      <a:pt x="11" y="84"/>
                      <a:pt x="19" y="77"/>
                    </a:cubicBezTo>
                    <a:cubicBezTo>
                      <a:pt x="22" y="75"/>
                      <a:pt x="24" y="72"/>
                      <a:pt x="27" y="70"/>
                    </a:cubicBezTo>
                    <a:cubicBezTo>
                      <a:pt x="27" y="70"/>
                      <a:pt x="27" y="69"/>
                      <a:pt x="27" y="69"/>
                    </a:cubicBezTo>
                    <a:cubicBezTo>
                      <a:pt x="25" y="69"/>
                      <a:pt x="23" y="70"/>
                      <a:pt x="21" y="71"/>
                    </a:cubicBezTo>
                    <a:cubicBezTo>
                      <a:pt x="17" y="72"/>
                      <a:pt x="13" y="74"/>
                      <a:pt x="9" y="76"/>
                    </a:cubicBezTo>
                    <a:cubicBezTo>
                      <a:pt x="7" y="76"/>
                      <a:pt x="5" y="76"/>
                      <a:pt x="3" y="75"/>
                    </a:cubicBezTo>
                    <a:cubicBezTo>
                      <a:pt x="0" y="72"/>
                      <a:pt x="0" y="71"/>
                      <a:pt x="4" y="69"/>
                    </a:cubicBezTo>
                    <a:cubicBezTo>
                      <a:pt x="12" y="66"/>
                      <a:pt x="19" y="63"/>
                      <a:pt x="26" y="60"/>
                    </a:cubicBezTo>
                    <a:cubicBezTo>
                      <a:pt x="27" y="60"/>
                      <a:pt x="28" y="58"/>
                      <a:pt x="28" y="57"/>
                    </a:cubicBezTo>
                    <a:cubicBezTo>
                      <a:pt x="29" y="55"/>
                      <a:pt x="29" y="52"/>
                      <a:pt x="29" y="49"/>
                    </a:cubicBezTo>
                    <a:close/>
                    <a:moveTo>
                      <a:pt x="34" y="29"/>
                    </a:moveTo>
                    <a:cubicBezTo>
                      <a:pt x="34" y="29"/>
                      <a:pt x="34" y="29"/>
                      <a:pt x="33" y="28"/>
                    </a:cubicBezTo>
                    <a:cubicBezTo>
                      <a:pt x="31" y="29"/>
                      <a:pt x="28" y="30"/>
                      <a:pt x="26" y="32"/>
                    </a:cubicBezTo>
                    <a:cubicBezTo>
                      <a:pt x="24" y="32"/>
                      <a:pt x="22" y="34"/>
                      <a:pt x="23" y="36"/>
                    </a:cubicBezTo>
                    <a:cubicBezTo>
                      <a:pt x="23" y="38"/>
                      <a:pt x="25" y="40"/>
                      <a:pt x="26" y="42"/>
                    </a:cubicBezTo>
                    <a:cubicBezTo>
                      <a:pt x="27" y="42"/>
                      <a:pt x="30" y="41"/>
                      <a:pt x="31" y="40"/>
                    </a:cubicBezTo>
                    <a:cubicBezTo>
                      <a:pt x="32" y="37"/>
                      <a:pt x="33" y="33"/>
                      <a:pt x="34" y="29"/>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26" name="Freeform 12">
                <a:extLst>
                  <a:ext uri="{FF2B5EF4-FFF2-40B4-BE49-F238E27FC236}">
                    <a16:creationId xmlns:a16="http://schemas.microsoft.com/office/drawing/2014/main" id="{D88D9717-3185-4A77-8E18-2A8659D441F7}"/>
                  </a:ext>
                </a:extLst>
              </p:cNvPr>
              <p:cNvSpPr>
                <a:spLocks/>
              </p:cNvSpPr>
              <p:nvPr/>
            </p:nvSpPr>
            <p:spPr bwMode="auto">
              <a:xfrm>
                <a:off x="8878184" y="2293480"/>
                <a:ext cx="236904" cy="593388"/>
              </a:xfrm>
              <a:custGeom>
                <a:avLst/>
                <a:gdLst>
                  <a:gd name="T0" fmla="*/ 30 w 39"/>
                  <a:gd name="T1" fmla="*/ 44 h 98"/>
                  <a:gd name="T2" fmla="*/ 36 w 39"/>
                  <a:gd name="T3" fmla="*/ 34 h 98"/>
                  <a:gd name="T4" fmla="*/ 37 w 39"/>
                  <a:gd name="T5" fmla="*/ 51 h 98"/>
                  <a:gd name="T6" fmla="*/ 25 w 39"/>
                  <a:gd name="T7" fmla="*/ 82 h 98"/>
                  <a:gd name="T8" fmla="*/ 21 w 39"/>
                  <a:gd name="T9" fmla="*/ 98 h 98"/>
                  <a:gd name="T10" fmla="*/ 13 w 39"/>
                  <a:gd name="T11" fmla="*/ 96 h 98"/>
                  <a:gd name="T12" fmla="*/ 5 w 39"/>
                  <a:gd name="T13" fmla="*/ 83 h 98"/>
                  <a:gd name="T14" fmla="*/ 11 w 39"/>
                  <a:gd name="T15" fmla="*/ 62 h 98"/>
                  <a:gd name="T16" fmla="*/ 9 w 39"/>
                  <a:gd name="T17" fmla="*/ 43 h 98"/>
                  <a:gd name="T18" fmla="*/ 12 w 39"/>
                  <a:gd name="T19" fmla="*/ 38 h 98"/>
                  <a:gd name="T20" fmla="*/ 18 w 39"/>
                  <a:gd name="T21" fmla="*/ 33 h 98"/>
                  <a:gd name="T22" fmla="*/ 23 w 39"/>
                  <a:gd name="T23" fmla="*/ 12 h 98"/>
                  <a:gd name="T24" fmla="*/ 11 w 39"/>
                  <a:gd name="T25" fmla="*/ 16 h 98"/>
                  <a:gd name="T26" fmla="*/ 2 w 39"/>
                  <a:gd name="T27" fmla="*/ 16 h 98"/>
                  <a:gd name="T28" fmla="*/ 0 w 39"/>
                  <a:gd name="T29" fmla="*/ 12 h 98"/>
                  <a:gd name="T30" fmla="*/ 3 w 39"/>
                  <a:gd name="T31" fmla="*/ 10 h 98"/>
                  <a:gd name="T32" fmla="*/ 16 w 39"/>
                  <a:gd name="T33" fmla="*/ 7 h 98"/>
                  <a:gd name="T34" fmla="*/ 26 w 39"/>
                  <a:gd name="T35" fmla="*/ 2 h 98"/>
                  <a:gd name="T36" fmla="*/ 32 w 39"/>
                  <a:gd name="T37" fmla="*/ 1 h 98"/>
                  <a:gd name="T38" fmla="*/ 35 w 39"/>
                  <a:gd name="T39" fmla="*/ 9 h 98"/>
                  <a:gd name="T40" fmla="*/ 34 w 39"/>
                  <a:gd name="T41" fmla="*/ 11 h 98"/>
                  <a:gd name="T42" fmla="*/ 27 w 39"/>
                  <a:gd name="T43" fmla="*/ 38 h 98"/>
                  <a:gd name="T44" fmla="*/ 28 w 39"/>
                  <a:gd name="T45" fmla="*/ 44 h 98"/>
                  <a:gd name="T46" fmla="*/ 30 w 39"/>
                  <a:gd name="T47" fmla="*/ 44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9" h="98">
                    <a:moveTo>
                      <a:pt x="30" y="44"/>
                    </a:moveTo>
                    <a:cubicBezTo>
                      <a:pt x="32" y="41"/>
                      <a:pt x="34" y="38"/>
                      <a:pt x="36" y="34"/>
                    </a:cubicBezTo>
                    <a:cubicBezTo>
                      <a:pt x="37" y="40"/>
                      <a:pt x="39" y="45"/>
                      <a:pt x="37" y="51"/>
                    </a:cubicBezTo>
                    <a:cubicBezTo>
                      <a:pt x="33" y="61"/>
                      <a:pt x="29" y="72"/>
                      <a:pt x="25" y="82"/>
                    </a:cubicBezTo>
                    <a:cubicBezTo>
                      <a:pt x="23" y="87"/>
                      <a:pt x="23" y="92"/>
                      <a:pt x="21" y="98"/>
                    </a:cubicBezTo>
                    <a:cubicBezTo>
                      <a:pt x="18" y="97"/>
                      <a:pt x="15" y="97"/>
                      <a:pt x="13" y="96"/>
                    </a:cubicBezTo>
                    <a:cubicBezTo>
                      <a:pt x="7" y="94"/>
                      <a:pt x="3" y="89"/>
                      <a:pt x="5" y="83"/>
                    </a:cubicBezTo>
                    <a:cubicBezTo>
                      <a:pt x="7" y="76"/>
                      <a:pt x="9" y="69"/>
                      <a:pt x="11" y="62"/>
                    </a:cubicBezTo>
                    <a:cubicBezTo>
                      <a:pt x="13" y="56"/>
                      <a:pt x="14" y="49"/>
                      <a:pt x="9" y="43"/>
                    </a:cubicBezTo>
                    <a:cubicBezTo>
                      <a:pt x="7" y="39"/>
                      <a:pt x="9" y="38"/>
                      <a:pt x="12" y="38"/>
                    </a:cubicBezTo>
                    <a:cubicBezTo>
                      <a:pt x="17" y="39"/>
                      <a:pt x="17" y="37"/>
                      <a:pt x="18" y="33"/>
                    </a:cubicBezTo>
                    <a:cubicBezTo>
                      <a:pt x="19" y="26"/>
                      <a:pt x="21" y="20"/>
                      <a:pt x="23" y="12"/>
                    </a:cubicBezTo>
                    <a:cubicBezTo>
                      <a:pt x="19" y="13"/>
                      <a:pt x="15" y="15"/>
                      <a:pt x="11" y="16"/>
                    </a:cubicBezTo>
                    <a:cubicBezTo>
                      <a:pt x="8" y="17"/>
                      <a:pt x="5" y="16"/>
                      <a:pt x="2" y="16"/>
                    </a:cubicBezTo>
                    <a:cubicBezTo>
                      <a:pt x="1" y="15"/>
                      <a:pt x="0" y="13"/>
                      <a:pt x="0" y="12"/>
                    </a:cubicBezTo>
                    <a:cubicBezTo>
                      <a:pt x="1" y="11"/>
                      <a:pt x="2" y="10"/>
                      <a:pt x="3" y="10"/>
                    </a:cubicBezTo>
                    <a:cubicBezTo>
                      <a:pt x="7" y="8"/>
                      <a:pt x="12" y="8"/>
                      <a:pt x="16" y="7"/>
                    </a:cubicBezTo>
                    <a:cubicBezTo>
                      <a:pt x="19" y="5"/>
                      <a:pt x="22" y="3"/>
                      <a:pt x="26" y="2"/>
                    </a:cubicBezTo>
                    <a:cubicBezTo>
                      <a:pt x="28" y="1"/>
                      <a:pt x="32" y="0"/>
                      <a:pt x="32" y="1"/>
                    </a:cubicBezTo>
                    <a:cubicBezTo>
                      <a:pt x="34" y="3"/>
                      <a:pt x="35" y="6"/>
                      <a:pt x="35" y="9"/>
                    </a:cubicBezTo>
                    <a:cubicBezTo>
                      <a:pt x="36" y="9"/>
                      <a:pt x="35" y="10"/>
                      <a:pt x="34" y="11"/>
                    </a:cubicBezTo>
                    <a:cubicBezTo>
                      <a:pt x="27" y="19"/>
                      <a:pt x="28" y="29"/>
                      <a:pt x="27" y="38"/>
                    </a:cubicBezTo>
                    <a:cubicBezTo>
                      <a:pt x="27" y="40"/>
                      <a:pt x="28" y="42"/>
                      <a:pt x="28" y="44"/>
                    </a:cubicBezTo>
                    <a:cubicBezTo>
                      <a:pt x="29" y="44"/>
                      <a:pt x="29" y="44"/>
                      <a:pt x="30" y="44"/>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grpSp>
      </p:grpSp>
      <p:pic>
        <p:nvPicPr>
          <p:cNvPr id="143" name="图片 142"/>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0203766" y="6386257"/>
            <a:ext cx="1257421" cy="276480"/>
          </a:xfrm>
          <a:prstGeom prst="rect">
            <a:avLst/>
          </a:prstGeom>
        </p:spPr>
      </p:pic>
    </p:spTree>
    <p:extLst>
      <p:ext uri="{BB962C8B-B14F-4D97-AF65-F5344CB8AC3E}">
        <p14:creationId xmlns:p14="http://schemas.microsoft.com/office/powerpoint/2010/main" val="1362392777"/>
      </p:ext>
    </p:extLst>
  </p:cSld>
  <p:clrMapOvr>
    <a:masterClrMapping/>
  </p:clrMapOvr>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内页样式1-常规">
    <p:spTree>
      <p:nvGrpSpPr>
        <p:cNvPr id="1" name=""/>
        <p:cNvGrpSpPr/>
        <p:nvPr/>
      </p:nvGrpSpPr>
      <p:grpSpPr>
        <a:xfrm>
          <a:off x="0" y="0"/>
          <a:ext cx="0" cy="0"/>
          <a:chOff x="0" y="0"/>
          <a:chExt cx="0" cy="0"/>
        </a:xfrm>
      </p:grpSpPr>
      <p:cxnSp>
        <p:nvCxnSpPr>
          <p:cNvPr id="2" name="直接连接符 1"/>
          <p:cNvCxnSpPr/>
          <p:nvPr userDrawn="1"/>
        </p:nvCxnSpPr>
        <p:spPr>
          <a:xfrm>
            <a:off x="1550089" y="863157"/>
            <a:ext cx="10318623" cy="0"/>
          </a:xfrm>
          <a:prstGeom prst="line">
            <a:avLst/>
          </a:prstGeom>
          <a:ln w="28575">
            <a:solidFill>
              <a:schemeClr val="accent3"/>
            </a:solidFill>
          </a:ln>
        </p:spPr>
        <p:style>
          <a:lnRef idx="1">
            <a:schemeClr val="accent1"/>
          </a:lnRef>
          <a:fillRef idx="0">
            <a:schemeClr val="accent1"/>
          </a:fillRef>
          <a:effectRef idx="0">
            <a:schemeClr val="accent1"/>
          </a:effectRef>
          <a:fontRef idx="minor">
            <a:schemeClr val="tx1"/>
          </a:fontRef>
        </p:style>
      </p:cxnSp>
      <p:sp>
        <p:nvSpPr>
          <p:cNvPr id="24" name="矩形 23">
            <a:extLst>
              <a:ext uri="{FF2B5EF4-FFF2-40B4-BE49-F238E27FC236}">
                <a16:creationId xmlns:a16="http://schemas.microsoft.com/office/drawing/2014/main" id="{6833366C-F485-4B9F-89F5-27A807162B12}"/>
              </a:ext>
            </a:extLst>
          </p:cNvPr>
          <p:cNvSpPr/>
          <p:nvPr userDrawn="1"/>
        </p:nvSpPr>
        <p:spPr>
          <a:xfrm>
            <a:off x="11155416" y="6188075"/>
            <a:ext cx="713296" cy="669925"/>
          </a:xfrm>
          <a:prstGeom prst="rect">
            <a:avLst/>
          </a:prstGeom>
          <a:solidFill>
            <a:schemeClr val="accent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3" name="矩形 2">
            <a:extLst>
              <a:ext uri="{FF2B5EF4-FFF2-40B4-BE49-F238E27FC236}">
                <a16:creationId xmlns:a16="http://schemas.microsoft.com/office/drawing/2014/main" id="{C10D966C-9DD4-4144-A316-29077EB905B4}"/>
              </a:ext>
            </a:extLst>
          </p:cNvPr>
          <p:cNvSpPr/>
          <p:nvPr userDrawn="1"/>
        </p:nvSpPr>
        <p:spPr>
          <a:xfrm>
            <a:off x="318632" y="0"/>
            <a:ext cx="1048735" cy="873125"/>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p>
        </p:txBody>
      </p:sp>
      <p:sp>
        <p:nvSpPr>
          <p:cNvPr id="12" name="标题 11"/>
          <p:cNvSpPr>
            <a:spLocks noGrp="1"/>
          </p:cNvSpPr>
          <p:nvPr>
            <p:ph type="title"/>
          </p:nvPr>
        </p:nvSpPr>
        <p:spPr>
          <a:xfrm>
            <a:off x="1606550" y="344317"/>
            <a:ext cx="8643848" cy="48013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lang="zh-CN" altLang="en-US" sz="2800" b="1" baseline="0">
                <a:latin typeface="微软雅黑" panose="020B0503020204020204" pitchFamily="34" charset="-122"/>
                <a:ea typeface="微软雅黑" panose="020B0503020204020204" pitchFamily="34" charset="-122"/>
                <a:cs typeface="+mn-cs"/>
              </a:defRPr>
            </a:lvl1pPr>
          </a:lstStyle>
          <a:p>
            <a:pPr lvl="0" eaLnBrk="1" hangingPunct="1"/>
            <a:r>
              <a:rPr lang="zh-CN" altLang="en-US" dirty="0"/>
              <a:t>单击此处编辑母版标题样式</a:t>
            </a:r>
          </a:p>
        </p:txBody>
      </p:sp>
      <p:sp>
        <p:nvSpPr>
          <p:cNvPr id="5" name="矩形 4">
            <a:extLst>
              <a:ext uri="{FF2B5EF4-FFF2-40B4-BE49-F238E27FC236}">
                <a16:creationId xmlns:a16="http://schemas.microsoft.com/office/drawing/2014/main" id="{6833366C-F485-4B9F-89F5-27A807162B12}"/>
              </a:ext>
            </a:extLst>
          </p:cNvPr>
          <p:cNvSpPr/>
          <p:nvPr userDrawn="1"/>
        </p:nvSpPr>
        <p:spPr>
          <a:xfrm>
            <a:off x="318631" y="6188075"/>
            <a:ext cx="10844339" cy="669925"/>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6" name="文本框 5"/>
          <p:cNvSpPr txBox="1">
            <a:spLocks noChangeArrowheads="1"/>
          </p:cNvSpPr>
          <p:nvPr userDrawn="1"/>
        </p:nvSpPr>
        <p:spPr bwMode="auto">
          <a:xfrm>
            <a:off x="11233150" y="6353175"/>
            <a:ext cx="55086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0">
            <a:spAutoFit/>
          </a:bodyPr>
          <a:lstStyle>
            <a:lvl1pPr>
              <a:defRPr>
                <a:solidFill>
                  <a:schemeClr val="tx1"/>
                </a:solidFill>
                <a:latin typeface="Century Gothic" panose="020B0502020202020204" pitchFamily="34" charset="0"/>
                <a:ea typeface="微软雅黑" panose="020B0503020204020204" pitchFamily="34" charset="-122"/>
              </a:defRPr>
            </a:lvl1pPr>
            <a:lvl2pPr marL="742950" indent="-285750">
              <a:defRPr>
                <a:solidFill>
                  <a:schemeClr val="tx1"/>
                </a:solidFill>
                <a:latin typeface="Century Gothic" panose="020B0502020202020204" pitchFamily="34" charset="0"/>
                <a:ea typeface="微软雅黑" panose="020B0503020204020204" pitchFamily="34" charset="-122"/>
              </a:defRPr>
            </a:lvl2pPr>
            <a:lvl3pPr marL="1143000" indent="-228600">
              <a:defRPr>
                <a:solidFill>
                  <a:schemeClr val="tx1"/>
                </a:solidFill>
                <a:latin typeface="Century Gothic" panose="020B0502020202020204" pitchFamily="34" charset="0"/>
                <a:ea typeface="微软雅黑" panose="020B0503020204020204" pitchFamily="34" charset="-122"/>
              </a:defRPr>
            </a:lvl3pPr>
            <a:lvl4pPr marL="1600200" indent="-228600">
              <a:defRPr>
                <a:solidFill>
                  <a:schemeClr val="tx1"/>
                </a:solidFill>
                <a:latin typeface="Century Gothic" panose="020B0502020202020204" pitchFamily="34" charset="0"/>
                <a:ea typeface="微软雅黑" panose="020B0503020204020204" pitchFamily="34" charset="-122"/>
              </a:defRPr>
            </a:lvl4pPr>
            <a:lvl5pPr marL="2057400" indent="-228600">
              <a:defRPr>
                <a:solidFill>
                  <a:schemeClr val="tx1"/>
                </a:solidFill>
                <a:latin typeface="Century Gothic" panose="020B050202020202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9pPr>
          </a:lstStyle>
          <a:p>
            <a:pPr algn="ctr" eaLnBrk="1" hangingPunct="1">
              <a:defRPr/>
            </a:pPr>
            <a:fld id="{4CE2CC6A-3CD6-4EB2-A6B9-76993E7CF1F2}" type="slidenum">
              <a:rPr lang="zh-CN" altLang="en-US" sz="1600" smtClean="0">
                <a:solidFill>
                  <a:srgbClr val="F2F2F2"/>
                </a:solidFill>
                <a:latin typeface="微软雅黑" panose="020B0503020204020204" pitchFamily="34" charset="-122"/>
              </a:rPr>
              <a:pPr algn="ctr" eaLnBrk="1" hangingPunct="1">
                <a:defRPr/>
              </a:pPr>
              <a:t>‹#›</a:t>
            </a:fld>
            <a:endParaRPr lang="zh-CN" altLang="en-US" sz="1600" dirty="0">
              <a:solidFill>
                <a:srgbClr val="F2F2F2"/>
              </a:solidFill>
              <a:latin typeface="微软雅黑" panose="020B0503020204020204" pitchFamily="34" charset="-122"/>
            </a:endParaRPr>
          </a:p>
        </p:txBody>
      </p:sp>
      <p:sp>
        <p:nvSpPr>
          <p:cNvPr id="25" name="矩形 24">
            <a:extLst>
              <a:ext uri="{FF2B5EF4-FFF2-40B4-BE49-F238E27FC236}">
                <a16:creationId xmlns:a16="http://schemas.microsoft.com/office/drawing/2014/main" id="{C10D966C-9DD4-4144-A316-29077EB905B4}"/>
              </a:ext>
            </a:extLst>
          </p:cNvPr>
          <p:cNvSpPr/>
          <p:nvPr userDrawn="1"/>
        </p:nvSpPr>
        <p:spPr>
          <a:xfrm>
            <a:off x="1378908" y="-1612"/>
            <a:ext cx="167082" cy="874737"/>
          </a:xfrm>
          <a:prstGeom prst="rect">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p>
        </p:txBody>
      </p:sp>
      <p:grpSp>
        <p:nvGrpSpPr>
          <p:cNvPr id="56" name="组合 55"/>
          <p:cNvGrpSpPr/>
          <p:nvPr userDrawn="1"/>
        </p:nvGrpSpPr>
        <p:grpSpPr>
          <a:xfrm>
            <a:off x="598941" y="6399999"/>
            <a:ext cx="2542613" cy="276499"/>
            <a:chOff x="598941" y="6399999"/>
            <a:chExt cx="2542613" cy="276499"/>
          </a:xfrm>
          <a:solidFill>
            <a:schemeClr val="bg1"/>
          </a:solidFill>
        </p:grpSpPr>
        <p:grpSp>
          <p:nvGrpSpPr>
            <p:cNvPr id="33" name="组合 32">
              <a:extLst>
                <a:ext uri="{FF2B5EF4-FFF2-40B4-BE49-F238E27FC236}">
                  <a16:creationId xmlns:a16="http://schemas.microsoft.com/office/drawing/2014/main" id="{2B6AF4F4-F405-428E-ACB6-6C287CCD9962}"/>
                </a:ext>
              </a:extLst>
            </p:cNvPr>
            <p:cNvGrpSpPr/>
            <p:nvPr/>
          </p:nvGrpSpPr>
          <p:grpSpPr>
            <a:xfrm>
              <a:off x="2055693" y="6402621"/>
              <a:ext cx="1085861" cy="270805"/>
              <a:chOff x="10340336" y="2247899"/>
              <a:chExt cx="2724438" cy="679451"/>
            </a:xfrm>
            <a:grpFill/>
          </p:grpSpPr>
          <p:sp>
            <p:nvSpPr>
              <p:cNvPr id="47" name="Freeform 5">
                <a:extLst>
                  <a:ext uri="{FF2B5EF4-FFF2-40B4-BE49-F238E27FC236}">
                    <a16:creationId xmlns:a16="http://schemas.microsoft.com/office/drawing/2014/main" id="{7EF8326A-A460-4F1F-A35E-22F6C0E02782}"/>
                  </a:ext>
                </a:extLst>
              </p:cNvPr>
              <p:cNvSpPr>
                <a:spLocks/>
              </p:cNvSpPr>
              <p:nvPr/>
            </p:nvSpPr>
            <p:spPr bwMode="auto">
              <a:xfrm>
                <a:off x="11868131" y="2285206"/>
                <a:ext cx="534988" cy="603250"/>
              </a:xfrm>
              <a:custGeom>
                <a:avLst/>
                <a:gdLst>
                  <a:gd name="T0" fmla="*/ 41 w 125"/>
                  <a:gd name="T1" fmla="*/ 16 h 142"/>
                  <a:gd name="T2" fmla="*/ 49 w 125"/>
                  <a:gd name="T3" fmla="*/ 3 h 142"/>
                  <a:gd name="T4" fmla="*/ 62 w 125"/>
                  <a:gd name="T5" fmla="*/ 20 h 142"/>
                  <a:gd name="T6" fmla="*/ 64 w 125"/>
                  <a:gd name="T7" fmla="*/ 33 h 142"/>
                  <a:gd name="T8" fmla="*/ 50 w 125"/>
                  <a:gd name="T9" fmla="*/ 34 h 142"/>
                  <a:gd name="T10" fmla="*/ 58 w 125"/>
                  <a:gd name="T11" fmla="*/ 58 h 142"/>
                  <a:gd name="T12" fmla="*/ 75 w 125"/>
                  <a:gd name="T13" fmla="*/ 59 h 142"/>
                  <a:gd name="T14" fmla="*/ 71 w 125"/>
                  <a:gd name="T15" fmla="*/ 50 h 142"/>
                  <a:gd name="T16" fmla="*/ 81 w 125"/>
                  <a:gd name="T17" fmla="*/ 47 h 142"/>
                  <a:gd name="T18" fmla="*/ 65 w 125"/>
                  <a:gd name="T19" fmla="*/ 42 h 142"/>
                  <a:gd name="T20" fmla="*/ 63 w 125"/>
                  <a:gd name="T21" fmla="*/ 37 h 142"/>
                  <a:gd name="T22" fmla="*/ 85 w 125"/>
                  <a:gd name="T23" fmla="*/ 27 h 142"/>
                  <a:gd name="T24" fmla="*/ 93 w 125"/>
                  <a:gd name="T25" fmla="*/ 2 h 142"/>
                  <a:gd name="T26" fmla="*/ 99 w 125"/>
                  <a:gd name="T27" fmla="*/ 5 h 142"/>
                  <a:gd name="T28" fmla="*/ 111 w 125"/>
                  <a:gd name="T29" fmla="*/ 30 h 142"/>
                  <a:gd name="T30" fmla="*/ 102 w 125"/>
                  <a:gd name="T31" fmla="*/ 34 h 142"/>
                  <a:gd name="T32" fmla="*/ 95 w 125"/>
                  <a:gd name="T33" fmla="*/ 59 h 142"/>
                  <a:gd name="T34" fmla="*/ 123 w 125"/>
                  <a:gd name="T35" fmla="*/ 61 h 142"/>
                  <a:gd name="T36" fmla="*/ 110 w 125"/>
                  <a:gd name="T37" fmla="*/ 71 h 142"/>
                  <a:gd name="T38" fmla="*/ 104 w 125"/>
                  <a:gd name="T39" fmla="*/ 82 h 142"/>
                  <a:gd name="T40" fmla="*/ 112 w 125"/>
                  <a:gd name="T41" fmla="*/ 134 h 142"/>
                  <a:gd name="T42" fmla="*/ 102 w 125"/>
                  <a:gd name="T43" fmla="*/ 140 h 142"/>
                  <a:gd name="T44" fmla="*/ 89 w 125"/>
                  <a:gd name="T45" fmla="*/ 123 h 142"/>
                  <a:gd name="T46" fmla="*/ 101 w 125"/>
                  <a:gd name="T47" fmla="*/ 128 h 142"/>
                  <a:gd name="T48" fmla="*/ 101 w 125"/>
                  <a:gd name="T49" fmla="*/ 92 h 142"/>
                  <a:gd name="T50" fmla="*/ 97 w 125"/>
                  <a:gd name="T51" fmla="*/ 99 h 142"/>
                  <a:gd name="T52" fmla="*/ 90 w 125"/>
                  <a:gd name="T53" fmla="*/ 103 h 142"/>
                  <a:gd name="T54" fmla="*/ 86 w 125"/>
                  <a:gd name="T55" fmla="*/ 110 h 142"/>
                  <a:gd name="T56" fmla="*/ 81 w 125"/>
                  <a:gd name="T57" fmla="*/ 120 h 142"/>
                  <a:gd name="T58" fmla="*/ 88 w 125"/>
                  <a:gd name="T59" fmla="*/ 71 h 142"/>
                  <a:gd name="T60" fmla="*/ 60 w 125"/>
                  <a:gd name="T61" fmla="*/ 87 h 142"/>
                  <a:gd name="T62" fmla="*/ 53 w 125"/>
                  <a:gd name="T63" fmla="*/ 89 h 142"/>
                  <a:gd name="T64" fmla="*/ 51 w 125"/>
                  <a:gd name="T65" fmla="*/ 128 h 142"/>
                  <a:gd name="T66" fmla="*/ 43 w 125"/>
                  <a:gd name="T67" fmla="*/ 134 h 142"/>
                  <a:gd name="T68" fmla="*/ 39 w 125"/>
                  <a:gd name="T69" fmla="*/ 107 h 142"/>
                  <a:gd name="T70" fmla="*/ 33 w 125"/>
                  <a:gd name="T71" fmla="*/ 114 h 142"/>
                  <a:gd name="T72" fmla="*/ 17 w 125"/>
                  <a:gd name="T73" fmla="*/ 108 h 142"/>
                  <a:gd name="T74" fmla="*/ 5 w 125"/>
                  <a:gd name="T75" fmla="*/ 81 h 142"/>
                  <a:gd name="T76" fmla="*/ 34 w 125"/>
                  <a:gd name="T77" fmla="*/ 56 h 142"/>
                  <a:gd name="T78" fmla="*/ 38 w 125"/>
                  <a:gd name="T79" fmla="*/ 33 h 142"/>
                  <a:gd name="T80" fmla="*/ 22 w 125"/>
                  <a:gd name="T81" fmla="*/ 55 h 142"/>
                  <a:gd name="T82" fmla="*/ 14 w 125"/>
                  <a:gd name="T83" fmla="*/ 55 h 142"/>
                  <a:gd name="T84" fmla="*/ 11 w 125"/>
                  <a:gd name="T85" fmla="*/ 36 h 142"/>
                  <a:gd name="T86" fmla="*/ 32 w 125"/>
                  <a:gd name="T87" fmla="*/ 22 h 142"/>
                  <a:gd name="T88" fmla="*/ 28 w 125"/>
                  <a:gd name="T89" fmla="*/ 33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5" h="142">
                    <a:moveTo>
                      <a:pt x="28" y="33"/>
                    </a:moveTo>
                    <a:cubicBezTo>
                      <a:pt x="35" y="29"/>
                      <a:pt x="41" y="25"/>
                      <a:pt x="41" y="16"/>
                    </a:cubicBezTo>
                    <a:cubicBezTo>
                      <a:pt x="41" y="13"/>
                      <a:pt x="43" y="9"/>
                      <a:pt x="44" y="6"/>
                    </a:cubicBezTo>
                    <a:cubicBezTo>
                      <a:pt x="45" y="5"/>
                      <a:pt x="48" y="3"/>
                      <a:pt x="49" y="3"/>
                    </a:cubicBezTo>
                    <a:cubicBezTo>
                      <a:pt x="54" y="4"/>
                      <a:pt x="59" y="9"/>
                      <a:pt x="59" y="15"/>
                    </a:cubicBezTo>
                    <a:cubicBezTo>
                      <a:pt x="59" y="18"/>
                      <a:pt x="60" y="19"/>
                      <a:pt x="62" y="20"/>
                    </a:cubicBezTo>
                    <a:cubicBezTo>
                      <a:pt x="65" y="22"/>
                      <a:pt x="68" y="25"/>
                      <a:pt x="69" y="28"/>
                    </a:cubicBezTo>
                    <a:cubicBezTo>
                      <a:pt x="71" y="32"/>
                      <a:pt x="68" y="34"/>
                      <a:pt x="64" y="33"/>
                    </a:cubicBezTo>
                    <a:cubicBezTo>
                      <a:pt x="62" y="32"/>
                      <a:pt x="60" y="31"/>
                      <a:pt x="57" y="30"/>
                    </a:cubicBezTo>
                    <a:cubicBezTo>
                      <a:pt x="53" y="28"/>
                      <a:pt x="51" y="29"/>
                      <a:pt x="50" y="34"/>
                    </a:cubicBezTo>
                    <a:cubicBezTo>
                      <a:pt x="48" y="45"/>
                      <a:pt x="46" y="56"/>
                      <a:pt x="52" y="66"/>
                    </a:cubicBezTo>
                    <a:cubicBezTo>
                      <a:pt x="54" y="64"/>
                      <a:pt x="56" y="62"/>
                      <a:pt x="58" y="58"/>
                    </a:cubicBezTo>
                    <a:cubicBezTo>
                      <a:pt x="61" y="62"/>
                      <a:pt x="63" y="65"/>
                      <a:pt x="65" y="69"/>
                    </a:cubicBezTo>
                    <a:cubicBezTo>
                      <a:pt x="68" y="66"/>
                      <a:pt x="72" y="62"/>
                      <a:pt x="75" y="59"/>
                    </a:cubicBezTo>
                    <a:cubicBezTo>
                      <a:pt x="76" y="58"/>
                      <a:pt x="75" y="56"/>
                      <a:pt x="75" y="55"/>
                    </a:cubicBezTo>
                    <a:cubicBezTo>
                      <a:pt x="74" y="53"/>
                      <a:pt x="71" y="51"/>
                      <a:pt x="71" y="50"/>
                    </a:cubicBezTo>
                    <a:cubicBezTo>
                      <a:pt x="72" y="47"/>
                      <a:pt x="75" y="46"/>
                      <a:pt x="78" y="47"/>
                    </a:cubicBezTo>
                    <a:cubicBezTo>
                      <a:pt x="79" y="47"/>
                      <a:pt x="80" y="47"/>
                      <a:pt x="81" y="47"/>
                    </a:cubicBezTo>
                    <a:cubicBezTo>
                      <a:pt x="81" y="44"/>
                      <a:pt x="82" y="40"/>
                      <a:pt x="83" y="35"/>
                    </a:cubicBezTo>
                    <a:cubicBezTo>
                      <a:pt x="76" y="38"/>
                      <a:pt x="71" y="40"/>
                      <a:pt x="65" y="42"/>
                    </a:cubicBezTo>
                    <a:cubicBezTo>
                      <a:pt x="61" y="44"/>
                      <a:pt x="60" y="44"/>
                      <a:pt x="57" y="40"/>
                    </a:cubicBezTo>
                    <a:cubicBezTo>
                      <a:pt x="59" y="39"/>
                      <a:pt x="61" y="38"/>
                      <a:pt x="63" y="37"/>
                    </a:cubicBezTo>
                    <a:cubicBezTo>
                      <a:pt x="69" y="35"/>
                      <a:pt x="75" y="33"/>
                      <a:pt x="81" y="30"/>
                    </a:cubicBezTo>
                    <a:cubicBezTo>
                      <a:pt x="83" y="30"/>
                      <a:pt x="84" y="28"/>
                      <a:pt x="85" y="27"/>
                    </a:cubicBezTo>
                    <a:cubicBezTo>
                      <a:pt x="87" y="21"/>
                      <a:pt x="88" y="14"/>
                      <a:pt x="90" y="8"/>
                    </a:cubicBezTo>
                    <a:cubicBezTo>
                      <a:pt x="90" y="6"/>
                      <a:pt x="92" y="3"/>
                      <a:pt x="93" y="2"/>
                    </a:cubicBezTo>
                    <a:cubicBezTo>
                      <a:pt x="94" y="0"/>
                      <a:pt x="96" y="0"/>
                      <a:pt x="98" y="0"/>
                    </a:cubicBezTo>
                    <a:cubicBezTo>
                      <a:pt x="98" y="1"/>
                      <a:pt x="99" y="4"/>
                      <a:pt x="99" y="5"/>
                    </a:cubicBezTo>
                    <a:cubicBezTo>
                      <a:pt x="93" y="12"/>
                      <a:pt x="94" y="20"/>
                      <a:pt x="92" y="28"/>
                    </a:cubicBezTo>
                    <a:cubicBezTo>
                      <a:pt x="98" y="31"/>
                      <a:pt x="105" y="25"/>
                      <a:pt x="111" y="30"/>
                    </a:cubicBezTo>
                    <a:cubicBezTo>
                      <a:pt x="109" y="33"/>
                      <a:pt x="107" y="36"/>
                      <a:pt x="103" y="35"/>
                    </a:cubicBezTo>
                    <a:cubicBezTo>
                      <a:pt x="103" y="34"/>
                      <a:pt x="102" y="34"/>
                      <a:pt x="102" y="34"/>
                    </a:cubicBezTo>
                    <a:cubicBezTo>
                      <a:pt x="92" y="34"/>
                      <a:pt x="88" y="39"/>
                      <a:pt x="90" y="49"/>
                    </a:cubicBezTo>
                    <a:cubicBezTo>
                      <a:pt x="91" y="52"/>
                      <a:pt x="93" y="55"/>
                      <a:pt x="95" y="59"/>
                    </a:cubicBezTo>
                    <a:cubicBezTo>
                      <a:pt x="99" y="59"/>
                      <a:pt x="104" y="58"/>
                      <a:pt x="109" y="57"/>
                    </a:cubicBezTo>
                    <a:cubicBezTo>
                      <a:pt x="114" y="56"/>
                      <a:pt x="119" y="58"/>
                      <a:pt x="123" y="61"/>
                    </a:cubicBezTo>
                    <a:cubicBezTo>
                      <a:pt x="125" y="63"/>
                      <a:pt x="125" y="66"/>
                      <a:pt x="122" y="67"/>
                    </a:cubicBezTo>
                    <a:cubicBezTo>
                      <a:pt x="118" y="69"/>
                      <a:pt x="114" y="71"/>
                      <a:pt x="110" y="71"/>
                    </a:cubicBezTo>
                    <a:cubicBezTo>
                      <a:pt x="103" y="70"/>
                      <a:pt x="99" y="75"/>
                      <a:pt x="95" y="79"/>
                    </a:cubicBezTo>
                    <a:cubicBezTo>
                      <a:pt x="98" y="80"/>
                      <a:pt x="102" y="80"/>
                      <a:pt x="104" y="82"/>
                    </a:cubicBezTo>
                    <a:cubicBezTo>
                      <a:pt x="106" y="83"/>
                      <a:pt x="108" y="86"/>
                      <a:pt x="109" y="88"/>
                    </a:cubicBezTo>
                    <a:cubicBezTo>
                      <a:pt x="110" y="104"/>
                      <a:pt x="111" y="119"/>
                      <a:pt x="112" y="134"/>
                    </a:cubicBezTo>
                    <a:cubicBezTo>
                      <a:pt x="112" y="137"/>
                      <a:pt x="110" y="140"/>
                      <a:pt x="110" y="142"/>
                    </a:cubicBezTo>
                    <a:cubicBezTo>
                      <a:pt x="107" y="141"/>
                      <a:pt x="104" y="141"/>
                      <a:pt x="102" y="140"/>
                    </a:cubicBezTo>
                    <a:cubicBezTo>
                      <a:pt x="97" y="136"/>
                      <a:pt x="93" y="131"/>
                      <a:pt x="90" y="127"/>
                    </a:cubicBezTo>
                    <a:cubicBezTo>
                      <a:pt x="89" y="126"/>
                      <a:pt x="89" y="124"/>
                      <a:pt x="89" y="123"/>
                    </a:cubicBezTo>
                    <a:cubicBezTo>
                      <a:pt x="92" y="125"/>
                      <a:pt x="96" y="127"/>
                      <a:pt x="100" y="130"/>
                    </a:cubicBezTo>
                    <a:cubicBezTo>
                      <a:pt x="100" y="129"/>
                      <a:pt x="101" y="129"/>
                      <a:pt x="101" y="128"/>
                    </a:cubicBezTo>
                    <a:cubicBezTo>
                      <a:pt x="101" y="121"/>
                      <a:pt x="101" y="113"/>
                      <a:pt x="101" y="105"/>
                    </a:cubicBezTo>
                    <a:cubicBezTo>
                      <a:pt x="101" y="101"/>
                      <a:pt x="101" y="96"/>
                      <a:pt x="101" y="92"/>
                    </a:cubicBezTo>
                    <a:cubicBezTo>
                      <a:pt x="99" y="85"/>
                      <a:pt x="96" y="84"/>
                      <a:pt x="90" y="90"/>
                    </a:cubicBezTo>
                    <a:cubicBezTo>
                      <a:pt x="92" y="93"/>
                      <a:pt x="97" y="93"/>
                      <a:pt x="97" y="99"/>
                    </a:cubicBezTo>
                    <a:cubicBezTo>
                      <a:pt x="94" y="98"/>
                      <a:pt x="91" y="97"/>
                      <a:pt x="88" y="96"/>
                    </a:cubicBezTo>
                    <a:cubicBezTo>
                      <a:pt x="84" y="100"/>
                      <a:pt x="84" y="101"/>
                      <a:pt x="90" y="103"/>
                    </a:cubicBezTo>
                    <a:cubicBezTo>
                      <a:pt x="95" y="106"/>
                      <a:pt x="98" y="111"/>
                      <a:pt x="96" y="112"/>
                    </a:cubicBezTo>
                    <a:cubicBezTo>
                      <a:pt x="92" y="115"/>
                      <a:pt x="89" y="112"/>
                      <a:pt x="86" y="110"/>
                    </a:cubicBezTo>
                    <a:cubicBezTo>
                      <a:pt x="85" y="110"/>
                      <a:pt x="84" y="109"/>
                      <a:pt x="83" y="108"/>
                    </a:cubicBezTo>
                    <a:cubicBezTo>
                      <a:pt x="82" y="112"/>
                      <a:pt x="82" y="116"/>
                      <a:pt x="81" y="120"/>
                    </a:cubicBezTo>
                    <a:cubicBezTo>
                      <a:pt x="74" y="118"/>
                      <a:pt x="72" y="114"/>
                      <a:pt x="73" y="108"/>
                    </a:cubicBezTo>
                    <a:cubicBezTo>
                      <a:pt x="76" y="95"/>
                      <a:pt x="81" y="83"/>
                      <a:pt x="88" y="71"/>
                    </a:cubicBezTo>
                    <a:cubicBezTo>
                      <a:pt x="84" y="74"/>
                      <a:pt x="80" y="76"/>
                      <a:pt x="76" y="78"/>
                    </a:cubicBezTo>
                    <a:cubicBezTo>
                      <a:pt x="71" y="81"/>
                      <a:pt x="65" y="84"/>
                      <a:pt x="60" y="87"/>
                    </a:cubicBezTo>
                    <a:cubicBezTo>
                      <a:pt x="60" y="87"/>
                      <a:pt x="60" y="87"/>
                      <a:pt x="59" y="87"/>
                    </a:cubicBezTo>
                    <a:cubicBezTo>
                      <a:pt x="57" y="88"/>
                      <a:pt x="54" y="88"/>
                      <a:pt x="53" y="89"/>
                    </a:cubicBezTo>
                    <a:cubicBezTo>
                      <a:pt x="51" y="93"/>
                      <a:pt x="49" y="97"/>
                      <a:pt x="49" y="101"/>
                    </a:cubicBezTo>
                    <a:cubicBezTo>
                      <a:pt x="49" y="110"/>
                      <a:pt x="50" y="119"/>
                      <a:pt x="51" y="128"/>
                    </a:cubicBezTo>
                    <a:cubicBezTo>
                      <a:pt x="51" y="131"/>
                      <a:pt x="51" y="134"/>
                      <a:pt x="51" y="137"/>
                    </a:cubicBezTo>
                    <a:cubicBezTo>
                      <a:pt x="48" y="136"/>
                      <a:pt x="45" y="136"/>
                      <a:pt x="43" y="134"/>
                    </a:cubicBezTo>
                    <a:cubicBezTo>
                      <a:pt x="40" y="132"/>
                      <a:pt x="37" y="130"/>
                      <a:pt x="38" y="125"/>
                    </a:cubicBezTo>
                    <a:cubicBezTo>
                      <a:pt x="40" y="119"/>
                      <a:pt x="39" y="113"/>
                      <a:pt x="39" y="107"/>
                    </a:cubicBezTo>
                    <a:cubicBezTo>
                      <a:pt x="38" y="107"/>
                      <a:pt x="38" y="107"/>
                      <a:pt x="37" y="106"/>
                    </a:cubicBezTo>
                    <a:cubicBezTo>
                      <a:pt x="36" y="109"/>
                      <a:pt x="34" y="111"/>
                      <a:pt x="33" y="114"/>
                    </a:cubicBezTo>
                    <a:cubicBezTo>
                      <a:pt x="30" y="120"/>
                      <a:pt x="25" y="122"/>
                      <a:pt x="21" y="120"/>
                    </a:cubicBezTo>
                    <a:cubicBezTo>
                      <a:pt x="16" y="118"/>
                      <a:pt x="15" y="113"/>
                      <a:pt x="17" y="108"/>
                    </a:cubicBezTo>
                    <a:cubicBezTo>
                      <a:pt x="20" y="99"/>
                      <a:pt x="23" y="91"/>
                      <a:pt x="26" y="81"/>
                    </a:cubicBezTo>
                    <a:cubicBezTo>
                      <a:pt x="19" y="90"/>
                      <a:pt x="12" y="85"/>
                      <a:pt x="5" y="81"/>
                    </a:cubicBezTo>
                    <a:cubicBezTo>
                      <a:pt x="0" y="79"/>
                      <a:pt x="0" y="76"/>
                      <a:pt x="5" y="73"/>
                    </a:cubicBezTo>
                    <a:cubicBezTo>
                      <a:pt x="15" y="68"/>
                      <a:pt x="25" y="62"/>
                      <a:pt x="34" y="56"/>
                    </a:cubicBezTo>
                    <a:cubicBezTo>
                      <a:pt x="35" y="55"/>
                      <a:pt x="37" y="54"/>
                      <a:pt x="37" y="52"/>
                    </a:cubicBezTo>
                    <a:cubicBezTo>
                      <a:pt x="38" y="46"/>
                      <a:pt x="38" y="39"/>
                      <a:pt x="38" y="33"/>
                    </a:cubicBezTo>
                    <a:cubicBezTo>
                      <a:pt x="38" y="32"/>
                      <a:pt x="38" y="32"/>
                      <a:pt x="37" y="32"/>
                    </a:cubicBezTo>
                    <a:cubicBezTo>
                      <a:pt x="32" y="40"/>
                      <a:pt x="27" y="48"/>
                      <a:pt x="22" y="55"/>
                    </a:cubicBezTo>
                    <a:cubicBezTo>
                      <a:pt x="22" y="56"/>
                      <a:pt x="22" y="56"/>
                      <a:pt x="23" y="57"/>
                    </a:cubicBezTo>
                    <a:cubicBezTo>
                      <a:pt x="20" y="56"/>
                      <a:pt x="17" y="56"/>
                      <a:pt x="14" y="55"/>
                    </a:cubicBezTo>
                    <a:cubicBezTo>
                      <a:pt x="9" y="53"/>
                      <a:pt x="7" y="49"/>
                      <a:pt x="9" y="44"/>
                    </a:cubicBezTo>
                    <a:cubicBezTo>
                      <a:pt x="10" y="42"/>
                      <a:pt x="10" y="39"/>
                      <a:pt x="11" y="36"/>
                    </a:cubicBezTo>
                    <a:cubicBezTo>
                      <a:pt x="13" y="28"/>
                      <a:pt x="18" y="23"/>
                      <a:pt x="26" y="20"/>
                    </a:cubicBezTo>
                    <a:cubicBezTo>
                      <a:pt x="27" y="19"/>
                      <a:pt x="30" y="20"/>
                      <a:pt x="32" y="22"/>
                    </a:cubicBezTo>
                    <a:cubicBezTo>
                      <a:pt x="34" y="23"/>
                      <a:pt x="32" y="25"/>
                      <a:pt x="31" y="27"/>
                    </a:cubicBezTo>
                    <a:cubicBezTo>
                      <a:pt x="29" y="28"/>
                      <a:pt x="29" y="31"/>
                      <a:pt x="28" y="33"/>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48" name="Freeform 6">
                <a:extLst>
                  <a:ext uri="{FF2B5EF4-FFF2-40B4-BE49-F238E27FC236}">
                    <a16:creationId xmlns:a16="http://schemas.microsoft.com/office/drawing/2014/main" id="{CC1FA68D-3307-481A-8E89-D3CB2E8693F4}"/>
                  </a:ext>
                </a:extLst>
              </p:cNvPr>
              <p:cNvSpPr>
                <a:spLocks/>
              </p:cNvSpPr>
              <p:nvPr/>
            </p:nvSpPr>
            <p:spPr bwMode="auto">
              <a:xfrm>
                <a:off x="12756799" y="2388393"/>
                <a:ext cx="307975" cy="463550"/>
              </a:xfrm>
              <a:custGeom>
                <a:avLst/>
                <a:gdLst>
                  <a:gd name="T0" fmla="*/ 33 w 72"/>
                  <a:gd name="T1" fmla="*/ 76 h 109"/>
                  <a:gd name="T2" fmla="*/ 44 w 72"/>
                  <a:gd name="T3" fmla="*/ 73 h 109"/>
                  <a:gd name="T4" fmla="*/ 59 w 72"/>
                  <a:gd name="T5" fmla="*/ 71 h 109"/>
                  <a:gd name="T6" fmla="*/ 69 w 72"/>
                  <a:gd name="T7" fmla="*/ 92 h 109"/>
                  <a:gd name="T8" fmla="*/ 66 w 72"/>
                  <a:gd name="T9" fmla="*/ 94 h 109"/>
                  <a:gd name="T10" fmla="*/ 49 w 72"/>
                  <a:gd name="T11" fmla="*/ 96 h 109"/>
                  <a:gd name="T12" fmla="*/ 28 w 72"/>
                  <a:gd name="T13" fmla="*/ 106 h 109"/>
                  <a:gd name="T14" fmla="*/ 16 w 72"/>
                  <a:gd name="T15" fmla="*/ 106 h 109"/>
                  <a:gd name="T16" fmla="*/ 1 w 72"/>
                  <a:gd name="T17" fmla="*/ 80 h 109"/>
                  <a:gd name="T18" fmla="*/ 2 w 72"/>
                  <a:gd name="T19" fmla="*/ 74 h 109"/>
                  <a:gd name="T20" fmla="*/ 23 w 72"/>
                  <a:gd name="T21" fmla="*/ 31 h 109"/>
                  <a:gd name="T22" fmla="*/ 22 w 72"/>
                  <a:gd name="T23" fmla="*/ 26 h 109"/>
                  <a:gd name="T24" fmla="*/ 12 w 72"/>
                  <a:gd name="T25" fmla="*/ 16 h 109"/>
                  <a:gd name="T26" fmla="*/ 15 w 72"/>
                  <a:gd name="T27" fmla="*/ 10 h 109"/>
                  <a:gd name="T28" fmla="*/ 32 w 72"/>
                  <a:gd name="T29" fmla="*/ 5 h 109"/>
                  <a:gd name="T30" fmla="*/ 60 w 72"/>
                  <a:gd name="T31" fmla="*/ 18 h 109"/>
                  <a:gd name="T32" fmla="*/ 59 w 72"/>
                  <a:gd name="T33" fmla="*/ 26 h 109"/>
                  <a:gd name="T34" fmla="*/ 52 w 72"/>
                  <a:gd name="T35" fmla="*/ 36 h 109"/>
                  <a:gd name="T36" fmla="*/ 34 w 72"/>
                  <a:gd name="T37" fmla="*/ 72 h 109"/>
                  <a:gd name="T38" fmla="*/ 33 w 72"/>
                  <a:gd name="T39" fmla="*/ 76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2" h="109">
                    <a:moveTo>
                      <a:pt x="33" y="76"/>
                    </a:moveTo>
                    <a:cubicBezTo>
                      <a:pt x="37" y="74"/>
                      <a:pt x="40" y="73"/>
                      <a:pt x="44" y="73"/>
                    </a:cubicBezTo>
                    <a:cubicBezTo>
                      <a:pt x="49" y="72"/>
                      <a:pt x="54" y="71"/>
                      <a:pt x="59" y="71"/>
                    </a:cubicBezTo>
                    <a:cubicBezTo>
                      <a:pt x="66" y="72"/>
                      <a:pt x="72" y="85"/>
                      <a:pt x="69" y="92"/>
                    </a:cubicBezTo>
                    <a:cubicBezTo>
                      <a:pt x="68" y="93"/>
                      <a:pt x="67" y="94"/>
                      <a:pt x="66" y="94"/>
                    </a:cubicBezTo>
                    <a:cubicBezTo>
                      <a:pt x="60" y="95"/>
                      <a:pt x="54" y="94"/>
                      <a:pt x="49" y="96"/>
                    </a:cubicBezTo>
                    <a:cubicBezTo>
                      <a:pt x="42" y="99"/>
                      <a:pt x="35" y="102"/>
                      <a:pt x="28" y="106"/>
                    </a:cubicBezTo>
                    <a:cubicBezTo>
                      <a:pt x="24" y="108"/>
                      <a:pt x="21" y="109"/>
                      <a:pt x="16" y="106"/>
                    </a:cubicBezTo>
                    <a:cubicBezTo>
                      <a:pt x="7" y="100"/>
                      <a:pt x="3" y="90"/>
                      <a:pt x="1" y="80"/>
                    </a:cubicBezTo>
                    <a:cubicBezTo>
                      <a:pt x="0" y="78"/>
                      <a:pt x="1" y="76"/>
                      <a:pt x="2" y="74"/>
                    </a:cubicBezTo>
                    <a:cubicBezTo>
                      <a:pt x="9" y="60"/>
                      <a:pt x="16" y="45"/>
                      <a:pt x="23" y="31"/>
                    </a:cubicBezTo>
                    <a:cubicBezTo>
                      <a:pt x="23" y="30"/>
                      <a:pt x="23" y="28"/>
                      <a:pt x="22" y="26"/>
                    </a:cubicBezTo>
                    <a:cubicBezTo>
                      <a:pt x="19" y="23"/>
                      <a:pt x="15" y="20"/>
                      <a:pt x="12" y="16"/>
                    </a:cubicBezTo>
                    <a:cubicBezTo>
                      <a:pt x="10" y="13"/>
                      <a:pt x="11" y="11"/>
                      <a:pt x="15" y="10"/>
                    </a:cubicBezTo>
                    <a:cubicBezTo>
                      <a:pt x="21" y="9"/>
                      <a:pt x="26" y="7"/>
                      <a:pt x="32" y="5"/>
                    </a:cubicBezTo>
                    <a:cubicBezTo>
                      <a:pt x="44" y="0"/>
                      <a:pt x="57" y="6"/>
                      <a:pt x="60" y="18"/>
                    </a:cubicBezTo>
                    <a:cubicBezTo>
                      <a:pt x="61" y="21"/>
                      <a:pt x="60" y="24"/>
                      <a:pt x="59" y="26"/>
                    </a:cubicBezTo>
                    <a:cubicBezTo>
                      <a:pt x="57" y="29"/>
                      <a:pt x="54" y="33"/>
                      <a:pt x="52" y="36"/>
                    </a:cubicBezTo>
                    <a:cubicBezTo>
                      <a:pt x="46" y="48"/>
                      <a:pt x="40" y="60"/>
                      <a:pt x="34" y="72"/>
                    </a:cubicBezTo>
                    <a:cubicBezTo>
                      <a:pt x="34" y="72"/>
                      <a:pt x="34" y="74"/>
                      <a:pt x="33" y="76"/>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grpSp>
            <p:nvGrpSpPr>
              <p:cNvPr id="49" name="组合 48">
                <a:extLst>
                  <a:ext uri="{FF2B5EF4-FFF2-40B4-BE49-F238E27FC236}">
                    <a16:creationId xmlns:a16="http://schemas.microsoft.com/office/drawing/2014/main" id="{C7A6E3E5-9A1F-4E06-9E71-F1D7E5C11C32}"/>
                  </a:ext>
                </a:extLst>
              </p:cNvPr>
              <p:cNvGrpSpPr/>
              <p:nvPr/>
            </p:nvGrpSpPr>
            <p:grpSpPr>
              <a:xfrm>
                <a:off x="10340336" y="2247899"/>
                <a:ext cx="547688" cy="679451"/>
                <a:chOff x="5548313" y="2084388"/>
                <a:chExt cx="547688" cy="679451"/>
              </a:xfrm>
              <a:grpFill/>
            </p:grpSpPr>
            <p:sp>
              <p:nvSpPr>
                <p:cNvPr id="54" name="Freeform 7">
                  <a:extLst>
                    <a:ext uri="{FF2B5EF4-FFF2-40B4-BE49-F238E27FC236}">
                      <a16:creationId xmlns:a16="http://schemas.microsoft.com/office/drawing/2014/main" id="{02368C72-9CA0-44B0-93EC-F396645A3423}"/>
                    </a:ext>
                  </a:extLst>
                </p:cNvPr>
                <p:cNvSpPr>
                  <a:spLocks/>
                </p:cNvSpPr>
                <p:nvPr/>
              </p:nvSpPr>
              <p:spPr bwMode="auto">
                <a:xfrm>
                  <a:off x="5548313" y="2084388"/>
                  <a:ext cx="547688" cy="446088"/>
                </a:xfrm>
                <a:custGeom>
                  <a:avLst/>
                  <a:gdLst>
                    <a:gd name="T0" fmla="*/ 101 w 128"/>
                    <a:gd name="T1" fmla="*/ 58 h 105"/>
                    <a:gd name="T2" fmla="*/ 74 w 128"/>
                    <a:gd name="T3" fmla="*/ 56 h 105"/>
                    <a:gd name="T4" fmla="*/ 68 w 128"/>
                    <a:gd name="T5" fmla="*/ 57 h 105"/>
                    <a:gd name="T6" fmla="*/ 51 w 128"/>
                    <a:gd name="T7" fmla="*/ 59 h 105"/>
                    <a:gd name="T8" fmla="*/ 36 w 128"/>
                    <a:gd name="T9" fmla="*/ 65 h 105"/>
                    <a:gd name="T10" fmla="*/ 28 w 128"/>
                    <a:gd name="T11" fmla="*/ 73 h 105"/>
                    <a:gd name="T12" fmla="*/ 16 w 128"/>
                    <a:gd name="T13" fmla="*/ 102 h 105"/>
                    <a:gd name="T14" fmla="*/ 13 w 128"/>
                    <a:gd name="T15" fmla="*/ 104 h 105"/>
                    <a:gd name="T16" fmla="*/ 1 w 128"/>
                    <a:gd name="T17" fmla="*/ 98 h 105"/>
                    <a:gd name="T18" fmla="*/ 0 w 128"/>
                    <a:gd name="T19" fmla="*/ 93 h 105"/>
                    <a:gd name="T20" fmla="*/ 15 w 128"/>
                    <a:gd name="T21" fmla="*/ 60 h 105"/>
                    <a:gd name="T22" fmla="*/ 16 w 128"/>
                    <a:gd name="T23" fmla="*/ 58 h 105"/>
                    <a:gd name="T24" fmla="*/ 20 w 128"/>
                    <a:gd name="T25" fmla="*/ 52 h 105"/>
                    <a:gd name="T26" fmla="*/ 32 w 128"/>
                    <a:gd name="T27" fmla="*/ 54 h 105"/>
                    <a:gd name="T28" fmla="*/ 39 w 128"/>
                    <a:gd name="T29" fmla="*/ 55 h 105"/>
                    <a:gd name="T30" fmla="*/ 72 w 128"/>
                    <a:gd name="T31" fmla="*/ 21 h 105"/>
                    <a:gd name="T32" fmla="*/ 74 w 128"/>
                    <a:gd name="T33" fmla="*/ 16 h 105"/>
                    <a:gd name="T34" fmla="*/ 74 w 128"/>
                    <a:gd name="T35" fmla="*/ 11 h 105"/>
                    <a:gd name="T36" fmla="*/ 71 w 128"/>
                    <a:gd name="T37" fmla="*/ 11 h 105"/>
                    <a:gd name="T38" fmla="*/ 68 w 128"/>
                    <a:gd name="T39" fmla="*/ 15 h 105"/>
                    <a:gd name="T40" fmla="*/ 68 w 128"/>
                    <a:gd name="T41" fmla="*/ 21 h 105"/>
                    <a:gd name="T42" fmla="*/ 59 w 128"/>
                    <a:gd name="T43" fmla="*/ 29 h 105"/>
                    <a:gd name="T44" fmla="*/ 53 w 128"/>
                    <a:gd name="T45" fmla="*/ 27 h 105"/>
                    <a:gd name="T46" fmla="*/ 47 w 128"/>
                    <a:gd name="T47" fmla="*/ 24 h 105"/>
                    <a:gd name="T48" fmla="*/ 47 w 128"/>
                    <a:gd name="T49" fmla="*/ 32 h 105"/>
                    <a:gd name="T50" fmla="*/ 47 w 128"/>
                    <a:gd name="T51" fmla="*/ 34 h 105"/>
                    <a:gd name="T52" fmla="*/ 43 w 128"/>
                    <a:gd name="T53" fmla="*/ 45 h 105"/>
                    <a:gd name="T54" fmla="*/ 31 w 128"/>
                    <a:gd name="T55" fmla="*/ 39 h 105"/>
                    <a:gd name="T56" fmla="*/ 29 w 128"/>
                    <a:gd name="T57" fmla="*/ 23 h 105"/>
                    <a:gd name="T58" fmla="*/ 33 w 128"/>
                    <a:gd name="T59" fmla="*/ 14 h 105"/>
                    <a:gd name="T60" fmla="*/ 36 w 128"/>
                    <a:gd name="T61" fmla="*/ 9 h 105"/>
                    <a:gd name="T62" fmla="*/ 42 w 128"/>
                    <a:gd name="T63" fmla="*/ 13 h 105"/>
                    <a:gd name="T64" fmla="*/ 44 w 128"/>
                    <a:gd name="T65" fmla="*/ 16 h 105"/>
                    <a:gd name="T66" fmla="*/ 57 w 128"/>
                    <a:gd name="T67" fmla="*/ 14 h 105"/>
                    <a:gd name="T68" fmla="*/ 62 w 128"/>
                    <a:gd name="T69" fmla="*/ 11 h 105"/>
                    <a:gd name="T70" fmla="*/ 84 w 128"/>
                    <a:gd name="T71" fmla="*/ 0 h 105"/>
                    <a:gd name="T72" fmla="*/ 96 w 128"/>
                    <a:gd name="T73" fmla="*/ 7 h 105"/>
                    <a:gd name="T74" fmla="*/ 96 w 128"/>
                    <a:gd name="T75" fmla="*/ 20 h 105"/>
                    <a:gd name="T76" fmla="*/ 83 w 128"/>
                    <a:gd name="T77" fmla="*/ 43 h 105"/>
                    <a:gd name="T78" fmla="*/ 94 w 128"/>
                    <a:gd name="T79" fmla="*/ 44 h 105"/>
                    <a:gd name="T80" fmla="*/ 122 w 128"/>
                    <a:gd name="T81" fmla="*/ 59 h 105"/>
                    <a:gd name="T82" fmla="*/ 120 w 128"/>
                    <a:gd name="T83" fmla="*/ 73 h 105"/>
                    <a:gd name="T84" fmla="*/ 98 w 128"/>
                    <a:gd name="T85" fmla="*/ 73 h 105"/>
                    <a:gd name="T86" fmla="*/ 97 w 128"/>
                    <a:gd name="T87" fmla="*/ 66 h 105"/>
                    <a:gd name="T88" fmla="*/ 101 w 128"/>
                    <a:gd name="T89" fmla="*/ 58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8" h="105">
                      <a:moveTo>
                        <a:pt x="101" y="58"/>
                      </a:moveTo>
                      <a:cubicBezTo>
                        <a:pt x="94" y="52"/>
                        <a:pt x="81" y="52"/>
                        <a:pt x="74" y="56"/>
                      </a:cubicBezTo>
                      <a:cubicBezTo>
                        <a:pt x="73" y="57"/>
                        <a:pt x="70" y="58"/>
                        <a:pt x="68" y="57"/>
                      </a:cubicBezTo>
                      <a:cubicBezTo>
                        <a:pt x="62" y="56"/>
                        <a:pt x="57" y="57"/>
                        <a:pt x="51" y="59"/>
                      </a:cubicBezTo>
                      <a:cubicBezTo>
                        <a:pt x="46" y="61"/>
                        <a:pt x="41" y="63"/>
                        <a:pt x="36" y="65"/>
                      </a:cubicBezTo>
                      <a:cubicBezTo>
                        <a:pt x="32" y="67"/>
                        <a:pt x="29" y="69"/>
                        <a:pt x="28" y="73"/>
                      </a:cubicBezTo>
                      <a:cubicBezTo>
                        <a:pt x="24" y="82"/>
                        <a:pt x="20" y="92"/>
                        <a:pt x="16" y="102"/>
                      </a:cubicBezTo>
                      <a:cubicBezTo>
                        <a:pt x="16" y="103"/>
                        <a:pt x="14" y="105"/>
                        <a:pt x="13" y="104"/>
                      </a:cubicBezTo>
                      <a:cubicBezTo>
                        <a:pt x="9" y="103"/>
                        <a:pt x="5" y="100"/>
                        <a:pt x="1" y="98"/>
                      </a:cubicBezTo>
                      <a:cubicBezTo>
                        <a:pt x="0" y="97"/>
                        <a:pt x="0" y="95"/>
                        <a:pt x="0" y="93"/>
                      </a:cubicBezTo>
                      <a:cubicBezTo>
                        <a:pt x="5" y="82"/>
                        <a:pt x="10" y="71"/>
                        <a:pt x="15" y="60"/>
                      </a:cubicBezTo>
                      <a:cubicBezTo>
                        <a:pt x="15" y="59"/>
                        <a:pt x="16" y="59"/>
                        <a:pt x="16" y="58"/>
                      </a:cubicBezTo>
                      <a:cubicBezTo>
                        <a:pt x="18" y="56"/>
                        <a:pt x="19" y="52"/>
                        <a:pt x="20" y="52"/>
                      </a:cubicBezTo>
                      <a:cubicBezTo>
                        <a:pt x="24" y="52"/>
                        <a:pt x="29" y="52"/>
                        <a:pt x="32" y="54"/>
                      </a:cubicBezTo>
                      <a:cubicBezTo>
                        <a:pt x="35" y="55"/>
                        <a:pt x="36" y="56"/>
                        <a:pt x="39" y="55"/>
                      </a:cubicBezTo>
                      <a:cubicBezTo>
                        <a:pt x="57" y="50"/>
                        <a:pt x="66" y="37"/>
                        <a:pt x="72" y="21"/>
                      </a:cubicBezTo>
                      <a:cubicBezTo>
                        <a:pt x="72" y="20"/>
                        <a:pt x="73" y="18"/>
                        <a:pt x="74" y="16"/>
                      </a:cubicBezTo>
                      <a:cubicBezTo>
                        <a:pt x="74" y="14"/>
                        <a:pt x="74" y="13"/>
                        <a:pt x="74" y="11"/>
                      </a:cubicBezTo>
                      <a:cubicBezTo>
                        <a:pt x="74" y="11"/>
                        <a:pt x="72" y="10"/>
                        <a:pt x="71" y="11"/>
                      </a:cubicBezTo>
                      <a:cubicBezTo>
                        <a:pt x="70" y="12"/>
                        <a:pt x="68" y="13"/>
                        <a:pt x="68" y="15"/>
                      </a:cubicBezTo>
                      <a:cubicBezTo>
                        <a:pt x="67" y="17"/>
                        <a:pt x="68" y="19"/>
                        <a:pt x="68" y="21"/>
                      </a:cubicBezTo>
                      <a:cubicBezTo>
                        <a:pt x="69" y="28"/>
                        <a:pt x="68" y="30"/>
                        <a:pt x="59" y="29"/>
                      </a:cubicBezTo>
                      <a:cubicBezTo>
                        <a:pt x="57" y="29"/>
                        <a:pt x="55" y="28"/>
                        <a:pt x="53" y="27"/>
                      </a:cubicBezTo>
                      <a:cubicBezTo>
                        <a:pt x="51" y="26"/>
                        <a:pt x="49" y="25"/>
                        <a:pt x="47" y="24"/>
                      </a:cubicBezTo>
                      <a:cubicBezTo>
                        <a:pt x="47" y="27"/>
                        <a:pt x="47" y="29"/>
                        <a:pt x="47" y="32"/>
                      </a:cubicBezTo>
                      <a:cubicBezTo>
                        <a:pt x="47" y="33"/>
                        <a:pt x="47" y="33"/>
                        <a:pt x="47" y="34"/>
                      </a:cubicBezTo>
                      <a:cubicBezTo>
                        <a:pt x="47" y="38"/>
                        <a:pt x="48" y="43"/>
                        <a:pt x="43" y="45"/>
                      </a:cubicBezTo>
                      <a:cubicBezTo>
                        <a:pt x="39" y="46"/>
                        <a:pt x="34" y="44"/>
                        <a:pt x="31" y="39"/>
                      </a:cubicBezTo>
                      <a:cubicBezTo>
                        <a:pt x="28" y="34"/>
                        <a:pt x="25" y="29"/>
                        <a:pt x="29" y="23"/>
                      </a:cubicBezTo>
                      <a:cubicBezTo>
                        <a:pt x="31" y="20"/>
                        <a:pt x="31" y="17"/>
                        <a:pt x="33" y="14"/>
                      </a:cubicBezTo>
                      <a:cubicBezTo>
                        <a:pt x="34" y="12"/>
                        <a:pt x="35" y="9"/>
                        <a:pt x="36" y="9"/>
                      </a:cubicBezTo>
                      <a:cubicBezTo>
                        <a:pt x="38" y="10"/>
                        <a:pt x="40" y="11"/>
                        <a:pt x="42" y="13"/>
                      </a:cubicBezTo>
                      <a:cubicBezTo>
                        <a:pt x="42" y="13"/>
                        <a:pt x="43" y="15"/>
                        <a:pt x="44" y="16"/>
                      </a:cubicBezTo>
                      <a:cubicBezTo>
                        <a:pt x="48" y="13"/>
                        <a:pt x="52" y="11"/>
                        <a:pt x="57" y="14"/>
                      </a:cubicBezTo>
                      <a:cubicBezTo>
                        <a:pt x="58" y="15"/>
                        <a:pt x="61" y="13"/>
                        <a:pt x="62" y="11"/>
                      </a:cubicBezTo>
                      <a:cubicBezTo>
                        <a:pt x="69" y="5"/>
                        <a:pt x="75" y="0"/>
                        <a:pt x="84" y="0"/>
                      </a:cubicBezTo>
                      <a:cubicBezTo>
                        <a:pt x="89" y="0"/>
                        <a:pt x="93" y="2"/>
                        <a:pt x="96" y="7"/>
                      </a:cubicBezTo>
                      <a:cubicBezTo>
                        <a:pt x="99" y="11"/>
                        <a:pt x="98" y="15"/>
                        <a:pt x="96" y="20"/>
                      </a:cubicBezTo>
                      <a:cubicBezTo>
                        <a:pt x="91" y="27"/>
                        <a:pt x="87" y="35"/>
                        <a:pt x="83" y="43"/>
                      </a:cubicBezTo>
                      <a:cubicBezTo>
                        <a:pt x="88" y="43"/>
                        <a:pt x="91" y="44"/>
                        <a:pt x="94" y="44"/>
                      </a:cubicBezTo>
                      <a:cubicBezTo>
                        <a:pt x="105" y="46"/>
                        <a:pt x="115" y="50"/>
                        <a:pt x="122" y="59"/>
                      </a:cubicBezTo>
                      <a:cubicBezTo>
                        <a:pt x="128" y="65"/>
                        <a:pt x="127" y="68"/>
                        <a:pt x="120" y="73"/>
                      </a:cubicBezTo>
                      <a:cubicBezTo>
                        <a:pt x="113" y="77"/>
                        <a:pt x="105" y="77"/>
                        <a:pt x="98" y="73"/>
                      </a:cubicBezTo>
                      <a:cubicBezTo>
                        <a:pt x="95" y="71"/>
                        <a:pt x="95" y="69"/>
                        <a:pt x="97" y="66"/>
                      </a:cubicBezTo>
                      <a:cubicBezTo>
                        <a:pt x="98" y="64"/>
                        <a:pt x="100" y="61"/>
                        <a:pt x="101" y="5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5" name="Freeform 8">
                  <a:extLst>
                    <a:ext uri="{FF2B5EF4-FFF2-40B4-BE49-F238E27FC236}">
                      <a16:creationId xmlns:a16="http://schemas.microsoft.com/office/drawing/2014/main" id="{68AB8704-3F31-41E0-B209-31D0A83BAA2E}"/>
                    </a:ext>
                  </a:extLst>
                </p:cNvPr>
                <p:cNvSpPr>
                  <a:spLocks/>
                </p:cNvSpPr>
                <p:nvPr/>
              </p:nvSpPr>
              <p:spPr bwMode="auto">
                <a:xfrm>
                  <a:off x="5664200" y="2355851"/>
                  <a:ext cx="341313" cy="407988"/>
                </a:xfrm>
                <a:custGeom>
                  <a:avLst/>
                  <a:gdLst>
                    <a:gd name="T0" fmla="*/ 46 w 80"/>
                    <a:gd name="T1" fmla="*/ 29 h 96"/>
                    <a:gd name="T2" fmla="*/ 65 w 80"/>
                    <a:gd name="T3" fmla="*/ 29 h 96"/>
                    <a:gd name="T4" fmla="*/ 79 w 80"/>
                    <a:gd name="T5" fmla="*/ 41 h 96"/>
                    <a:gd name="T6" fmla="*/ 74 w 80"/>
                    <a:gd name="T7" fmla="*/ 43 h 96"/>
                    <a:gd name="T8" fmla="*/ 60 w 80"/>
                    <a:gd name="T9" fmla="*/ 43 h 96"/>
                    <a:gd name="T10" fmla="*/ 52 w 80"/>
                    <a:gd name="T11" fmla="*/ 50 h 96"/>
                    <a:gd name="T12" fmla="*/ 49 w 80"/>
                    <a:gd name="T13" fmla="*/ 87 h 96"/>
                    <a:gd name="T14" fmla="*/ 37 w 80"/>
                    <a:gd name="T15" fmla="*/ 95 h 96"/>
                    <a:gd name="T16" fmla="*/ 21 w 80"/>
                    <a:gd name="T17" fmla="*/ 68 h 96"/>
                    <a:gd name="T18" fmla="*/ 22 w 80"/>
                    <a:gd name="T19" fmla="*/ 62 h 96"/>
                    <a:gd name="T20" fmla="*/ 30 w 80"/>
                    <a:gd name="T21" fmla="*/ 72 h 96"/>
                    <a:gd name="T22" fmla="*/ 40 w 80"/>
                    <a:gd name="T23" fmla="*/ 70 h 96"/>
                    <a:gd name="T24" fmla="*/ 43 w 80"/>
                    <a:gd name="T25" fmla="*/ 46 h 96"/>
                    <a:gd name="T26" fmla="*/ 24 w 80"/>
                    <a:gd name="T27" fmla="*/ 52 h 96"/>
                    <a:gd name="T28" fmla="*/ 19 w 80"/>
                    <a:gd name="T29" fmla="*/ 54 h 96"/>
                    <a:gd name="T30" fmla="*/ 6 w 80"/>
                    <a:gd name="T31" fmla="*/ 54 h 96"/>
                    <a:gd name="T32" fmla="*/ 2 w 80"/>
                    <a:gd name="T33" fmla="*/ 40 h 96"/>
                    <a:gd name="T34" fmla="*/ 6 w 80"/>
                    <a:gd name="T35" fmla="*/ 37 h 96"/>
                    <a:gd name="T36" fmla="*/ 28 w 80"/>
                    <a:gd name="T37" fmla="*/ 33 h 96"/>
                    <a:gd name="T38" fmla="*/ 33 w 80"/>
                    <a:gd name="T39" fmla="*/ 32 h 96"/>
                    <a:gd name="T40" fmla="*/ 36 w 80"/>
                    <a:gd name="T41" fmla="*/ 22 h 96"/>
                    <a:gd name="T42" fmla="*/ 46 w 80"/>
                    <a:gd name="T43" fmla="*/ 12 h 96"/>
                    <a:gd name="T44" fmla="*/ 45 w 80"/>
                    <a:gd name="T45" fmla="*/ 10 h 96"/>
                    <a:gd name="T46" fmla="*/ 26 w 80"/>
                    <a:gd name="T47" fmla="*/ 17 h 96"/>
                    <a:gd name="T48" fmla="*/ 15 w 80"/>
                    <a:gd name="T49" fmla="*/ 24 h 96"/>
                    <a:gd name="T50" fmla="*/ 5 w 80"/>
                    <a:gd name="T51" fmla="*/ 22 h 96"/>
                    <a:gd name="T52" fmla="*/ 1 w 80"/>
                    <a:gd name="T53" fmla="*/ 17 h 96"/>
                    <a:gd name="T54" fmla="*/ 36 w 80"/>
                    <a:gd name="T55" fmla="*/ 2 h 96"/>
                    <a:gd name="T56" fmla="*/ 55 w 80"/>
                    <a:gd name="T57" fmla="*/ 0 h 96"/>
                    <a:gd name="T58" fmla="*/ 61 w 80"/>
                    <a:gd name="T59" fmla="*/ 6 h 96"/>
                    <a:gd name="T60" fmla="*/ 59 w 80"/>
                    <a:gd name="T61" fmla="*/ 13 h 96"/>
                    <a:gd name="T62" fmla="*/ 46 w 80"/>
                    <a:gd name="T63" fmla="*/ 29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 h="96">
                      <a:moveTo>
                        <a:pt x="46" y="29"/>
                      </a:moveTo>
                      <a:cubicBezTo>
                        <a:pt x="53" y="30"/>
                        <a:pt x="59" y="31"/>
                        <a:pt x="65" y="29"/>
                      </a:cubicBezTo>
                      <a:cubicBezTo>
                        <a:pt x="71" y="27"/>
                        <a:pt x="80" y="34"/>
                        <a:pt x="79" y="41"/>
                      </a:cubicBezTo>
                      <a:cubicBezTo>
                        <a:pt x="79" y="42"/>
                        <a:pt x="76" y="43"/>
                        <a:pt x="74" y="43"/>
                      </a:cubicBezTo>
                      <a:cubicBezTo>
                        <a:pt x="70" y="43"/>
                        <a:pt x="65" y="43"/>
                        <a:pt x="60" y="43"/>
                      </a:cubicBezTo>
                      <a:cubicBezTo>
                        <a:pt x="53" y="42"/>
                        <a:pt x="52" y="44"/>
                        <a:pt x="52" y="50"/>
                      </a:cubicBezTo>
                      <a:cubicBezTo>
                        <a:pt x="51" y="62"/>
                        <a:pt x="51" y="75"/>
                        <a:pt x="49" y="87"/>
                      </a:cubicBezTo>
                      <a:cubicBezTo>
                        <a:pt x="48" y="95"/>
                        <a:pt x="45" y="96"/>
                        <a:pt x="37" y="95"/>
                      </a:cubicBezTo>
                      <a:cubicBezTo>
                        <a:pt x="25" y="92"/>
                        <a:pt x="15" y="82"/>
                        <a:pt x="21" y="68"/>
                      </a:cubicBezTo>
                      <a:cubicBezTo>
                        <a:pt x="21" y="66"/>
                        <a:pt x="21" y="64"/>
                        <a:pt x="22" y="62"/>
                      </a:cubicBezTo>
                      <a:cubicBezTo>
                        <a:pt x="24" y="65"/>
                        <a:pt x="27" y="69"/>
                        <a:pt x="30" y="72"/>
                      </a:cubicBezTo>
                      <a:cubicBezTo>
                        <a:pt x="33" y="76"/>
                        <a:pt x="39" y="75"/>
                        <a:pt x="40" y="70"/>
                      </a:cubicBezTo>
                      <a:cubicBezTo>
                        <a:pt x="41" y="62"/>
                        <a:pt x="42" y="54"/>
                        <a:pt x="43" y="46"/>
                      </a:cubicBezTo>
                      <a:cubicBezTo>
                        <a:pt x="35" y="45"/>
                        <a:pt x="30" y="49"/>
                        <a:pt x="24" y="52"/>
                      </a:cubicBezTo>
                      <a:cubicBezTo>
                        <a:pt x="22" y="52"/>
                        <a:pt x="21" y="54"/>
                        <a:pt x="19" y="54"/>
                      </a:cubicBezTo>
                      <a:cubicBezTo>
                        <a:pt x="14" y="58"/>
                        <a:pt x="11" y="57"/>
                        <a:pt x="6" y="54"/>
                      </a:cubicBezTo>
                      <a:cubicBezTo>
                        <a:pt x="3" y="51"/>
                        <a:pt x="0" y="44"/>
                        <a:pt x="2" y="40"/>
                      </a:cubicBezTo>
                      <a:cubicBezTo>
                        <a:pt x="2" y="39"/>
                        <a:pt x="5" y="37"/>
                        <a:pt x="6" y="37"/>
                      </a:cubicBezTo>
                      <a:cubicBezTo>
                        <a:pt x="14" y="39"/>
                        <a:pt x="20" y="35"/>
                        <a:pt x="28" y="33"/>
                      </a:cubicBezTo>
                      <a:cubicBezTo>
                        <a:pt x="29" y="33"/>
                        <a:pt x="31" y="32"/>
                        <a:pt x="33" y="32"/>
                      </a:cubicBezTo>
                      <a:cubicBezTo>
                        <a:pt x="31" y="27"/>
                        <a:pt x="31" y="24"/>
                        <a:pt x="36" y="22"/>
                      </a:cubicBezTo>
                      <a:cubicBezTo>
                        <a:pt x="39" y="19"/>
                        <a:pt x="42" y="15"/>
                        <a:pt x="46" y="12"/>
                      </a:cubicBezTo>
                      <a:cubicBezTo>
                        <a:pt x="45" y="11"/>
                        <a:pt x="45" y="11"/>
                        <a:pt x="45" y="10"/>
                      </a:cubicBezTo>
                      <a:cubicBezTo>
                        <a:pt x="38" y="13"/>
                        <a:pt x="32" y="15"/>
                        <a:pt x="26" y="17"/>
                      </a:cubicBezTo>
                      <a:cubicBezTo>
                        <a:pt x="22" y="19"/>
                        <a:pt x="18" y="22"/>
                        <a:pt x="15" y="24"/>
                      </a:cubicBezTo>
                      <a:cubicBezTo>
                        <a:pt x="11" y="26"/>
                        <a:pt x="7" y="27"/>
                        <a:pt x="5" y="22"/>
                      </a:cubicBezTo>
                      <a:cubicBezTo>
                        <a:pt x="4" y="20"/>
                        <a:pt x="3" y="19"/>
                        <a:pt x="1" y="17"/>
                      </a:cubicBezTo>
                      <a:cubicBezTo>
                        <a:pt x="13" y="12"/>
                        <a:pt x="25" y="6"/>
                        <a:pt x="36" y="2"/>
                      </a:cubicBezTo>
                      <a:cubicBezTo>
                        <a:pt x="42" y="0"/>
                        <a:pt x="49" y="0"/>
                        <a:pt x="55" y="0"/>
                      </a:cubicBezTo>
                      <a:cubicBezTo>
                        <a:pt x="57" y="0"/>
                        <a:pt x="60" y="4"/>
                        <a:pt x="61" y="6"/>
                      </a:cubicBezTo>
                      <a:cubicBezTo>
                        <a:pt x="62" y="8"/>
                        <a:pt x="61" y="11"/>
                        <a:pt x="59" y="13"/>
                      </a:cubicBezTo>
                      <a:cubicBezTo>
                        <a:pt x="55" y="18"/>
                        <a:pt x="51" y="23"/>
                        <a:pt x="46"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50" name="组合 49">
                <a:extLst>
                  <a:ext uri="{FF2B5EF4-FFF2-40B4-BE49-F238E27FC236}">
                    <a16:creationId xmlns:a16="http://schemas.microsoft.com/office/drawing/2014/main" id="{B92E7EB9-3312-4310-B5FA-50F0FA6CFB99}"/>
                  </a:ext>
                </a:extLst>
              </p:cNvPr>
              <p:cNvGrpSpPr/>
              <p:nvPr/>
            </p:nvGrpSpPr>
            <p:grpSpPr>
              <a:xfrm>
                <a:off x="11192276" y="2400300"/>
                <a:ext cx="322175" cy="373063"/>
                <a:chOff x="3792874" y="3138488"/>
                <a:chExt cx="322175" cy="373063"/>
              </a:xfrm>
              <a:grpFill/>
            </p:grpSpPr>
            <p:sp>
              <p:nvSpPr>
                <p:cNvPr id="51" name="Freeform 15">
                  <a:extLst>
                    <a:ext uri="{FF2B5EF4-FFF2-40B4-BE49-F238E27FC236}">
                      <a16:creationId xmlns:a16="http://schemas.microsoft.com/office/drawing/2014/main" id="{4A24723D-38DD-4916-B1AF-76A903317407}"/>
                    </a:ext>
                  </a:extLst>
                </p:cNvPr>
                <p:cNvSpPr>
                  <a:spLocks/>
                </p:cNvSpPr>
                <p:nvPr/>
              </p:nvSpPr>
              <p:spPr bwMode="auto">
                <a:xfrm>
                  <a:off x="3792874" y="3235325"/>
                  <a:ext cx="112625" cy="246063"/>
                </a:xfrm>
                <a:custGeom>
                  <a:avLst/>
                  <a:gdLst>
                    <a:gd name="T0" fmla="*/ 16 w 39"/>
                    <a:gd name="T1" fmla="*/ 29 h 58"/>
                    <a:gd name="T2" fmla="*/ 27 w 39"/>
                    <a:gd name="T3" fmla="*/ 7 h 58"/>
                    <a:gd name="T4" fmla="*/ 31 w 39"/>
                    <a:gd name="T5" fmla="*/ 1 h 58"/>
                    <a:gd name="T6" fmla="*/ 34 w 39"/>
                    <a:gd name="T7" fmla="*/ 6 h 58"/>
                    <a:gd name="T8" fmla="*/ 35 w 39"/>
                    <a:gd name="T9" fmla="*/ 26 h 58"/>
                    <a:gd name="T10" fmla="*/ 20 w 39"/>
                    <a:gd name="T11" fmla="*/ 52 h 58"/>
                    <a:gd name="T12" fmla="*/ 9 w 39"/>
                    <a:gd name="T13" fmla="*/ 57 h 58"/>
                    <a:gd name="T14" fmla="*/ 1 w 39"/>
                    <a:gd name="T15" fmla="*/ 43 h 58"/>
                    <a:gd name="T16" fmla="*/ 4 w 39"/>
                    <a:gd name="T17" fmla="*/ 6 h 58"/>
                    <a:gd name="T18" fmla="*/ 8 w 39"/>
                    <a:gd name="T19" fmla="*/ 0 h 58"/>
                    <a:gd name="T20" fmla="*/ 15 w 39"/>
                    <a:gd name="T21" fmla="*/ 6 h 58"/>
                    <a:gd name="T22" fmla="*/ 14 w 39"/>
                    <a:gd name="T23" fmla="*/ 20 h 58"/>
                    <a:gd name="T24" fmla="*/ 14 w 39"/>
                    <a:gd name="T25" fmla="*/ 28 h 58"/>
                    <a:gd name="T26" fmla="*/ 16 w 39"/>
                    <a:gd name="T27" fmla="*/ 29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9" h="58">
                      <a:moveTo>
                        <a:pt x="16" y="29"/>
                      </a:moveTo>
                      <a:cubicBezTo>
                        <a:pt x="19" y="21"/>
                        <a:pt x="23" y="14"/>
                        <a:pt x="27" y="7"/>
                      </a:cubicBezTo>
                      <a:cubicBezTo>
                        <a:pt x="28" y="5"/>
                        <a:pt x="29" y="3"/>
                        <a:pt x="31" y="1"/>
                      </a:cubicBezTo>
                      <a:cubicBezTo>
                        <a:pt x="32" y="3"/>
                        <a:pt x="33" y="4"/>
                        <a:pt x="34" y="6"/>
                      </a:cubicBezTo>
                      <a:cubicBezTo>
                        <a:pt x="37" y="12"/>
                        <a:pt x="39" y="19"/>
                        <a:pt x="35" y="26"/>
                      </a:cubicBezTo>
                      <a:cubicBezTo>
                        <a:pt x="30" y="34"/>
                        <a:pt x="25" y="43"/>
                        <a:pt x="20" y="52"/>
                      </a:cubicBezTo>
                      <a:cubicBezTo>
                        <a:pt x="18" y="56"/>
                        <a:pt x="12" y="58"/>
                        <a:pt x="9" y="57"/>
                      </a:cubicBezTo>
                      <a:cubicBezTo>
                        <a:pt x="2" y="54"/>
                        <a:pt x="0" y="50"/>
                        <a:pt x="1" y="43"/>
                      </a:cubicBezTo>
                      <a:cubicBezTo>
                        <a:pt x="2" y="31"/>
                        <a:pt x="3" y="18"/>
                        <a:pt x="4" y="6"/>
                      </a:cubicBezTo>
                      <a:cubicBezTo>
                        <a:pt x="4" y="4"/>
                        <a:pt x="4" y="0"/>
                        <a:pt x="8" y="0"/>
                      </a:cubicBezTo>
                      <a:cubicBezTo>
                        <a:pt x="11" y="0"/>
                        <a:pt x="15" y="1"/>
                        <a:pt x="15" y="6"/>
                      </a:cubicBezTo>
                      <a:cubicBezTo>
                        <a:pt x="15" y="10"/>
                        <a:pt x="14" y="15"/>
                        <a:pt x="14" y="20"/>
                      </a:cubicBezTo>
                      <a:cubicBezTo>
                        <a:pt x="14" y="23"/>
                        <a:pt x="14" y="25"/>
                        <a:pt x="14" y="28"/>
                      </a:cubicBezTo>
                      <a:cubicBezTo>
                        <a:pt x="14" y="28"/>
                        <a:pt x="15" y="28"/>
                        <a:pt x="16"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2" name="Freeform 16">
                  <a:extLst>
                    <a:ext uri="{FF2B5EF4-FFF2-40B4-BE49-F238E27FC236}">
                      <a16:creationId xmlns:a16="http://schemas.microsoft.com/office/drawing/2014/main" id="{FB4C6AFE-87EF-4FB7-829C-F7529116EE44}"/>
                    </a:ext>
                  </a:extLst>
                </p:cNvPr>
                <p:cNvSpPr>
                  <a:spLocks/>
                </p:cNvSpPr>
                <p:nvPr/>
              </p:nvSpPr>
              <p:spPr bwMode="auto">
                <a:xfrm>
                  <a:off x="3980111" y="3138488"/>
                  <a:ext cx="134938" cy="373063"/>
                </a:xfrm>
                <a:custGeom>
                  <a:avLst/>
                  <a:gdLst>
                    <a:gd name="T0" fmla="*/ 9 w 47"/>
                    <a:gd name="T1" fmla="*/ 73 h 88"/>
                    <a:gd name="T2" fmla="*/ 3 w 47"/>
                    <a:gd name="T3" fmla="*/ 67 h 88"/>
                    <a:gd name="T4" fmla="*/ 3 w 47"/>
                    <a:gd name="T5" fmla="*/ 57 h 88"/>
                    <a:gd name="T6" fmla="*/ 20 w 47"/>
                    <a:gd name="T7" fmla="*/ 38 h 88"/>
                    <a:gd name="T8" fmla="*/ 33 w 47"/>
                    <a:gd name="T9" fmla="*/ 20 h 88"/>
                    <a:gd name="T10" fmla="*/ 33 w 47"/>
                    <a:gd name="T11" fmla="*/ 4 h 88"/>
                    <a:gd name="T12" fmla="*/ 32 w 47"/>
                    <a:gd name="T13" fmla="*/ 1 h 88"/>
                    <a:gd name="T14" fmla="*/ 33 w 47"/>
                    <a:gd name="T15" fmla="*/ 0 h 88"/>
                    <a:gd name="T16" fmla="*/ 41 w 47"/>
                    <a:gd name="T17" fmla="*/ 6 h 88"/>
                    <a:gd name="T18" fmla="*/ 43 w 47"/>
                    <a:gd name="T19" fmla="*/ 26 h 88"/>
                    <a:gd name="T20" fmla="*/ 29 w 47"/>
                    <a:gd name="T21" fmla="*/ 48 h 88"/>
                    <a:gd name="T22" fmla="*/ 30 w 47"/>
                    <a:gd name="T23" fmla="*/ 52 h 88"/>
                    <a:gd name="T24" fmla="*/ 40 w 47"/>
                    <a:gd name="T25" fmla="*/ 73 h 88"/>
                    <a:gd name="T26" fmla="*/ 41 w 47"/>
                    <a:gd name="T27" fmla="*/ 84 h 88"/>
                    <a:gd name="T28" fmla="*/ 37 w 47"/>
                    <a:gd name="T29" fmla="*/ 86 h 88"/>
                    <a:gd name="T30" fmla="*/ 31 w 47"/>
                    <a:gd name="T31" fmla="*/ 75 h 88"/>
                    <a:gd name="T32" fmla="*/ 28 w 47"/>
                    <a:gd name="T33" fmla="*/ 60 h 88"/>
                    <a:gd name="T34" fmla="*/ 22 w 47"/>
                    <a:gd name="T35" fmla="*/ 59 h 88"/>
                    <a:gd name="T36" fmla="*/ 9 w 47"/>
                    <a:gd name="T37" fmla="*/ 73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7" h="88">
                      <a:moveTo>
                        <a:pt x="9" y="73"/>
                      </a:moveTo>
                      <a:cubicBezTo>
                        <a:pt x="7" y="71"/>
                        <a:pt x="5" y="69"/>
                        <a:pt x="3" y="67"/>
                      </a:cubicBezTo>
                      <a:cubicBezTo>
                        <a:pt x="1" y="64"/>
                        <a:pt x="0" y="61"/>
                        <a:pt x="3" y="57"/>
                      </a:cubicBezTo>
                      <a:cubicBezTo>
                        <a:pt x="9" y="51"/>
                        <a:pt x="14" y="45"/>
                        <a:pt x="20" y="38"/>
                      </a:cubicBezTo>
                      <a:cubicBezTo>
                        <a:pt x="24" y="32"/>
                        <a:pt x="28" y="26"/>
                        <a:pt x="33" y="20"/>
                      </a:cubicBezTo>
                      <a:cubicBezTo>
                        <a:pt x="36" y="15"/>
                        <a:pt x="36" y="9"/>
                        <a:pt x="33" y="4"/>
                      </a:cubicBezTo>
                      <a:cubicBezTo>
                        <a:pt x="32" y="3"/>
                        <a:pt x="32" y="2"/>
                        <a:pt x="32" y="1"/>
                      </a:cubicBezTo>
                      <a:cubicBezTo>
                        <a:pt x="32" y="1"/>
                        <a:pt x="33" y="0"/>
                        <a:pt x="33" y="0"/>
                      </a:cubicBezTo>
                      <a:cubicBezTo>
                        <a:pt x="36" y="2"/>
                        <a:pt x="39" y="4"/>
                        <a:pt x="41" y="6"/>
                      </a:cubicBezTo>
                      <a:cubicBezTo>
                        <a:pt x="46" y="11"/>
                        <a:pt x="47" y="20"/>
                        <a:pt x="43" y="26"/>
                      </a:cubicBezTo>
                      <a:cubicBezTo>
                        <a:pt x="39" y="33"/>
                        <a:pt x="34" y="40"/>
                        <a:pt x="29" y="48"/>
                      </a:cubicBezTo>
                      <a:cubicBezTo>
                        <a:pt x="29" y="49"/>
                        <a:pt x="29" y="52"/>
                        <a:pt x="30" y="52"/>
                      </a:cubicBezTo>
                      <a:cubicBezTo>
                        <a:pt x="38" y="57"/>
                        <a:pt x="38" y="65"/>
                        <a:pt x="40" y="73"/>
                      </a:cubicBezTo>
                      <a:cubicBezTo>
                        <a:pt x="41" y="76"/>
                        <a:pt x="41" y="80"/>
                        <a:pt x="41" y="84"/>
                      </a:cubicBezTo>
                      <a:cubicBezTo>
                        <a:pt x="41" y="87"/>
                        <a:pt x="39" y="88"/>
                        <a:pt x="37" y="86"/>
                      </a:cubicBezTo>
                      <a:cubicBezTo>
                        <a:pt x="33" y="83"/>
                        <a:pt x="31" y="81"/>
                        <a:pt x="31" y="75"/>
                      </a:cubicBezTo>
                      <a:cubicBezTo>
                        <a:pt x="31" y="70"/>
                        <a:pt x="30" y="65"/>
                        <a:pt x="28" y="60"/>
                      </a:cubicBezTo>
                      <a:cubicBezTo>
                        <a:pt x="27" y="55"/>
                        <a:pt x="25" y="56"/>
                        <a:pt x="22" y="59"/>
                      </a:cubicBezTo>
                      <a:cubicBezTo>
                        <a:pt x="18" y="64"/>
                        <a:pt x="14" y="68"/>
                        <a:pt x="9"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3" name="Freeform 17">
                  <a:extLst>
                    <a:ext uri="{FF2B5EF4-FFF2-40B4-BE49-F238E27FC236}">
                      <a16:creationId xmlns:a16="http://schemas.microsoft.com/office/drawing/2014/main" id="{7BBE01C1-D3BA-489E-BE5E-C63059DA7AF9}"/>
                    </a:ext>
                  </a:extLst>
                </p:cNvPr>
                <p:cNvSpPr>
                  <a:spLocks/>
                </p:cNvSpPr>
                <p:nvPr/>
              </p:nvSpPr>
              <p:spPr bwMode="auto">
                <a:xfrm>
                  <a:off x="3872924" y="3138488"/>
                  <a:ext cx="75438" cy="79375"/>
                </a:xfrm>
                <a:custGeom>
                  <a:avLst/>
                  <a:gdLst>
                    <a:gd name="T0" fmla="*/ 0 w 26"/>
                    <a:gd name="T1" fmla="*/ 0 h 19"/>
                    <a:gd name="T2" fmla="*/ 20 w 26"/>
                    <a:gd name="T3" fmla="*/ 1 h 19"/>
                    <a:gd name="T4" fmla="*/ 23 w 26"/>
                    <a:gd name="T5" fmla="*/ 12 h 19"/>
                    <a:gd name="T6" fmla="*/ 12 w 26"/>
                    <a:gd name="T7" fmla="*/ 18 h 19"/>
                    <a:gd name="T8" fmla="*/ 3 w 26"/>
                    <a:gd name="T9" fmla="*/ 11 h 19"/>
                    <a:gd name="T10" fmla="*/ 0 w 26"/>
                    <a:gd name="T11" fmla="*/ 0 h 19"/>
                  </a:gdLst>
                  <a:ahLst/>
                  <a:cxnLst>
                    <a:cxn ang="0">
                      <a:pos x="T0" y="T1"/>
                    </a:cxn>
                    <a:cxn ang="0">
                      <a:pos x="T2" y="T3"/>
                    </a:cxn>
                    <a:cxn ang="0">
                      <a:pos x="T4" y="T5"/>
                    </a:cxn>
                    <a:cxn ang="0">
                      <a:pos x="T6" y="T7"/>
                    </a:cxn>
                    <a:cxn ang="0">
                      <a:pos x="T8" y="T9"/>
                    </a:cxn>
                    <a:cxn ang="0">
                      <a:pos x="T10" y="T11"/>
                    </a:cxn>
                  </a:cxnLst>
                  <a:rect l="0" t="0" r="r" b="b"/>
                  <a:pathLst>
                    <a:path w="26" h="19">
                      <a:moveTo>
                        <a:pt x="0" y="0"/>
                      </a:moveTo>
                      <a:cubicBezTo>
                        <a:pt x="8" y="1"/>
                        <a:pt x="14" y="1"/>
                        <a:pt x="20" y="1"/>
                      </a:cubicBezTo>
                      <a:cubicBezTo>
                        <a:pt x="24" y="1"/>
                        <a:pt x="26" y="8"/>
                        <a:pt x="23" y="12"/>
                      </a:cubicBezTo>
                      <a:cubicBezTo>
                        <a:pt x="21" y="16"/>
                        <a:pt x="17" y="19"/>
                        <a:pt x="12" y="18"/>
                      </a:cubicBezTo>
                      <a:cubicBezTo>
                        <a:pt x="8" y="18"/>
                        <a:pt x="5" y="15"/>
                        <a:pt x="3" y="11"/>
                      </a:cubicBezTo>
                      <a:cubicBezTo>
                        <a:pt x="2" y="8"/>
                        <a:pt x="1" y="4"/>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grpSp>
          <p:nvGrpSpPr>
            <p:cNvPr id="34" name="组合 33">
              <a:extLst>
                <a:ext uri="{FF2B5EF4-FFF2-40B4-BE49-F238E27FC236}">
                  <a16:creationId xmlns:a16="http://schemas.microsoft.com/office/drawing/2014/main" id="{E582171C-E91E-4DDB-B720-D9EDE8C54B5C}"/>
                </a:ext>
              </a:extLst>
            </p:cNvPr>
            <p:cNvGrpSpPr/>
            <p:nvPr/>
          </p:nvGrpSpPr>
          <p:grpSpPr>
            <a:xfrm>
              <a:off x="598941" y="6399999"/>
              <a:ext cx="1102619" cy="276499"/>
              <a:chOff x="6738929" y="2270918"/>
              <a:chExt cx="2766486" cy="693738"/>
            </a:xfrm>
            <a:grpFill/>
          </p:grpSpPr>
          <p:grpSp>
            <p:nvGrpSpPr>
              <p:cNvPr id="35" name="组合 34">
                <a:extLst>
                  <a:ext uri="{FF2B5EF4-FFF2-40B4-BE49-F238E27FC236}">
                    <a16:creationId xmlns:a16="http://schemas.microsoft.com/office/drawing/2014/main" id="{4EB45816-40C4-4065-9181-C29D2BECD84E}"/>
                  </a:ext>
                </a:extLst>
              </p:cNvPr>
              <p:cNvGrpSpPr/>
              <p:nvPr/>
            </p:nvGrpSpPr>
            <p:grpSpPr>
              <a:xfrm>
                <a:off x="8180494" y="2355056"/>
                <a:ext cx="484188" cy="509588"/>
                <a:chOff x="6113463" y="3541713"/>
                <a:chExt cx="484188" cy="509588"/>
              </a:xfrm>
              <a:grpFill/>
            </p:grpSpPr>
            <p:sp>
              <p:nvSpPr>
                <p:cNvPr id="45" name="Freeform 9">
                  <a:extLst>
                    <a:ext uri="{FF2B5EF4-FFF2-40B4-BE49-F238E27FC236}">
                      <a16:creationId xmlns:a16="http://schemas.microsoft.com/office/drawing/2014/main" id="{70888479-5294-457A-8111-462CE4F104F2}"/>
                    </a:ext>
                  </a:extLst>
                </p:cNvPr>
                <p:cNvSpPr>
                  <a:spLocks noEditPoints="1"/>
                </p:cNvSpPr>
                <p:nvPr/>
              </p:nvSpPr>
              <p:spPr bwMode="auto">
                <a:xfrm>
                  <a:off x="6113463" y="3579813"/>
                  <a:ext cx="252413" cy="428625"/>
                </a:xfrm>
                <a:custGeom>
                  <a:avLst/>
                  <a:gdLst>
                    <a:gd name="T0" fmla="*/ 39 w 59"/>
                    <a:gd name="T1" fmla="*/ 78 h 101"/>
                    <a:gd name="T2" fmla="*/ 17 w 59"/>
                    <a:gd name="T3" fmla="*/ 94 h 101"/>
                    <a:gd name="T4" fmla="*/ 8 w 59"/>
                    <a:gd name="T5" fmla="*/ 94 h 101"/>
                    <a:gd name="T6" fmla="*/ 0 w 59"/>
                    <a:gd name="T7" fmla="*/ 79 h 101"/>
                    <a:gd name="T8" fmla="*/ 17 w 59"/>
                    <a:gd name="T9" fmla="*/ 73 h 101"/>
                    <a:gd name="T10" fmla="*/ 10 w 59"/>
                    <a:gd name="T11" fmla="*/ 68 h 101"/>
                    <a:gd name="T12" fmla="*/ 8 w 59"/>
                    <a:gd name="T13" fmla="*/ 60 h 101"/>
                    <a:gd name="T14" fmla="*/ 18 w 59"/>
                    <a:gd name="T15" fmla="*/ 23 h 101"/>
                    <a:gd name="T16" fmla="*/ 26 w 59"/>
                    <a:gd name="T17" fmla="*/ 17 h 101"/>
                    <a:gd name="T18" fmla="*/ 36 w 59"/>
                    <a:gd name="T19" fmla="*/ 26 h 101"/>
                    <a:gd name="T20" fmla="*/ 36 w 59"/>
                    <a:gd name="T21" fmla="*/ 27 h 101"/>
                    <a:gd name="T22" fmla="*/ 43 w 59"/>
                    <a:gd name="T23" fmla="*/ 40 h 101"/>
                    <a:gd name="T24" fmla="*/ 42 w 59"/>
                    <a:gd name="T25" fmla="*/ 12 h 101"/>
                    <a:gd name="T26" fmla="*/ 21 w 59"/>
                    <a:gd name="T27" fmla="*/ 5 h 101"/>
                    <a:gd name="T28" fmla="*/ 44 w 59"/>
                    <a:gd name="T29" fmla="*/ 1 h 101"/>
                    <a:gd name="T30" fmla="*/ 57 w 59"/>
                    <a:gd name="T31" fmla="*/ 17 h 101"/>
                    <a:gd name="T32" fmla="*/ 56 w 59"/>
                    <a:gd name="T33" fmla="*/ 48 h 101"/>
                    <a:gd name="T34" fmla="*/ 57 w 59"/>
                    <a:gd name="T35" fmla="*/ 55 h 101"/>
                    <a:gd name="T36" fmla="*/ 55 w 59"/>
                    <a:gd name="T37" fmla="*/ 64 h 101"/>
                    <a:gd name="T38" fmla="*/ 54 w 59"/>
                    <a:gd name="T39" fmla="*/ 71 h 101"/>
                    <a:gd name="T40" fmla="*/ 52 w 59"/>
                    <a:gd name="T41" fmla="*/ 95 h 101"/>
                    <a:gd name="T42" fmla="*/ 49 w 59"/>
                    <a:gd name="T43" fmla="*/ 101 h 101"/>
                    <a:gd name="T44" fmla="*/ 43 w 59"/>
                    <a:gd name="T45" fmla="*/ 98 h 101"/>
                    <a:gd name="T46" fmla="*/ 38 w 59"/>
                    <a:gd name="T47" fmla="*/ 86 h 101"/>
                    <a:gd name="T48" fmla="*/ 39 w 59"/>
                    <a:gd name="T49" fmla="*/ 78 h 101"/>
                    <a:gd name="T50" fmla="*/ 42 w 59"/>
                    <a:gd name="T51" fmla="*/ 47 h 101"/>
                    <a:gd name="T52" fmla="*/ 32 w 59"/>
                    <a:gd name="T53" fmla="*/ 44 h 101"/>
                    <a:gd name="T54" fmla="*/ 29 w 59"/>
                    <a:gd name="T55" fmla="*/ 64 h 101"/>
                    <a:gd name="T56" fmla="*/ 42 w 59"/>
                    <a:gd name="T57" fmla="*/ 4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9" h="101">
                      <a:moveTo>
                        <a:pt x="39" y="78"/>
                      </a:moveTo>
                      <a:cubicBezTo>
                        <a:pt x="31" y="84"/>
                        <a:pt x="24" y="89"/>
                        <a:pt x="17" y="94"/>
                      </a:cubicBezTo>
                      <a:cubicBezTo>
                        <a:pt x="14" y="97"/>
                        <a:pt x="11" y="96"/>
                        <a:pt x="8" y="94"/>
                      </a:cubicBezTo>
                      <a:cubicBezTo>
                        <a:pt x="4" y="90"/>
                        <a:pt x="0" y="86"/>
                        <a:pt x="0" y="79"/>
                      </a:cubicBezTo>
                      <a:cubicBezTo>
                        <a:pt x="6" y="82"/>
                        <a:pt x="12" y="80"/>
                        <a:pt x="17" y="73"/>
                      </a:cubicBezTo>
                      <a:cubicBezTo>
                        <a:pt x="15" y="72"/>
                        <a:pt x="13" y="70"/>
                        <a:pt x="10" y="68"/>
                      </a:cubicBezTo>
                      <a:cubicBezTo>
                        <a:pt x="7" y="66"/>
                        <a:pt x="7" y="63"/>
                        <a:pt x="8" y="60"/>
                      </a:cubicBezTo>
                      <a:cubicBezTo>
                        <a:pt x="11" y="48"/>
                        <a:pt x="15" y="36"/>
                        <a:pt x="18" y="23"/>
                      </a:cubicBezTo>
                      <a:cubicBezTo>
                        <a:pt x="19" y="20"/>
                        <a:pt x="20" y="16"/>
                        <a:pt x="26" y="17"/>
                      </a:cubicBezTo>
                      <a:cubicBezTo>
                        <a:pt x="32" y="18"/>
                        <a:pt x="36" y="21"/>
                        <a:pt x="36" y="26"/>
                      </a:cubicBezTo>
                      <a:cubicBezTo>
                        <a:pt x="36" y="26"/>
                        <a:pt x="36" y="27"/>
                        <a:pt x="36" y="27"/>
                      </a:cubicBezTo>
                      <a:cubicBezTo>
                        <a:pt x="35" y="33"/>
                        <a:pt x="38" y="37"/>
                        <a:pt x="43" y="40"/>
                      </a:cubicBezTo>
                      <a:cubicBezTo>
                        <a:pt x="43" y="31"/>
                        <a:pt x="42" y="22"/>
                        <a:pt x="42" y="12"/>
                      </a:cubicBezTo>
                      <a:cubicBezTo>
                        <a:pt x="30" y="16"/>
                        <a:pt x="20" y="12"/>
                        <a:pt x="21" y="5"/>
                      </a:cubicBezTo>
                      <a:cubicBezTo>
                        <a:pt x="29" y="3"/>
                        <a:pt x="36" y="1"/>
                        <a:pt x="44" y="1"/>
                      </a:cubicBezTo>
                      <a:cubicBezTo>
                        <a:pt x="54" y="0"/>
                        <a:pt x="59" y="8"/>
                        <a:pt x="57" y="17"/>
                      </a:cubicBezTo>
                      <a:cubicBezTo>
                        <a:pt x="56" y="27"/>
                        <a:pt x="56" y="38"/>
                        <a:pt x="56" y="48"/>
                      </a:cubicBezTo>
                      <a:cubicBezTo>
                        <a:pt x="56" y="50"/>
                        <a:pt x="57" y="52"/>
                        <a:pt x="57" y="55"/>
                      </a:cubicBezTo>
                      <a:cubicBezTo>
                        <a:pt x="57" y="58"/>
                        <a:pt x="56" y="61"/>
                        <a:pt x="55" y="64"/>
                      </a:cubicBezTo>
                      <a:cubicBezTo>
                        <a:pt x="55" y="66"/>
                        <a:pt x="54" y="68"/>
                        <a:pt x="54" y="71"/>
                      </a:cubicBezTo>
                      <a:cubicBezTo>
                        <a:pt x="53" y="79"/>
                        <a:pt x="53" y="87"/>
                        <a:pt x="52" y="95"/>
                      </a:cubicBezTo>
                      <a:cubicBezTo>
                        <a:pt x="52" y="97"/>
                        <a:pt x="51" y="100"/>
                        <a:pt x="49" y="101"/>
                      </a:cubicBezTo>
                      <a:cubicBezTo>
                        <a:pt x="47" y="101"/>
                        <a:pt x="44" y="100"/>
                        <a:pt x="43" y="98"/>
                      </a:cubicBezTo>
                      <a:cubicBezTo>
                        <a:pt x="39" y="95"/>
                        <a:pt x="36" y="92"/>
                        <a:pt x="38" y="86"/>
                      </a:cubicBezTo>
                      <a:cubicBezTo>
                        <a:pt x="39" y="84"/>
                        <a:pt x="39" y="81"/>
                        <a:pt x="39" y="78"/>
                      </a:cubicBezTo>
                      <a:close/>
                      <a:moveTo>
                        <a:pt x="42" y="47"/>
                      </a:moveTo>
                      <a:cubicBezTo>
                        <a:pt x="39" y="46"/>
                        <a:pt x="36" y="45"/>
                        <a:pt x="32" y="44"/>
                      </a:cubicBezTo>
                      <a:cubicBezTo>
                        <a:pt x="31" y="51"/>
                        <a:pt x="30" y="57"/>
                        <a:pt x="29" y="64"/>
                      </a:cubicBezTo>
                      <a:cubicBezTo>
                        <a:pt x="39" y="61"/>
                        <a:pt x="42" y="57"/>
                        <a:pt x="42" y="4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6" name="Freeform 10">
                  <a:extLst>
                    <a:ext uri="{FF2B5EF4-FFF2-40B4-BE49-F238E27FC236}">
                      <a16:creationId xmlns:a16="http://schemas.microsoft.com/office/drawing/2014/main" id="{3C581795-C09D-460E-9472-8181F266F0EF}"/>
                    </a:ext>
                  </a:extLst>
                </p:cNvPr>
                <p:cNvSpPr>
                  <a:spLocks noEditPoints="1"/>
                </p:cNvSpPr>
                <p:nvPr/>
              </p:nvSpPr>
              <p:spPr bwMode="auto">
                <a:xfrm>
                  <a:off x="6361113" y="3541713"/>
                  <a:ext cx="236538" cy="509588"/>
                </a:xfrm>
                <a:custGeom>
                  <a:avLst/>
                  <a:gdLst>
                    <a:gd name="T0" fmla="*/ 11 w 55"/>
                    <a:gd name="T1" fmla="*/ 89 h 120"/>
                    <a:gd name="T2" fmla="*/ 10 w 55"/>
                    <a:gd name="T3" fmla="*/ 100 h 120"/>
                    <a:gd name="T4" fmla="*/ 6 w 55"/>
                    <a:gd name="T5" fmla="*/ 104 h 120"/>
                    <a:gd name="T6" fmla="*/ 1 w 55"/>
                    <a:gd name="T7" fmla="*/ 99 h 120"/>
                    <a:gd name="T8" fmla="*/ 3 w 55"/>
                    <a:gd name="T9" fmla="*/ 84 h 120"/>
                    <a:gd name="T10" fmla="*/ 14 w 55"/>
                    <a:gd name="T11" fmla="*/ 37 h 120"/>
                    <a:gd name="T12" fmla="*/ 22 w 55"/>
                    <a:gd name="T13" fmla="*/ 11 h 120"/>
                    <a:gd name="T14" fmla="*/ 26 w 55"/>
                    <a:gd name="T15" fmla="*/ 19 h 120"/>
                    <a:gd name="T16" fmla="*/ 20 w 55"/>
                    <a:gd name="T17" fmla="*/ 40 h 120"/>
                    <a:gd name="T18" fmla="*/ 27 w 55"/>
                    <a:gd name="T19" fmla="*/ 35 h 120"/>
                    <a:gd name="T20" fmla="*/ 35 w 55"/>
                    <a:gd name="T21" fmla="*/ 30 h 120"/>
                    <a:gd name="T22" fmla="*/ 33 w 55"/>
                    <a:gd name="T23" fmla="*/ 9 h 120"/>
                    <a:gd name="T24" fmla="*/ 28 w 55"/>
                    <a:gd name="T25" fmla="*/ 8 h 120"/>
                    <a:gd name="T26" fmla="*/ 19 w 55"/>
                    <a:gd name="T27" fmla="*/ 12 h 120"/>
                    <a:gd name="T28" fmla="*/ 12 w 55"/>
                    <a:gd name="T29" fmla="*/ 15 h 120"/>
                    <a:gd name="T30" fmla="*/ 9 w 55"/>
                    <a:gd name="T31" fmla="*/ 11 h 120"/>
                    <a:gd name="T32" fmla="*/ 11 w 55"/>
                    <a:gd name="T33" fmla="*/ 8 h 120"/>
                    <a:gd name="T34" fmla="*/ 31 w 55"/>
                    <a:gd name="T35" fmla="*/ 0 h 120"/>
                    <a:gd name="T36" fmla="*/ 45 w 55"/>
                    <a:gd name="T37" fmla="*/ 15 h 120"/>
                    <a:gd name="T38" fmla="*/ 44 w 55"/>
                    <a:gd name="T39" fmla="*/ 46 h 120"/>
                    <a:gd name="T40" fmla="*/ 48 w 55"/>
                    <a:gd name="T41" fmla="*/ 54 h 120"/>
                    <a:gd name="T42" fmla="*/ 48 w 55"/>
                    <a:gd name="T43" fmla="*/ 71 h 120"/>
                    <a:gd name="T44" fmla="*/ 44 w 55"/>
                    <a:gd name="T45" fmla="*/ 77 h 120"/>
                    <a:gd name="T46" fmla="*/ 44 w 55"/>
                    <a:gd name="T47" fmla="*/ 110 h 120"/>
                    <a:gd name="T48" fmla="*/ 44 w 55"/>
                    <a:gd name="T49" fmla="*/ 114 h 120"/>
                    <a:gd name="T50" fmla="*/ 41 w 55"/>
                    <a:gd name="T51" fmla="*/ 120 h 120"/>
                    <a:gd name="T52" fmla="*/ 32 w 55"/>
                    <a:gd name="T53" fmla="*/ 118 h 120"/>
                    <a:gd name="T54" fmla="*/ 13 w 55"/>
                    <a:gd name="T55" fmla="*/ 91 h 120"/>
                    <a:gd name="T56" fmla="*/ 12 w 55"/>
                    <a:gd name="T57" fmla="*/ 89 h 120"/>
                    <a:gd name="T58" fmla="*/ 11 w 55"/>
                    <a:gd name="T59" fmla="*/ 89 h 120"/>
                    <a:gd name="T60" fmla="*/ 24 w 55"/>
                    <a:gd name="T61" fmla="*/ 76 h 120"/>
                    <a:gd name="T62" fmla="*/ 23 w 55"/>
                    <a:gd name="T63" fmla="*/ 74 h 120"/>
                    <a:gd name="T64" fmla="*/ 27 w 55"/>
                    <a:gd name="T65" fmla="*/ 71 h 120"/>
                    <a:gd name="T66" fmla="*/ 33 w 55"/>
                    <a:gd name="T67" fmla="*/ 67 h 120"/>
                    <a:gd name="T68" fmla="*/ 32 w 55"/>
                    <a:gd name="T69" fmla="*/ 63 h 120"/>
                    <a:gd name="T70" fmla="*/ 22 w 55"/>
                    <a:gd name="T71" fmla="*/ 52 h 120"/>
                    <a:gd name="T72" fmla="*/ 18 w 55"/>
                    <a:gd name="T73" fmla="*/ 89 h 120"/>
                    <a:gd name="T74" fmla="*/ 33 w 55"/>
                    <a:gd name="T75" fmla="*/ 107 h 120"/>
                    <a:gd name="T76" fmla="*/ 35 w 55"/>
                    <a:gd name="T77" fmla="*/ 77 h 120"/>
                    <a:gd name="T78" fmla="*/ 31 w 55"/>
                    <a:gd name="T79" fmla="*/ 75 h 120"/>
                    <a:gd name="T80" fmla="*/ 24 w 55"/>
                    <a:gd name="T81" fmla="*/ 76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5" h="120">
                      <a:moveTo>
                        <a:pt x="11" y="89"/>
                      </a:moveTo>
                      <a:cubicBezTo>
                        <a:pt x="10" y="93"/>
                        <a:pt x="10" y="96"/>
                        <a:pt x="10" y="100"/>
                      </a:cubicBezTo>
                      <a:cubicBezTo>
                        <a:pt x="9" y="102"/>
                        <a:pt x="9" y="104"/>
                        <a:pt x="6" y="104"/>
                      </a:cubicBezTo>
                      <a:cubicBezTo>
                        <a:pt x="3" y="104"/>
                        <a:pt x="0" y="103"/>
                        <a:pt x="1" y="99"/>
                      </a:cubicBezTo>
                      <a:cubicBezTo>
                        <a:pt x="2" y="94"/>
                        <a:pt x="2" y="89"/>
                        <a:pt x="3" y="84"/>
                      </a:cubicBezTo>
                      <a:cubicBezTo>
                        <a:pt x="7" y="68"/>
                        <a:pt x="10" y="53"/>
                        <a:pt x="14" y="37"/>
                      </a:cubicBezTo>
                      <a:cubicBezTo>
                        <a:pt x="16" y="29"/>
                        <a:pt x="19" y="20"/>
                        <a:pt x="22" y="11"/>
                      </a:cubicBezTo>
                      <a:cubicBezTo>
                        <a:pt x="26" y="13"/>
                        <a:pt x="27" y="15"/>
                        <a:pt x="26" y="19"/>
                      </a:cubicBezTo>
                      <a:cubicBezTo>
                        <a:pt x="24" y="25"/>
                        <a:pt x="22" y="32"/>
                        <a:pt x="20" y="40"/>
                      </a:cubicBezTo>
                      <a:cubicBezTo>
                        <a:pt x="23" y="37"/>
                        <a:pt x="25" y="36"/>
                        <a:pt x="27" y="35"/>
                      </a:cubicBezTo>
                      <a:cubicBezTo>
                        <a:pt x="30" y="33"/>
                        <a:pt x="34" y="32"/>
                        <a:pt x="35" y="30"/>
                      </a:cubicBezTo>
                      <a:cubicBezTo>
                        <a:pt x="36" y="23"/>
                        <a:pt x="37" y="16"/>
                        <a:pt x="33" y="9"/>
                      </a:cubicBezTo>
                      <a:cubicBezTo>
                        <a:pt x="33" y="8"/>
                        <a:pt x="30" y="7"/>
                        <a:pt x="28" y="8"/>
                      </a:cubicBezTo>
                      <a:cubicBezTo>
                        <a:pt x="25" y="9"/>
                        <a:pt x="22" y="11"/>
                        <a:pt x="19" y="12"/>
                      </a:cubicBezTo>
                      <a:cubicBezTo>
                        <a:pt x="17" y="13"/>
                        <a:pt x="15" y="15"/>
                        <a:pt x="12" y="15"/>
                      </a:cubicBezTo>
                      <a:cubicBezTo>
                        <a:pt x="11" y="15"/>
                        <a:pt x="9" y="13"/>
                        <a:pt x="9" y="11"/>
                      </a:cubicBezTo>
                      <a:cubicBezTo>
                        <a:pt x="8" y="11"/>
                        <a:pt x="10" y="9"/>
                        <a:pt x="11" y="8"/>
                      </a:cubicBezTo>
                      <a:cubicBezTo>
                        <a:pt x="17" y="4"/>
                        <a:pt x="23" y="0"/>
                        <a:pt x="31" y="0"/>
                      </a:cubicBezTo>
                      <a:cubicBezTo>
                        <a:pt x="41" y="1"/>
                        <a:pt x="46" y="5"/>
                        <a:pt x="45" y="15"/>
                      </a:cubicBezTo>
                      <a:cubicBezTo>
                        <a:pt x="45" y="25"/>
                        <a:pt x="45" y="36"/>
                        <a:pt x="44" y="46"/>
                      </a:cubicBezTo>
                      <a:cubicBezTo>
                        <a:pt x="44" y="50"/>
                        <a:pt x="45" y="52"/>
                        <a:pt x="48" y="54"/>
                      </a:cubicBezTo>
                      <a:cubicBezTo>
                        <a:pt x="55" y="60"/>
                        <a:pt x="55" y="66"/>
                        <a:pt x="48" y="71"/>
                      </a:cubicBezTo>
                      <a:cubicBezTo>
                        <a:pt x="45" y="72"/>
                        <a:pt x="44" y="74"/>
                        <a:pt x="44" y="77"/>
                      </a:cubicBezTo>
                      <a:cubicBezTo>
                        <a:pt x="45" y="88"/>
                        <a:pt x="44" y="99"/>
                        <a:pt x="44" y="110"/>
                      </a:cubicBezTo>
                      <a:cubicBezTo>
                        <a:pt x="44" y="112"/>
                        <a:pt x="45" y="113"/>
                        <a:pt x="44" y="114"/>
                      </a:cubicBezTo>
                      <a:cubicBezTo>
                        <a:pt x="43" y="116"/>
                        <a:pt x="42" y="120"/>
                        <a:pt x="41" y="120"/>
                      </a:cubicBezTo>
                      <a:cubicBezTo>
                        <a:pt x="38" y="120"/>
                        <a:pt x="34" y="120"/>
                        <a:pt x="32" y="118"/>
                      </a:cubicBezTo>
                      <a:cubicBezTo>
                        <a:pt x="25" y="109"/>
                        <a:pt x="19" y="100"/>
                        <a:pt x="13" y="91"/>
                      </a:cubicBezTo>
                      <a:cubicBezTo>
                        <a:pt x="12" y="90"/>
                        <a:pt x="12" y="90"/>
                        <a:pt x="12" y="89"/>
                      </a:cubicBezTo>
                      <a:cubicBezTo>
                        <a:pt x="11" y="89"/>
                        <a:pt x="11" y="89"/>
                        <a:pt x="11" y="89"/>
                      </a:cubicBezTo>
                      <a:close/>
                      <a:moveTo>
                        <a:pt x="24" y="76"/>
                      </a:moveTo>
                      <a:cubicBezTo>
                        <a:pt x="23" y="75"/>
                        <a:pt x="23" y="75"/>
                        <a:pt x="23" y="74"/>
                      </a:cubicBezTo>
                      <a:cubicBezTo>
                        <a:pt x="24" y="73"/>
                        <a:pt x="26" y="72"/>
                        <a:pt x="27" y="71"/>
                      </a:cubicBezTo>
                      <a:cubicBezTo>
                        <a:pt x="29" y="70"/>
                        <a:pt x="31" y="69"/>
                        <a:pt x="33" y="67"/>
                      </a:cubicBezTo>
                      <a:cubicBezTo>
                        <a:pt x="35" y="66"/>
                        <a:pt x="35" y="63"/>
                        <a:pt x="32" y="63"/>
                      </a:cubicBezTo>
                      <a:cubicBezTo>
                        <a:pt x="27" y="61"/>
                        <a:pt x="24" y="58"/>
                        <a:pt x="22" y="52"/>
                      </a:cubicBezTo>
                      <a:cubicBezTo>
                        <a:pt x="17" y="65"/>
                        <a:pt x="13" y="77"/>
                        <a:pt x="18" y="89"/>
                      </a:cubicBezTo>
                      <a:cubicBezTo>
                        <a:pt x="21" y="97"/>
                        <a:pt x="27" y="101"/>
                        <a:pt x="33" y="107"/>
                      </a:cubicBezTo>
                      <a:cubicBezTo>
                        <a:pt x="34" y="97"/>
                        <a:pt x="34" y="87"/>
                        <a:pt x="35" y="77"/>
                      </a:cubicBezTo>
                      <a:cubicBezTo>
                        <a:pt x="35" y="77"/>
                        <a:pt x="32" y="75"/>
                        <a:pt x="31" y="75"/>
                      </a:cubicBezTo>
                      <a:cubicBezTo>
                        <a:pt x="29" y="75"/>
                        <a:pt x="26" y="76"/>
                        <a:pt x="24" y="7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36" name="组合 35">
                <a:extLst>
                  <a:ext uri="{FF2B5EF4-FFF2-40B4-BE49-F238E27FC236}">
                    <a16:creationId xmlns:a16="http://schemas.microsoft.com/office/drawing/2014/main" id="{C43281D5-D15F-4210-8FEF-5D0B83A54FD6}"/>
                  </a:ext>
                </a:extLst>
              </p:cNvPr>
              <p:cNvGrpSpPr/>
              <p:nvPr/>
            </p:nvGrpSpPr>
            <p:grpSpPr>
              <a:xfrm>
                <a:off x="6738929" y="2270918"/>
                <a:ext cx="549275" cy="693738"/>
                <a:chOff x="6108700" y="2066926"/>
                <a:chExt cx="549275" cy="693738"/>
              </a:xfrm>
              <a:grpFill/>
            </p:grpSpPr>
            <p:sp>
              <p:nvSpPr>
                <p:cNvPr id="43" name="Freeform 13">
                  <a:extLst>
                    <a:ext uri="{FF2B5EF4-FFF2-40B4-BE49-F238E27FC236}">
                      <a16:creationId xmlns:a16="http://schemas.microsoft.com/office/drawing/2014/main" id="{0965091B-D712-42AC-844D-24578409DB9A}"/>
                    </a:ext>
                  </a:extLst>
                </p:cNvPr>
                <p:cNvSpPr>
                  <a:spLocks noEditPoints="1"/>
                </p:cNvSpPr>
                <p:nvPr/>
              </p:nvSpPr>
              <p:spPr bwMode="auto">
                <a:xfrm>
                  <a:off x="6108700" y="2066926"/>
                  <a:ext cx="549275" cy="655638"/>
                </a:xfrm>
                <a:custGeom>
                  <a:avLst/>
                  <a:gdLst>
                    <a:gd name="T0" fmla="*/ 54 w 128"/>
                    <a:gd name="T1" fmla="*/ 76 h 154"/>
                    <a:gd name="T2" fmla="*/ 66 w 128"/>
                    <a:gd name="T3" fmla="*/ 53 h 154"/>
                    <a:gd name="T4" fmla="*/ 49 w 128"/>
                    <a:gd name="T5" fmla="*/ 47 h 154"/>
                    <a:gd name="T6" fmla="*/ 64 w 128"/>
                    <a:gd name="T7" fmla="*/ 44 h 154"/>
                    <a:gd name="T8" fmla="*/ 83 w 128"/>
                    <a:gd name="T9" fmla="*/ 6 h 154"/>
                    <a:gd name="T10" fmla="*/ 91 w 128"/>
                    <a:gd name="T11" fmla="*/ 11 h 154"/>
                    <a:gd name="T12" fmla="*/ 96 w 128"/>
                    <a:gd name="T13" fmla="*/ 36 h 154"/>
                    <a:gd name="T14" fmla="*/ 106 w 128"/>
                    <a:gd name="T15" fmla="*/ 41 h 154"/>
                    <a:gd name="T16" fmla="*/ 82 w 128"/>
                    <a:gd name="T17" fmla="*/ 50 h 154"/>
                    <a:gd name="T18" fmla="*/ 71 w 128"/>
                    <a:gd name="T19" fmla="*/ 65 h 154"/>
                    <a:gd name="T20" fmla="*/ 110 w 128"/>
                    <a:gd name="T21" fmla="*/ 74 h 154"/>
                    <a:gd name="T22" fmla="*/ 101 w 128"/>
                    <a:gd name="T23" fmla="*/ 87 h 154"/>
                    <a:gd name="T24" fmla="*/ 111 w 128"/>
                    <a:gd name="T25" fmla="*/ 98 h 154"/>
                    <a:gd name="T26" fmla="*/ 92 w 128"/>
                    <a:gd name="T27" fmla="*/ 104 h 154"/>
                    <a:gd name="T28" fmla="*/ 86 w 128"/>
                    <a:gd name="T29" fmla="*/ 116 h 154"/>
                    <a:gd name="T30" fmla="*/ 124 w 128"/>
                    <a:gd name="T31" fmla="*/ 112 h 154"/>
                    <a:gd name="T32" fmla="*/ 120 w 128"/>
                    <a:gd name="T33" fmla="*/ 122 h 154"/>
                    <a:gd name="T34" fmla="*/ 111 w 128"/>
                    <a:gd name="T35" fmla="*/ 144 h 154"/>
                    <a:gd name="T36" fmla="*/ 105 w 128"/>
                    <a:gd name="T37" fmla="*/ 153 h 154"/>
                    <a:gd name="T38" fmla="*/ 55 w 128"/>
                    <a:gd name="T39" fmla="*/ 129 h 154"/>
                    <a:gd name="T40" fmla="*/ 53 w 128"/>
                    <a:gd name="T41" fmla="*/ 121 h 154"/>
                    <a:gd name="T42" fmla="*/ 61 w 128"/>
                    <a:gd name="T43" fmla="*/ 125 h 154"/>
                    <a:gd name="T44" fmla="*/ 94 w 128"/>
                    <a:gd name="T45" fmla="*/ 140 h 154"/>
                    <a:gd name="T46" fmla="*/ 85 w 128"/>
                    <a:gd name="T47" fmla="*/ 127 h 154"/>
                    <a:gd name="T48" fmla="*/ 71 w 128"/>
                    <a:gd name="T49" fmla="*/ 108 h 154"/>
                    <a:gd name="T50" fmla="*/ 52 w 128"/>
                    <a:gd name="T51" fmla="*/ 113 h 154"/>
                    <a:gd name="T52" fmla="*/ 38 w 128"/>
                    <a:gd name="T53" fmla="*/ 97 h 154"/>
                    <a:gd name="T54" fmla="*/ 51 w 128"/>
                    <a:gd name="T55" fmla="*/ 97 h 154"/>
                    <a:gd name="T56" fmla="*/ 34 w 128"/>
                    <a:gd name="T57" fmla="*/ 93 h 154"/>
                    <a:gd name="T58" fmla="*/ 35 w 128"/>
                    <a:gd name="T59" fmla="*/ 105 h 154"/>
                    <a:gd name="T60" fmla="*/ 26 w 128"/>
                    <a:gd name="T61" fmla="*/ 154 h 154"/>
                    <a:gd name="T62" fmla="*/ 20 w 128"/>
                    <a:gd name="T63" fmla="*/ 118 h 154"/>
                    <a:gd name="T64" fmla="*/ 0 w 128"/>
                    <a:gd name="T65" fmla="*/ 103 h 154"/>
                    <a:gd name="T66" fmla="*/ 19 w 128"/>
                    <a:gd name="T67" fmla="*/ 72 h 154"/>
                    <a:gd name="T68" fmla="*/ 25 w 128"/>
                    <a:gd name="T69" fmla="*/ 51 h 154"/>
                    <a:gd name="T70" fmla="*/ 39 w 128"/>
                    <a:gd name="T71" fmla="*/ 14 h 154"/>
                    <a:gd name="T72" fmla="*/ 51 w 128"/>
                    <a:gd name="T73" fmla="*/ 24 h 154"/>
                    <a:gd name="T74" fmla="*/ 39 w 128"/>
                    <a:gd name="T75" fmla="*/ 44 h 154"/>
                    <a:gd name="T76" fmla="*/ 48 w 128"/>
                    <a:gd name="T77" fmla="*/ 73 h 154"/>
                    <a:gd name="T78" fmla="*/ 81 w 128"/>
                    <a:gd name="T79" fmla="*/ 90 h 154"/>
                    <a:gd name="T80" fmla="*/ 92 w 128"/>
                    <a:gd name="T81" fmla="*/ 71 h 154"/>
                    <a:gd name="T82" fmla="*/ 81 w 128"/>
                    <a:gd name="T83" fmla="*/ 80 h 154"/>
                    <a:gd name="T84" fmla="*/ 76 w 128"/>
                    <a:gd name="T85" fmla="*/ 73 h 154"/>
                    <a:gd name="T86" fmla="*/ 67 w 128"/>
                    <a:gd name="T87" fmla="*/ 79 h 154"/>
                    <a:gd name="T88" fmla="*/ 76 w 128"/>
                    <a:gd name="T89" fmla="*/ 73 h 154"/>
                    <a:gd name="T90" fmla="*/ 56 w 128"/>
                    <a:gd name="T91" fmla="*/ 88 h 154"/>
                    <a:gd name="T92" fmla="*/ 63 w 128"/>
                    <a:gd name="T93" fmla="*/ 81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28" h="154">
                      <a:moveTo>
                        <a:pt x="48" y="73"/>
                      </a:moveTo>
                      <a:cubicBezTo>
                        <a:pt x="50" y="74"/>
                        <a:pt x="52" y="75"/>
                        <a:pt x="54" y="76"/>
                      </a:cubicBezTo>
                      <a:cubicBezTo>
                        <a:pt x="57" y="74"/>
                        <a:pt x="60" y="72"/>
                        <a:pt x="63" y="70"/>
                      </a:cubicBezTo>
                      <a:cubicBezTo>
                        <a:pt x="58" y="63"/>
                        <a:pt x="65" y="59"/>
                        <a:pt x="66" y="53"/>
                      </a:cubicBezTo>
                      <a:cubicBezTo>
                        <a:pt x="63" y="53"/>
                        <a:pt x="59" y="53"/>
                        <a:pt x="56" y="52"/>
                      </a:cubicBezTo>
                      <a:cubicBezTo>
                        <a:pt x="54" y="51"/>
                        <a:pt x="51" y="49"/>
                        <a:pt x="49" y="47"/>
                      </a:cubicBezTo>
                      <a:cubicBezTo>
                        <a:pt x="49" y="46"/>
                        <a:pt x="50" y="46"/>
                        <a:pt x="50" y="46"/>
                      </a:cubicBezTo>
                      <a:cubicBezTo>
                        <a:pt x="55" y="45"/>
                        <a:pt x="59" y="45"/>
                        <a:pt x="64" y="44"/>
                      </a:cubicBezTo>
                      <a:cubicBezTo>
                        <a:pt x="68" y="44"/>
                        <a:pt x="70" y="42"/>
                        <a:pt x="71" y="38"/>
                      </a:cubicBezTo>
                      <a:cubicBezTo>
                        <a:pt x="75" y="27"/>
                        <a:pt x="79" y="16"/>
                        <a:pt x="83" y="6"/>
                      </a:cubicBezTo>
                      <a:cubicBezTo>
                        <a:pt x="84" y="3"/>
                        <a:pt x="84" y="0"/>
                        <a:pt x="88" y="2"/>
                      </a:cubicBezTo>
                      <a:cubicBezTo>
                        <a:pt x="92" y="4"/>
                        <a:pt x="94" y="9"/>
                        <a:pt x="91" y="11"/>
                      </a:cubicBezTo>
                      <a:cubicBezTo>
                        <a:pt x="83" y="19"/>
                        <a:pt x="83" y="30"/>
                        <a:pt x="80" y="41"/>
                      </a:cubicBezTo>
                      <a:cubicBezTo>
                        <a:pt x="85" y="39"/>
                        <a:pt x="91" y="37"/>
                        <a:pt x="96" y="36"/>
                      </a:cubicBezTo>
                      <a:cubicBezTo>
                        <a:pt x="98" y="35"/>
                        <a:pt x="101" y="35"/>
                        <a:pt x="102" y="36"/>
                      </a:cubicBezTo>
                      <a:cubicBezTo>
                        <a:pt x="104" y="37"/>
                        <a:pt x="106" y="39"/>
                        <a:pt x="106" y="41"/>
                      </a:cubicBezTo>
                      <a:cubicBezTo>
                        <a:pt x="106" y="42"/>
                        <a:pt x="105" y="44"/>
                        <a:pt x="103" y="44"/>
                      </a:cubicBezTo>
                      <a:cubicBezTo>
                        <a:pt x="96" y="46"/>
                        <a:pt x="89" y="48"/>
                        <a:pt x="82" y="50"/>
                      </a:cubicBezTo>
                      <a:cubicBezTo>
                        <a:pt x="78" y="50"/>
                        <a:pt x="77" y="51"/>
                        <a:pt x="76" y="54"/>
                      </a:cubicBezTo>
                      <a:cubicBezTo>
                        <a:pt x="74" y="58"/>
                        <a:pt x="73" y="61"/>
                        <a:pt x="71" y="65"/>
                      </a:cubicBezTo>
                      <a:cubicBezTo>
                        <a:pt x="82" y="63"/>
                        <a:pt x="92" y="62"/>
                        <a:pt x="102" y="66"/>
                      </a:cubicBezTo>
                      <a:cubicBezTo>
                        <a:pt x="106" y="67"/>
                        <a:pt x="110" y="69"/>
                        <a:pt x="110" y="74"/>
                      </a:cubicBezTo>
                      <a:cubicBezTo>
                        <a:pt x="111" y="79"/>
                        <a:pt x="109" y="83"/>
                        <a:pt x="104" y="85"/>
                      </a:cubicBezTo>
                      <a:cubicBezTo>
                        <a:pt x="103" y="85"/>
                        <a:pt x="102" y="86"/>
                        <a:pt x="101" y="87"/>
                      </a:cubicBezTo>
                      <a:cubicBezTo>
                        <a:pt x="103" y="88"/>
                        <a:pt x="105" y="88"/>
                        <a:pt x="106" y="89"/>
                      </a:cubicBezTo>
                      <a:cubicBezTo>
                        <a:pt x="110" y="91"/>
                        <a:pt x="112" y="94"/>
                        <a:pt x="111" y="98"/>
                      </a:cubicBezTo>
                      <a:cubicBezTo>
                        <a:pt x="110" y="102"/>
                        <a:pt x="107" y="103"/>
                        <a:pt x="104" y="103"/>
                      </a:cubicBezTo>
                      <a:cubicBezTo>
                        <a:pt x="100" y="103"/>
                        <a:pt x="96" y="104"/>
                        <a:pt x="92" y="104"/>
                      </a:cubicBezTo>
                      <a:cubicBezTo>
                        <a:pt x="86" y="105"/>
                        <a:pt x="81" y="111"/>
                        <a:pt x="82" y="117"/>
                      </a:cubicBezTo>
                      <a:cubicBezTo>
                        <a:pt x="83" y="117"/>
                        <a:pt x="85" y="117"/>
                        <a:pt x="86" y="116"/>
                      </a:cubicBezTo>
                      <a:cubicBezTo>
                        <a:pt x="95" y="111"/>
                        <a:pt x="104" y="109"/>
                        <a:pt x="114" y="109"/>
                      </a:cubicBezTo>
                      <a:cubicBezTo>
                        <a:pt x="118" y="110"/>
                        <a:pt x="121" y="111"/>
                        <a:pt x="124" y="112"/>
                      </a:cubicBezTo>
                      <a:cubicBezTo>
                        <a:pt x="128" y="114"/>
                        <a:pt x="128" y="117"/>
                        <a:pt x="126" y="120"/>
                      </a:cubicBezTo>
                      <a:cubicBezTo>
                        <a:pt x="125" y="123"/>
                        <a:pt x="122" y="123"/>
                        <a:pt x="120" y="122"/>
                      </a:cubicBezTo>
                      <a:cubicBezTo>
                        <a:pt x="111" y="118"/>
                        <a:pt x="104" y="120"/>
                        <a:pt x="97" y="123"/>
                      </a:cubicBezTo>
                      <a:cubicBezTo>
                        <a:pt x="101" y="130"/>
                        <a:pt x="106" y="137"/>
                        <a:pt x="111" y="144"/>
                      </a:cubicBezTo>
                      <a:cubicBezTo>
                        <a:pt x="112" y="146"/>
                        <a:pt x="112" y="150"/>
                        <a:pt x="111" y="152"/>
                      </a:cubicBezTo>
                      <a:cubicBezTo>
                        <a:pt x="111" y="153"/>
                        <a:pt x="107" y="153"/>
                        <a:pt x="105" y="153"/>
                      </a:cubicBezTo>
                      <a:cubicBezTo>
                        <a:pt x="91" y="150"/>
                        <a:pt x="77" y="146"/>
                        <a:pt x="66" y="138"/>
                      </a:cubicBezTo>
                      <a:cubicBezTo>
                        <a:pt x="62" y="135"/>
                        <a:pt x="59" y="132"/>
                        <a:pt x="55" y="129"/>
                      </a:cubicBezTo>
                      <a:cubicBezTo>
                        <a:pt x="54" y="128"/>
                        <a:pt x="53" y="127"/>
                        <a:pt x="53" y="126"/>
                      </a:cubicBezTo>
                      <a:cubicBezTo>
                        <a:pt x="53" y="124"/>
                        <a:pt x="53" y="122"/>
                        <a:pt x="53" y="121"/>
                      </a:cubicBezTo>
                      <a:cubicBezTo>
                        <a:pt x="55" y="121"/>
                        <a:pt x="57" y="121"/>
                        <a:pt x="58" y="121"/>
                      </a:cubicBezTo>
                      <a:cubicBezTo>
                        <a:pt x="59" y="122"/>
                        <a:pt x="60" y="123"/>
                        <a:pt x="61" y="125"/>
                      </a:cubicBezTo>
                      <a:cubicBezTo>
                        <a:pt x="70" y="134"/>
                        <a:pt x="80" y="139"/>
                        <a:pt x="92" y="140"/>
                      </a:cubicBezTo>
                      <a:cubicBezTo>
                        <a:pt x="93" y="140"/>
                        <a:pt x="93" y="140"/>
                        <a:pt x="94" y="140"/>
                      </a:cubicBezTo>
                      <a:cubicBezTo>
                        <a:pt x="92" y="136"/>
                        <a:pt x="90" y="132"/>
                        <a:pt x="88" y="128"/>
                      </a:cubicBezTo>
                      <a:cubicBezTo>
                        <a:pt x="88" y="128"/>
                        <a:pt x="86" y="127"/>
                        <a:pt x="85" y="127"/>
                      </a:cubicBezTo>
                      <a:cubicBezTo>
                        <a:pt x="71" y="126"/>
                        <a:pt x="70" y="124"/>
                        <a:pt x="71" y="111"/>
                      </a:cubicBezTo>
                      <a:cubicBezTo>
                        <a:pt x="71" y="110"/>
                        <a:pt x="71" y="109"/>
                        <a:pt x="71" y="108"/>
                      </a:cubicBezTo>
                      <a:cubicBezTo>
                        <a:pt x="68" y="109"/>
                        <a:pt x="65" y="109"/>
                        <a:pt x="62" y="110"/>
                      </a:cubicBezTo>
                      <a:cubicBezTo>
                        <a:pt x="59" y="111"/>
                        <a:pt x="55" y="112"/>
                        <a:pt x="52" y="113"/>
                      </a:cubicBezTo>
                      <a:cubicBezTo>
                        <a:pt x="48" y="114"/>
                        <a:pt x="44" y="115"/>
                        <a:pt x="41" y="111"/>
                      </a:cubicBezTo>
                      <a:cubicBezTo>
                        <a:pt x="37" y="107"/>
                        <a:pt x="37" y="102"/>
                        <a:pt x="38" y="97"/>
                      </a:cubicBezTo>
                      <a:cubicBezTo>
                        <a:pt x="38" y="96"/>
                        <a:pt x="40" y="96"/>
                        <a:pt x="42" y="96"/>
                      </a:cubicBezTo>
                      <a:cubicBezTo>
                        <a:pt x="45" y="96"/>
                        <a:pt x="48" y="96"/>
                        <a:pt x="51" y="97"/>
                      </a:cubicBezTo>
                      <a:cubicBezTo>
                        <a:pt x="48" y="90"/>
                        <a:pt x="46" y="84"/>
                        <a:pt x="43" y="78"/>
                      </a:cubicBezTo>
                      <a:cubicBezTo>
                        <a:pt x="40" y="83"/>
                        <a:pt x="37" y="88"/>
                        <a:pt x="34" y="93"/>
                      </a:cubicBezTo>
                      <a:cubicBezTo>
                        <a:pt x="33" y="94"/>
                        <a:pt x="33" y="96"/>
                        <a:pt x="34" y="98"/>
                      </a:cubicBezTo>
                      <a:cubicBezTo>
                        <a:pt x="34" y="100"/>
                        <a:pt x="35" y="103"/>
                        <a:pt x="35" y="105"/>
                      </a:cubicBezTo>
                      <a:cubicBezTo>
                        <a:pt x="32" y="121"/>
                        <a:pt x="29" y="136"/>
                        <a:pt x="27" y="151"/>
                      </a:cubicBezTo>
                      <a:cubicBezTo>
                        <a:pt x="26" y="152"/>
                        <a:pt x="26" y="153"/>
                        <a:pt x="26" y="154"/>
                      </a:cubicBezTo>
                      <a:cubicBezTo>
                        <a:pt x="17" y="153"/>
                        <a:pt x="14" y="149"/>
                        <a:pt x="15" y="141"/>
                      </a:cubicBezTo>
                      <a:cubicBezTo>
                        <a:pt x="17" y="134"/>
                        <a:pt x="18" y="126"/>
                        <a:pt x="20" y="118"/>
                      </a:cubicBezTo>
                      <a:cubicBezTo>
                        <a:pt x="15" y="123"/>
                        <a:pt x="12" y="122"/>
                        <a:pt x="7" y="118"/>
                      </a:cubicBezTo>
                      <a:cubicBezTo>
                        <a:pt x="3" y="114"/>
                        <a:pt x="0" y="109"/>
                        <a:pt x="0" y="103"/>
                      </a:cubicBezTo>
                      <a:cubicBezTo>
                        <a:pt x="0" y="102"/>
                        <a:pt x="1" y="101"/>
                        <a:pt x="1" y="100"/>
                      </a:cubicBezTo>
                      <a:cubicBezTo>
                        <a:pt x="7" y="91"/>
                        <a:pt x="14" y="82"/>
                        <a:pt x="19" y="72"/>
                      </a:cubicBezTo>
                      <a:cubicBezTo>
                        <a:pt x="22" y="67"/>
                        <a:pt x="24" y="61"/>
                        <a:pt x="26" y="55"/>
                      </a:cubicBezTo>
                      <a:cubicBezTo>
                        <a:pt x="27" y="54"/>
                        <a:pt x="25" y="53"/>
                        <a:pt x="25" y="51"/>
                      </a:cubicBezTo>
                      <a:cubicBezTo>
                        <a:pt x="18" y="43"/>
                        <a:pt x="18" y="39"/>
                        <a:pt x="23" y="30"/>
                      </a:cubicBezTo>
                      <a:cubicBezTo>
                        <a:pt x="27" y="23"/>
                        <a:pt x="32" y="17"/>
                        <a:pt x="39" y="14"/>
                      </a:cubicBezTo>
                      <a:cubicBezTo>
                        <a:pt x="45" y="11"/>
                        <a:pt x="50" y="12"/>
                        <a:pt x="53" y="16"/>
                      </a:cubicBezTo>
                      <a:cubicBezTo>
                        <a:pt x="56" y="20"/>
                        <a:pt x="56" y="22"/>
                        <a:pt x="51" y="24"/>
                      </a:cubicBezTo>
                      <a:cubicBezTo>
                        <a:pt x="44" y="26"/>
                        <a:pt x="41" y="31"/>
                        <a:pt x="37" y="36"/>
                      </a:cubicBezTo>
                      <a:cubicBezTo>
                        <a:pt x="36" y="39"/>
                        <a:pt x="36" y="42"/>
                        <a:pt x="39" y="44"/>
                      </a:cubicBezTo>
                      <a:cubicBezTo>
                        <a:pt x="41" y="45"/>
                        <a:pt x="42" y="47"/>
                        <a:pt x="43" y="48"/>
                      </a:cubicBezTo>
                      <a:cubicBezTo>
                        <a:pt x="52" y="58"/>
                        <a:pt x="54" y="62"/>
                        <a:pt x="48" y="73"/>
                      </a:cubicBezTo>
                      <a:close/>
                      <a:moveTo>
                        <a:pt x="79" y="89"/>
                      </a:moveTo>
                      <a:cubicBezTo>
                        <a:pt x="80" y="89"/>
                        <a:pt x="80" y="90"/>
                        <a:pt x="81" y="90"/>
                      </a:cubicBezTo>
                      <a:cubicBezTo>
                        <a:pt x="85" y="86"/>
                        <a:pt x="90" y="81"/>
                        <a:pt x="95" y="76"/>
                      </a:cubicBezTo>
                      <a:cubicBezTo>
                        <a:pt x="97" y="73"/>
                        <a:pt x="95" y="71"/>
                        <a:pt x="92" y="71"/>
                      </a:cubicBezTo>
                      <a:cubicBezTo>
                        <a:pt x="88" y="71"/>
                        <a:pt x="85" y="71"/>
                        <a:pt x="81" y="71"/>
                      </a:cubicBezTo>
                      <a:cubicBezTo>
                        <a:pt x="81" y="75"/>
                        <a:pt x="81" y="77"/>
                        <a:pt x="81" y="80"/>
                      </a:cubicBezTo>
                      <a:cubicBezTo>
                        <a:pt x="81" y="83"/>
                        <a:pt x="80" y="86"/>
                        <a:pt x="79" y="89"/>
                      </a:cubicBezTo>
                      <a:close/>
                      <a:moveTo>
                        <a:pt x="76" y="73"/>
                      </a:moveTo>
                      <a:cubicBezTo>
                        <a:pt x="73" y="74"/>
                        <a:pt x="71" y="75"/>
                        <a:pt x="69" y="77"/>
                      </a:cubicBezTo>
                      <a:cubicBezTo>
                        <a:pt x="68" y="77"/>
                        <a:pt x="67" y="78"/>
                        <a:pt x="67" y="79"/>
                      </a:cubicBezTo>
                      <a:cubicBezTo>
                        <a:pt x="67" y="84"/>
                        <a:pt x="68" y="88"/>
                        <a:pt x="68" y="92"/>
                      </a:cubicBezTo>
                      <a:cubicBezTo>
                        <a:pt x="74" y="91"/>
                        <a:pt x="77" y="83"/>
                        <a:pt x="76" y="73"/>
                      </a:cubicBezTo>
                      <a:close/>
                      <a:moveTo>
                        <a:pt x="63" y="81"/>
                      </a:moveTo>
                      <a:cubicBezTo>
                        <a:pt x="55" y="84"/>
                        <a:pt x="54" y="85"/>
                        <a:pt x="56" y="88"/>
                      </a:cubicBezTo>
                      <a:cubicBezTo>
                        <a:pt x="58" y="94"/>
                        <a:pt x="60" y="95"/>
                        <a:pt x="65" y="93"/>
                      </a:cubicBezTo>
                      <a:cubicBezTo>
                        <a:pt x="64" y="89"/>
                        <a:pt x="63" y="85"/>
                        <a:pt x="63" y="8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4" name="Freeform 14">
                  <a:extLst>
                    <a:ext uri="{FF2B5EF4-FFF2-40B4-BE49-F238E27FC236}">
                      <a16:creationId xmlns:a16="http://schemas.microsoft.com/office/drawing/2014/main" id="{EDF1A89C-87D3-4066-B020-1AF4B9A41344}"/>
                    </a:ext>
                  </a:extLst>
                </p:cNvPr>
                <p:cNvSpPr>
                  <a:spLocks/>
                </p:cNvSpPr>
                <p:nvPr/>
              </p:nvSpPr>
              <p:spPr bwMode="auto">
                <a:xfrm>
                  <a:off x="6259513" y="2578101"/>
                  <a:ext cx="68263" cy="182563"/>
                </a:xfrm>
                <a:custGeom>
                  <a:avLst/>
                  <a:gdLst>
                    <a:gd name="T0" fmla="*/ 9 w 16"/>
                    <a:gd name="T1" fmla="*/ 0 h 43"/>
                    <a:gd name="T2" fmla="*/ 15 w 16"/>
                    <a:gd name="T3" fmla="*/ 11 h 43"/>
                    <a:gd name="T4" fmla="*/ 9 w 16"/>
                    <a:gd name="T5" fmla="*/ 43 h 43"/>
                    <a:gd name="T6" fmla="*/ 2 w 16"/>
                    <a:gd name="T7" fmla="*/ 39 h 43"/>
                    <a:gd name="T8" fmla="*/ 0 w 16"/>
                    <a:gd name="T9" fmla="*/ 35 h 43"/>
                    <a:gd name="T10" fmla="*/ 9 w 16"/>
                    <a:gd name="T11" fmla="*/ 0 h 43"/>
                  </a:gdLst>
                  <a:ahLst/>
                  <a:cxnLst>
                    <a:cxn ang="0">
                      <a:pos x="T0" y="T1"/>
                    </a:cxn>
                    <a:cxn ang="0">
                      <a:pos x="T2" y="T3"/>
                    </a:cxn>
                    <a:cxn ang="0">
                      <a:pos x="T4" y="T5"/>
                    </a:cxn>
                    <a:cxn ang="0">
                      <a:pos x="T6" y="T7"/>
                    </a:cxn>
                    <a:cxn ang="0">
                      <a:pos x="T8" y="T9"/>
                    </a:cxn>
                    <a:cxn ang="0">
                      <a:pos x="T10" y="T11"/>
                    </a:cxn>
                  </a:cxnLst>
                  <a:rect l="0" t="0" r="r" b="b"/>
                  <a:pathLst>
                    <a:path w="16" h="43">
                      <a:moveTo>
                        <a:pt x="9" y="0"/>
                      </a:moveTo>
                      <a:cubicBezTo>
                        <a:pt x="15" y="3"/>
                        <a:pt x="16" y="6"/>
                        <a:pt x="15" y="11"/>
                      </a:cubicBezTo>
                      <a:cubicBezTo>
                        <a:pt x="12" y="21"/>
                        <a:pt x="11" y="32"/>
                        <a:pt x="9" y="43"/>
                      </a:cubicBezTo>
                      <a:cubicBezTo>
                        <a:pt x="6" y="41"/>
                        <a:pt x="4" y="40"/>
                        <a:pt x="2" y="39"/>
                      </a:cubicBezTo>
                      <a:cubicBezTo>
                        <a:pt x="1" y="38"/>
                        <a:pt x="0" y="37"/>
                        <a:pt x="0" y="35"/>
                      </a:cubicBezTo>
                      <a:cubicBezTo>
                        <a:pt x="3" y="24"/>
                        <a:pt x="6" y="12"/>
                        <a:pt x="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37" name="组合 36">
                <a:extLst>
                  <a:ext uri="{FF2B5EF4-FFF2-40B4-BE49-F238E27FC236}">
                    <a16:creationId xmlns:a16="http://schemas.microsoft.com/office/drawing/2014/main" id="{CD1C2EA2-DECB-4C4E-997D-8417E76BE944}"/>
                  </a:ext>
                </a:extLst>
              </p:cNvPr>
              <p:cNvGrpSpPr/>
              <p:nvPr/>
            </p:nvGrpSpPr>
            <p:grpSpPr>
              <a:xfrm>
                <a:off x="7532962" y="2451100"/>
                <a:ext cx="368300" cy="317500"/>
                <a:chOff x="6186488" y="2930526"/>
                <a:chExt cx="368300" cy="317500"/>
              </a:xfrm>
              <a:grpFill/>
            </p:grpSpPr>
            <p:sp>
              <p:nvSpPr>
                <p:cNvPr id="40" name="Freeform 18">
                  <a:extLst>
                    <a:ext uri="{FF2B5EF4-FFF2-40B4-BE49-F238E27FC236}">
                      <a16:creationId xmlns:a16="http://schemas.microsoft.com/office/drawing/2014/main" id="{58E0037C-7932-4788-ADA9-47256329EEB7}"/>
                    </a:ext>
                  </a:extLst>
                </p:cNvPr>
                <p:cNvSpPr>
                  <a:spLocks/>
                </p:cNvSpPr>
                <p:nvPr/>
              </p:nvSpPr>
              <p:spPr bwMode="auto">
                <a:xfrm>
                  <a:off x="6310313" y="2930526"/>
                  <a:ext cx="244475" cy="317500"/>
                </a:xfrm>
                <a:custGeom>
                  <a:avLst/>
                  <a:gdLst>
                    <a:gd name="T0" fmla="*/ 49 w 57"/>
                    <a:gd name="T1" fmla="*/ 74 h 75"/>
                    <a:gd name="T2" fmla="*/ 40 w 57"/>
                    <a:gd name="T3" fmla="*/ 67 h 75"/>
                    <a:gd name="T4" fmla="*/ 33 w 57"/>
                    <a:gd name="T5" fmla="*/ 48 h 75"/>
                    <a:gd name="T6" fmla="*/ 27 w 57"/>
                    <a:gd name="T7" fmla="*/ 46 h 75"/>
                    <a:gd name="T8" fmla="*/ 11 w 57"/>
                    <a:gd name="T9" fmla="*/ 60 h 75"/>
                    <a:gd name="T10" fmla="*/ 5 w 57"/>
                    <a:gd name="T11" fmla="*/ 60 h 75"/>
                    <a:gd name="T12" fmla="*/ 6 w 57"/>
                    <a:gd name="T13" fmla="*/ 46 h 75"/>
                    <a:gd name="T14" fmla="*/ 27 w 57"/>
                    <a:gd name="T15" fmla="*/ 26 h 75"/>
                    <a:gd name="T16" fmla="*/ 40 w 57"/>
                    <a:gd name="T17" fmla="*/ 10 h 75"/>
                    <a:gd name="T18" fmla="*/ 41 w 57"/>
                    <a:gd name="T19" fmla="*/ 6 h 75"/>
                    <a:gd name="T20" fmla="*/ 45 w 57"/>
                    <a:gd name="T21" fmla="*/ 0 h 75"/>
                    <a:gd name="T22" fmla="*/ 53 w 57"/>
                    <a:gd name="T23" fmla="*/ 3 h 75"/>
                    <a:gd name="T24" fmla="*/ 53 w 57"/>
                    <a:gd name="T25" fmla="*/ 20 h 75"/>
                    <a:gd name="T26" fmla="*/ 37 w 57"/>
                    <a:gd name="T27" fmla="*/ 38 h 75"/>
                    <a:gd name="T28" fmla="*/ 49 w 57"/>
                    <a:gd name="T29" fmla="*/ 74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7" h="75">
                      <a:moveTo>
                        <a:pt x="49" y="74"/>
                      </a:moveTo>
                      <a:cubicBezTo>
                        <a:pt x="43" y="75"/>
                        <a:pt x="41" y="72"/>
                        <a:pt x="40" y="67"/>
                      </a:cubicBezTo>
                      <a:cubicBezTo>
                        <a:pt x="38" y="61"/>
                        <a:pt x="35" y="54"/>
                        <a:pt x="33" y="48"/>
                      </a:cubicBezTo>
                      <a:cubicBezTo>
                        <a:pt x="32" y="45"/>
                        <a:pt x="30" y="44"/>
                        <a:pt x="27" y="46"/>
                      </a:cubicBezTo>
                      <a:cubicBezTo>
                        <a:pt x="22" y="51"/>
                        <a:pt x="16" y="55"/>
                        <a:pt x="11" y="60"/>
                      </a:cubicBezTo>
                      <a:cubicBezTo>
                        <a:pt x="8" y="63"/>
                        <a:pt x="7" y="62"/>
                        <a:pt x="5" y="60"/>
                      </a:cubicBezTo>
                      <a:cubicBezTo>
                        <a:pt x="0" y="54"/>
                        <a:pt x="0" y="51"/>
                        <a:pt x="6" y="46"/>
                      </a:cubicBezTo>
                      <a:cubicBezTo>
                        <a:pt x="13" y="39"/>
                        <a:pt x="20" y="33"/>
                        <a:pt x="27" y="26"/>
                      </a:cubicBezTo>
                      <a:cubicBezTo>
                        <a:pt x="32" y="21"/>
                        <a:pt x="36" y="15"/>
                        <a:pt x="40" y="10"/>
                      </a:cubicBezTo>
                      <a:cubicBezTo>
                        <a:pt x="40" y="9"/>
                        <a:pt x="41" y="7"/>
                        <a:pt x="41" y="6"/>
                      </a:cubicBezTo>
                      <a:cubicBezTo>
                        <a:pt x="40" y="3"/>
                        <a:pt x="42" y="0"/>
                        <a:pt x="45" y="0"/>
                      </a:cubicBezTo>
                      <a:cubicBezTo>
                        <a:pt x="48" y="0"/>
                        <a:pt x="51" y="1"/>
                        <a:pt x="53" y="3"/>
                      </a:cubicBezTo>
                      <a:cubicBezTo>
                        <a:pt x="57" y="6"/>
                        <a:pt x="57" y="16"/>
                        <a:pt x="53" y="20"/>
                      </a:cubicBezTo>
                      <a:cubicBezTo>
                        <a:pt x="48" y="26"/>
                        <a:pt x="42" y="32"/>
                        <a:pt x="37" y="38"/>
                      </a:cubicBezTo>
                      <a:cubicBezTo>
                        <a:pt x="44" y="49"/>
                        <a:pt x="49" y="61"/>
                        <a:pt x="49" y="7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1" name="Freeform 19">
                  <a:extLst>
                    <a:ext uri="{FF2B5EF4-FFF2-40B4-BE49-F238E27FC236}">
                      <a16:creationId xmlns:a16="http://schemas.microsoft.com/office/drawing/2014/main" id="{B78F413E-1D51-491F-A6EC-02810949F837}"/>
                    </a:ext>
                  </a:extLst>
                </p:cNvPr>
                <p:cNvSpPr>
                  <a:spLocks/>
                </p:cNvSpPr>
                <p:nvPr/>
              </p:nvSpPr>
              <p:spPr bwMode="auto">
                <a:xfrm>
                  <a:off x="6186488" y="3009901"/>
                  <a:ext cx="123825" cy="234950"/>
                </a:xfrm>
                <a:custGeom>
                  <a:avLst/>
                  <a:gdLst>
                    <a:gd name="T0" fmla="*/ 12 w 29"/>
                    <a:gd name="T1" fmla="*/ 30 h 55"/>
                    <a:gd name="T2" fmla="*/ 20 w 29"/>
                    <a:gd name="T3" fmla="*/ 7 h 55"/>
                    <a:gd name="T4" fmla="*/ 25 w 29"/>
                    <a:gd name="T5" fmla="*/ 1 h 55"/>
                    <a:gd name="T6" fmla="*/ 26 w 29"/>
                    <a:gd name="T7" fmla="*/ 9 h 55"/>
                    <a:gd name="T8" fmla="*/ 16 w 29"/>
                    <a:gd name="T9" fmla="*/ 39 h 55"/>
                    <a:gd name="T10" fmla="*/ 13 w 29"/>
                    <a:gd name="T11" fmla="*/ 52 h 55"/>
                    <a:gd name="T12" fmla="*/ 7 w 29"/>
                    <a:gd name="T13" fmla="*/ 54 h 55"/>
                    <a:gd name="T14" fmla="*/ 2 w 29"/>
                    <a:gd name="T15" fmla="*/ 41 h 55"/>
                    <a:gd name="T16" fmla="*/ 3 w 29"/>
                    <a:gd name="T17" fmla="*/ 32 h 55"/>
                    <a:gd name="T18" fmla="*/ 2 w 29"/>
                    <a:gd name="T19" fmla="*/ 6 h 55"/>
                    <a:gd name="T20" fmla="*/ 6 w 29"/>
                    <a:gd name="T21" fmla="*/ 5 h 55"/>
                    <a:gd name="T22" fmla="*/ 10 w 29"/>
                    <a:gd name="T23" fmla="*/ 14 h 55"/>
                    <a:gd name="T24" fmla="*/ 11 w 29"/>
                    <a:gd name="T25" fmla="*/ 30 h 55"/>
                    <a:gd name="T26" fmla="*/ 12 w 29"/>
                    <a:gd name="T27" fmla="*/ 3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55">
                      <a:moveTo>
                        <a:pt x="12" y="30"/>
                      </a:moveTo>
                      <a:cubicBezTo>
                        <a:pt x="15" y="23"/>
                        <a:pt x="17" y="15"/>
                        <a:pt x="20" y="7"/>
                      </a:cubicBezTo>
                      <a:cubicBezTo>
                        <a:pt x="21" y="5"/>
                        <a:pt x="21" y="0"/>
                        <a:pt x="25" y="1"/>
                      </a:cubicBezTo>
                      <a:cubicBezTo>
                        <a:pt x="29" y="2"/>
                        <a:pt x="27" y="6"/>
                        <a:pt x="26" y="9"/>
                      </a:cubicBezTo>
                      <a:cubicBezTo>
                        <a:pt x="23" y="19"/>
                        <a:pt x="19" y="29"/>
                        <a:pt x="16" y="39"/>
                      </a:cubicBezTo>
                      <a:cubicBezTo>
                        <a:pt x="15" y="43"/>
                        <a:pt x="14" y="48"/>
                        <a:pt x="13" y="52"/>
                      </a:cubicBezTo>
                      <a:cubicBezTo>
                        <a:pt x="12" y="55"/>
                        <a:pt x="10" y="55"/>
                        <a:pt x="7" y="54"/>
                      </a:cubicBezTo>
                      <a:cubicBezTo>
                        <a:pt x="1" y="50"/>
                        <a:pt x="0" y="49"/>
                        <a:pt x="2" y="41"/>
                      </a:cubicBezTo>
                      <a:cubicBezTo>
                        <a:pt x="3" y="38"/>
                        <a:pt x="3" y="35"/>
                        <a:pt x="3" y="32"/>
                      </a:cubicBezTo>
                      <a:cubicBezTo>
                        <a:pt x="3" y="23"/>
                        <a:pt x="2" y="15"/>
                        <a:pt x="2" y="6"/>
                      </a:cubicBezTo>
                      <a:cubicBezTo>
                        <a:pt x="2" y="3"/>
                        <a:pt x="5" y="3"/>
                        <a:pt x="6" y="5"/>
                      </a:cubicBezTo>
                      <a:cubicBezTo>
                        <a:pt x="8" y="7"/>
                        <a:pt x="10" y="11"/>
                        <a:pt x="10" y="14"/>
                      </a:cubicBezTo>
                      <a:cubicBezTo>
                        <a:pt x="11" y="19"/>
                        <a:pt x="11" y="25"/>
                        <a:pt x="11" y="30"/>
                      </a:cubicBezTo>
                      <a:cubicBezTo>
                        <a:pt x="11" y="30"/>
                        <a:pt x="12" y="30"/>
                        <a:pt x="12"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2" name="Freeform 20">
                  <a:extLst>
                    <a:ext uri="{FF2B5EF4-FFF2-40B4-BE49-F238E27FC236}">
                      <a16:creationId xmlns:a16="http://schemas.microsoft.com/office/drawing/2014/main" id="{28D425C4-CE02-4413-BBE1-2E9FA0CC0E90}"/>
                    </a:ext>
                  </a:extLst>
                </p:cNvPr>
                <p:cNvSpPr>
                  <a:spLocks/>
                </p:cNvSpPr>
                <p:nvPr/>
              </p:nvSpPr>
              <p:spPr bwMode="auto">
                <a:xfrm>
                  <a:off x="6259513" y="2933701"/>
                  <a:ext cx="114300" cy="73025"/>
                </a:xfrm>
                <a:custGeom>
                  <a:avLst/>
                  <a:gdLst>
                    <a:gd name="T0" fmla="*/ 27 w 27"/>
                    <a:gd name="T1" fmla="*/ 1 h 17"/>
                    <a:gd name="T2" fmla="*/ 16 w 27"/>
                    <a:gd name="T3" fmla="*/ 14 h 17"/>
                    <a:gd name="T4" fmla="*/ 5 w 27"/>
                    <a:gd name="T5" fmla="*/ 13 h 17"/>
                    <a:gd name="T6" fmla="*/ 0 w 27"/>
                    <a:gd name="T7" fmla="*/ 4 h 17"/>
                    <a:gd name="T8" fmla="*/ 9 w 27"/>
                    <a:gd name="T9" fmla="*/ 2 h 17"/>
                    <a:gd name="T10" fmla="*/ 27 w 27"/>
                    <a:gd name="T11" fmla="*/ 0 h 17"/>
                    <a:gd name="T12" fmla="*/ 27 w 27"/>
                    <a:gd name="T13" fmla="*/ 1 h 17"/>
                  </a:gdLst>
                  <a:ahLst/>
                  <a:cxnLst>
                    <a:cxn ang="0">
                      <a:pos x="T0" y="T1"/>
                    </a:cxn>
                    <a:cxn ang="0">
                      <a:pos x="T2" y="T3"/>
                    </a:cxn>
                    <a:cxn ang="0">
                      <a:pos x="T4" y="T5"/>
                    </a:cxn>
                    <a:cxn ang="0">
                      <a:pos x="T6" y="T7"/>
                    </a:cxn>
                    <a:cxn ang="0">
                      <a:pos x="T8" y="T9"/>
                    </a:cxn>
                    <a:cxn ang="0">
                      <a:pos x="T10" y="T11"/>
                    </a:cxn>
                    <a:cxn ang="0">
                      <a:pos x="T12" y="T13"/>
                    </a:cxn>
                  </a:cxnLst>
                  <a:rect l="0" t="0" r="r" b="b"/>
                  <a:pathLst>
                    <a:path w="27" h="17">
                      <a:moveTo>
                        <a:pt x="27" y="1"/>
                      </a:moveTo>
                      <a:cubicBezTo>
                        <a:pt x="24" y="6"/>
                        <a:pt x="20" y="10"/>
                        <a:pt x="16" y="14"/>
                      </a:cubicBezTo>
                      <a:cubicBezTo>
                        <a:pt x="14" y="17"/>
                        <a:pt x="8" y="16"/>
                        <a:pt x="5" y="13"/>
                      </a:cubicBezTo>
                      <a:cubicBezTo>
                        <a:pt x="3" y="10"/>
                        <a:pt x="1" y="7"/>
                        <a:pt x="0" y="4"/>
                      </a:cubicBezTo>
                      <a:cubicBezTo>
                        <a:pt x="3" y="3"/>
                        <a:pt x="6" y="2"/>
                        <a:pt x="9" y="2"/>
                      </a:cubicBezTo>
                      <a:cubicBezTo>
                        <a:pt x="15" y="1"/>
                        <a:pt x="21" y="1"/>
                        <a:pt x="27" y="0"/>
                      </a:cubicBezTo>
                      <a:cubicBezTo>
                        <a:pt x="27" y="1"/>
                        <a:pt x="27" y="1"/>
                        <a:pt x="2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sp>
            <p:nvSpPr>
              <p:cNvPr id="38" name="Freeform 11">
                <a:extLst>
                  <a:ext uri="{FF2B5EF4-FFF2-40B4-BE49-F238E27FC236}">
                    <a16:creationId xmlns:a16="http://schemas.microsoft.com/office/drawing/2014/main" id="{9E7CBDC3-9BA0-4307-8967-3267E5966ED9}"/>
                  </a:ext>
                </a:extLst>
              </p:cNvPr>
              <p:cNvSpPr>
                <a:spLocks noEditPoints="1"/>
              </p:cNvSpPr>
              <p:nvPr/>
            </p:nvSpPr>
            <p:spPr bwMode="auto">
              <a:xfrm>
                <a:off x="9065451" y="2270918"/>
                <a:ext cx="439964" cy="615950"/>
              </a:xfrm>
              <a:custGeom>
                <a:avLst/>
                <a:gdLst>
                  <a:gd name="T0" fmla="*/ 29 w 72"/>
                  <a:gd name="T1" fmla="*/ 49 h 102"/>
                  <a:gd name="T2" fmla="*/ 15 w 72"/>
                  <a:gd name="T3" fmla="*/ 43 h 102"/>
                  <a:gd name="T4" fmla="*/ 10 w 72"/>
                  <a:gd name="T5" fmla="*/ 21 h 102"/>
                  <a:gd name="T6" fmla="*/ 13 w 72"/>
                  <a:gd name="T7" fmla="*/ 15 h 102"/>
                  <a:gd name="T8" fmla="*/ 19 w 72"/>
                  <a:gd name="T9" fmla="*/ 18 h 102"/>
                  <a:gd name="T10" fmla="*/ 20 w 72"/>
                  <a:gd name="T11" fmla="*/ 26 h 102"/>
                  <a:gd name="T12" fmla="*/ 35 w 72"/>
                  <a:gd name="T13" fmla="*/ 22 h 102"/>
                  <a:gd name="T14" fmla="*/ 40 w 72"/>
                  <a:gd name="T15" fmla="*/ 16 h 102"/>
                  <a:gd name="T16" fmla="*/ 43 w 72"/>
                  <a:gd name="T17" fmla="*/ 14 h 102"/>
                  <a:gd name="T18" fmla="*/ 44 w 72"/>
                  <a:gd name="T19" fmla="*/ 19 h 102"/>
                  <a:gd name="T20" fmla="*/ 43 w 72"/>
                  <a:gd name="T21" fmla="*/ 28 h 102"/>
                  <a:gd name="T22" fmla="*/ 36 w 72"/>
                  <a:gd name="T23" fmla="*/ 40 h 102"/>
                  <a:gd name="T24" fmla="*/ 37 w 72"/>
                  <a:gd name="T25" fmla="*/ 42 h 102"/>
                  <a:gd name="T26" fmla="*/ 44 w 72"/>
                  <a:gd name="T27" fmla="*/ 38 h 102"/>
                  <a:gd name="T28" fmla="*/ 56 w 72"/>
                  <a:gd name="T29" fmla="*/ 20 h 102"/>
                  <a:gd name="T30" fmla="*/ 49 w 72"/>
                  <a:gd name="T31" fmla="*/ 9 h 102"/>
                  <a:gd name="T32" fmla="*/ 28 w 72"/>
                  <a:gd name="T33" fmla="*/ 14 h 102"/>
                  <a:gd name="T34" fmla="*/ 20 w 72"/>
                  <a:gd name="T35" fmla="*/ 13 h 102"/>
                  <a:gd name="T36" fmla="*/ 22 w 72"/>
                  <a:gd name="T37" fmla="*/ 6 h 102"/>
                  <a:gd name="T38" fmla="*/ 50 w 72"/>
                  <a:gd name="T39" fmla="*/ 1 h 102"/>
                  <a:gd name="T40" fmla="*/ 68 w 72"/>
                  <a:gd name="T41" fmla="*/ 12 h 102"/>
                  <a:gd name="T42" fmla="*/ 67 w 72"/>
                  <a:gd name="T43" fmla="*/ 24 h 102"/>
                  <a:gd name="T44" fmla="*/ 49 w 72"/>
                  <a:gd name="T45" fmla="*/ 48 h 102"/>
                  <a:gd name="T46" fmla="*/ 42 w 72"/>
                  <a:gd name="T47" fmla="*/ 49 h 102"/>
                  <a:gd name="T48" fmla="*/ 37 w 72"/>
                  <a:gd name="T49" fmla="*/ 47 h 102"/>
                  <a:gd name="T50" fmla="*/ 35 w 72"/>
                  <a:gd name="T51" fmla="*/ 52 h 102"/>
                  <a:gd name="T52" fmla="*/ 41 w 72"/>
                  <a:gd name="T53" fmla="*/ 58 h 102"/>
                  <a:gd name="T54" fmla="*/ 48 w 72"/>
                  <a:gd name="T55" fmla="*/ 57 h 102"/>
                  <a:gd name="T56" fmla="*/ 53 w 72"/>
                  <a:gd name="T57" fmla="*/ 59 h 102"/>
                  <a:gd name="T58" fmla="*/ 53 w 72"/>
                  <a:gd name="T59" fmla="*/ 66 h 102"/>
                  <a:gd name="T60" fmla="*/ 48 w 72"/>
                  <a:gd name="T61" fmla="*/ 70 h 102"/>
                  <a:gd name="T62" fmla="*/ 37 w 72"/>
                  <a:gd name="T63" fmla="*/ 81 h 102"/>
                  <a:gd name="T64" fmla="*/ 45 w 72"/>
                  <a:gd name="T65" fmla="*/ 81 h 102"/>
                  <a:gd name="T66" fmla="*/ 57 w 72"/>
                  <a:gd name="T67" fmla="*/ 89 h 102"/>
                  <a:gd name="T68" fmla="*/ 51 w 72"/>
                  <a:gd name="T69" fmla="*/ 98 h 102"/>
                  <a:gd name="T70" fmla="*/ 26 w 72"/>
                  <a:gd name="T71" fmla="*/ 101 h 102"/>
                  <a:gd name="T72" fmla="*/ 17 w 72"/>
                  <a:gd name="T73" fmla="*/ 96 h 102"/>
                  <a:gd name="T74" fmla="*/ 15 w 72"/>
                  <a:gd name="T75" fmla="*/ 94 h 102"/>
                  <a:gd name="T76" fmla="*/ 19 w 72"/>
                  <a:gd name="T77" fmla="*/ 77 h 102"/>
                  <a:gd name="T78" fmla="*/ 27 w 72"/>
                  <a:gd name="T79" fmla="*/ 70 h 102"/>
                  <a:gd name="T80" fmla="*/ 27 w 72"/>
                  <a:gd name="T81" fmla="*/ 69 h 102"/>
                  <a:gd name="T82" fmla="*/ 21 w 72"/>
                  <a:gd name="T83" fmla="*/ 71 h 102"/>
                  <a:gd name="T84" fmla="*/ 9 w 72"/>
                  <a:gd name="T85" fmla="*/ 76 h 102"/>
                  <a:gd name="T86" fmla="*/ 3 w 72"/>
                  <a:gd name="T87" fmla="*/ 75 h 102"/>
                  <a:gd name="T88" fmla="*/ 4 w 72"/>
                  <a:gd name="T89" fmla="*/ 69 h 102"/>
                  <a:gd name="T90" fmla="*/ 26 w 72"/>
                  <a:gd name="T91" fmla="*/ 60 h 102"/>
                  <a:gd name="T92" fmla="*/ 28 w 72"/>
                  <a:gd name="T93" fmla="*/ 57 h 102"/>
                  <a:gd name="T94" fmla="*/ 29 w 72"/>
                  <a:gd name="T95" fmla="*/ 49 h 102"/>
                  <a:gd name="T96" fmla="*/ 34 w 72"/>
                  <a:gd name="T97" fmla="*/ 29 h 102"/>
                  <a:gd name="T98" fmla="*/ 33 w 72"/>
                  <a:gd name="T99" fmla="*/ 28 h 102"/>
                  <a:gd name="T100" fmla="*/ 26 w 72"/>
                  <a:gd name="T101" fmla="*/ 32 h 102"/>
                  <a:gd name="T102" fmla="*/ 23 w 72"/>
                  <a:gd name="T103" fmla="*/ 36 h 102"/>
                  <a:gd name="T104" fmla="*/ 26 w 72"/>
                  <a:gd name="T105" fmla="*/ 42 h 102"/>
                  <a:gd name="T106" fmla="*/ 31 w 72"/>
                  <a:gd name="T107" fmla="*/ 40 h 102"/>
                  <a:gd name="T108" fmla="*/ 34 w 72"/>
                  <a:gd name="T109" fmla="*/ 29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2" h="102">
                    <a:moveTo>
                      <a:pt x="29" y="49"/>
                    </a:moveTo>
                    <a:cubicBezTo>
                      <a:pt x="19" y="52"/>
                      <a:pt x="18" y="52"/>
                      <a:pt x="15" y="43"/>
                    </a:cubicBezTo>
                    <a:cubicBezTo>
                      <a:pt x="13" y="36"/>
                      <a:pt x="11" y="28"/>
                      <a:pt x="10" y="21"/>
                    </a:cubicBezTo>
                    <a:cubicBezTo>
                      <a:pt x="9" y="19"/>
                      <a:pt x="11" y="16"/>
                      <a:pt x="13" y="15"/>
                    </a:cubicBezTo>
                    <a:cubicBezTo>
                      <a:pt x="16" y="13"/>
                      <a:pt x="18" y="16"/>
                      <a:pt x="19" y="18"/>
                    </a:cubicBezTo>
                    <a:cubicBezTo>
                      <a:pt x="19" y="21"/>
                      <a:pt x="20" y="23"/>
                      <a:pt x="20" y="26"/>
                    </a:cubicBezTo>
                    <a:cubicBezTo>
                      <a:pt x="26" y="25"/>
                      <a:pt x="31" y="24"/>
                      <a:pt x="35" y="22"/>
                    </a:cubicBezTo>
                    <a:cubicBezTo>
                      <a:pt x="37" y="21"/>
                      <a:pt x="38" y="18"/>
                      <a:pt x="40" y="16"/>
                    </a:cubicBezTo>
                    <a:cubicBezTo>
                      <a:pt x="41" y="15"/>
                      <a:pt x="42" y="14"/>
                      <a:pt x="43" y="14"/>
                    </a:cubicBezTo>
                    <a:cubicBezTo>
                      <a:pt x="44" y="15"/>
                      <a:pt x="44" y="17"/>
                      <a:pt x="44" y="19"/>
                    </a:cubicBezTo>
                    <a:cubicBezTo>
                      <a:pt x="44" y="22"/>
                      <a:pt x="43" y="25"/>
                      <a:pt x="43" y="28"/>
                    </a:cubicBezTo>
                    <a:cubicBezTo>
                      <a:pt x="37" y="29"/>
                      <a:pt x="39" y="36"/>
                      <a:pt x="36" y="40"/>
                    </a:cubicBezTo>
                    <a:cubicBezTo>
                      <a:pt x="36" y="41"/>
                      <a:pt x="37" y="41"/>
                      <a:pt x="37" y="42"/>
                    </a:cubicBezTo>
                    <a:cubicBezTo>
                      <a:pt x="39" y="41"/>
                      <a:pt x="42" y="40"/>
                      <a:pt x="44" y="38"/>
                    </a:cubicBezTo>
                    <a:cubicBezTo>
                      <a:pt x="48" y="32"/>
                      <a:pt x="52" y="26"/>
                      <a:pt x="56" y="20"/>
                    </a:cubicBezTo>
                    <a:cubicBezTo>
                      <a:pt x="59" y="15"/>
                      <a:pt x="56" y="9"/>
                      <a:pt x="49" y="9"/>
                    </a:cubicBezTo>
                    <a:cubicBezTo>
                      <a:pt x="42" y="8"/>
                      <a:pt x="34" y="10"/>
                      <a:pt x="28" y="14"/>
                    </a:cubicBezTo>
                    <a:cubicBezTo>
                      <a:pt x="25" y="16"/>
                      <a:pt x="22" y="15"/>
                      <a:pt x="20" y="13"/>
                    </a:cubicBezTo>
                    <a:cubicBezTo>
                      <a:pt x="17" y="9"/>
                      <a:pt x="17" y="7"/>
                      <a:pt x="22" y="6"/>
                    </a:cubicBezTo>
                    <a:cubicBezTo>
                      <a:pt x="31" y="3"/>
                      <a:pt x="40" y="0"/>
                      <a:pt x="50" y="1"/>
                    </a:cubicBezTo>
                    <a:cubicBezTo>
                      <a:pt x="58" y="1"/>
                      <a:pt x="63" y="7"/>
                      <a:pt x="68" y="12"/>
                    </a:cubicBezTo>
                    <a:cubicBezTo>
                      <a:pt x="72" y="15"/>
                      <a:pt x="70" y="20"/>
                      <a:pt x="67" y="24"/>
                    </a:cubicBezTo>
                    <a:cubicBezTo>
                      <a:pt x="61" y="32"/>
                      <a:pt x="55" y="40"/>
                      <a:pt x="49" y="48"/>
                    </a:cubicBezTo>
                    <a:cubicBezTo>
                      <a:pt x="47" y="51"/>
                      <a:pt x="45" y="52"/>
                      <a:pt x="42" y="49"/>
                    </a:cubicBezTo>
                    <a:cubicBezTo>
                      <a:pt x="41" y="48"/>
                      <a:pt x="38" y="47"/>
                      <a:pt x="37" y="47"/>
                    </a:cubicBezTo>
                    <a:cubicBezTo>
                      <a:pt x="36" y="48"/>
                      <a:pt x="35" y="50"/>
                      <a:pt x="35" y="52"/>
                    </a:cubicBezTo>
                    <a:cubicBezTo>
                      <a:pt x="34" y="59"/>
                      <a:pt x="34" y="59"/>
                      <a:pt x="41" y="58"/>
                    </a:cubicBezTo>
                    <a:cubicBezTo>
                      <a:pt x="43" y="57"/>
                      <a:pt x="46" y="56"/>
                      <a:pt x="48" y="57"/>
                    </a:cubicBezTo>
                    <a:cubicBezTo>
                      <a:pt x="50" y="57"/>
                      <a:pt x="53" y="58"/>
                      <a:pt x="53" y="59"/>
                    </a:cubicBezTo>
                    <a:cubicBezTo>
                      <a:pt x="54" y="61"/>
                      <a:pt x="54" y="64"/>
                      <a:pt x="53" y="66"/>
                    </a:cubicBezTo>
                    <a:cubicBezTo>
                      <a:pt x="52" y="68"/>
                      <a:pt x="50" y="69"/>
                      <a:pt x="48" y="70"/>
                    </a:cubicBezTo>
                    <a:cubicBezTo>
                      <a:pt x="44" y="73"/>
                      <a:pt x="39" y="75"/>
                      <a:pt x="37" y="81"/>
                    </a:cubicBezTo>
                    <a:cubicBezTo>
                      <a:pt x="40" y="81"/>
                      <a:pt x="43" y="81"/>
                      <a:pt x="45" y="81"/>
                    </a:cubicBezTo>
                    <a:cubicBezTo>
                      <a:pt x="51" y="81"/>
                      <a:pt x="56" y="84"/>
                      <a:pt x="57" y="89"/>
                    </a:cubicBezTo>
                    <a:cubicBezTo>
                      <a:pt x="58" y="93"/>
                      <a:pt x="55" y="97"/>
                      <a:pt x="51" y="98"/>
                    </a:cubicBezTo>
                    <a:cubicBezTo>
                      <a:pt x="43" y="99"/>
                      <a:pt x="35" y="100"/>
                      <a:pt x="26" y="101"/>
                    </a:cubicBezTo>
                    <a:cubicBezTo>
                      <a:pt x="22" y="102"/>
                      <a:pt x="19" y="100"/>
                      <a:pt x="17" y="96"/>
                    </a:cubicBezTo>
                    <a:cubicBezTo>
                      <a:pt x="16" y="96"/>
                      <a:pt x="16" y="95"/>
                      <a:pt x="15" y="94"/>
                    </a:cubicBezTo>
                    <a:cubicBezTo>
                      <a:pt x="11" y="84"/>
                      <a:pt x="11" y="84"/>
                      <a:pt x="19" y="77"/>
                    </a:cubicBezTo>
                    <a:cubicBezTo>
                      <a:pt x="22" y="75"/>
                      <a:pt x="24" y="72"/>
                      <a:pt x="27" y="70"/>
                    </a:cubicBezTo>
                    <a:cubicBezTo>
                      <a:pt x="27" y="70"/>
                      <a:pt x="27" y="69"/>
                      <a:pt x="27" y="69"/>
                    </a:cubicBezTo>
                    <a:cubicBezTo>
                      <a:pt x="25" y="69"/>
                      <a:pt x="23" y="70"/>
                      <a:pt x="21" y="71"/>
                    </a:cubicBezTo>
                    <a:cubicBezTo>
                      <a:pt x="17" y="72"/>
                      <a:pt x="13" y="74"/>
                      <a:pt x="9" y="76"/>
                    </a:cubicBezTo>
                    <a:cubicBezTo>
                      <a:pt x="7" y="76"/>
                      <a:pt x="5" y="76"/>
                      <a:pt x="3" y="75"/>
                    </a:cubicBezTo>
                    <a:cubicBezTo>
                      <a:pt x="0" y="72"/>
                      <a:pt x="0" y="71"/>
                      <a:pt x="4" y="69"/>
                    </a:cubicBezTo>
                    <a:cubicBezTo>
                      <a:pt x="12" y="66"/>
                      <a:pt x="19" y="63"/>
                      <a:pt x="26" y="60"/>
                    </a:cubicBezTo>
                    <a:cubicBezTo>
                      <a:pt x="27" y="60"/>
                      <a:pt x="28" y="58"/>
                      <a:pt x="28" y="57"/>
                    </a:cubicBezTo>
                    <a:cubicBezTo>
                      <a:pt x="29" y="55"/>
                      <a:pt x="29" y="52"/>
                      <a:pt x="29" y="49"/>
                    </a:cubicBezTo>
                    <a:close/>
                    <a:moveTo>
                      <a:pt x="34" y="29"/>
                    </a:moveTo>
                    <a:cubicBezTo>
                      <a:pt x="34" y="29"/>
                      <a:pt x="34" y="29"/>
                      <a:pt x="33" y="28"/>
                    </a:cubicBezTo>
                    <a:cubicBezTo>
                      <a:pt x="31" y="29"/>
                      <a:pt x="28" y="30"/>
                      <a:pt x="26" y="32"/>
                    </a:cubicBezTo>
                    <a:cubicBezTo>
                      <a:pt x="24" y="32"/>
                      <a:pt x="22" y="34"/>
                      <a:pt x="23" y="36"/>
                    </a:cubicBezTo>
                    <a:cubicBezTo>
                      <a:pt x="23" y="38"/>
                      <a:pt x="25" y="40"/>
                      <a:pt x="26" y="42"/>
                    </a:cubicBezTo>
                    <a:cubicBezTo>
                      <a:pt x="27" y="42"/>
                      <a:pt x="30" y="41"/>
                      <a:pt x="31" y="40"/>
                    </a:cubicBezTo>
                    <a:cubicBezTo>
                      <a:pt x="32" y="37"/>
                      <a:pt x="33" y="33"/>
                      <a:pt x="34" y="29"/>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9" name="Freeform 12">
                <a:extLst>
                  <a:ext uri="{FF2B5EF4-FFF2-40B4-BE49-F238E27FC236}">
                    <a16:creationId xmlns:a16="http://schemas.microsoft.com/office/drawing/2014/main" id="{D88D9717-3185-4A77-8E18-2A8659D441F7}"/>
                  </a:ext>
                </a:extLst>
              </p:cNvPr>
              <p:cNvSpPr>
                <a:spLocks/>
              </p:cNvSpPr>
              <p:nvPr/>
            </p:nvSpPr>
            <p:spPr bwMode="auto">
              <a:xfrm>
                <a:off x="8878184" y="2293480"/>
                <a:ext cx="236904" cy="593388"/>
              </a:xfrm>
              <a:custGeom>
                <a:avLst/>
                <a:gdLst>
                  <a:gd name="T0" fmla="*/ 30 w 39"/>
                  <a:gd name="T1" fmla="*/ 44 h 98"/>
                  <a:gd name="T2" fmla="*/ 36 w 39"/>
                  <a:gd name="T3" fmla="*/ 34 h 98"/>
                  <a:gd name="T4" fmla="*/ 37 w 39"/>
                  <a:gd name="T5" fmla="*/ 51 h 98"/>
                  <a:gd name="T6" fmla="*/ 25 w 39"/>
                  <a:gd name="T7" fmla="*/ 82 h 98"/>
                  <a:gd name="T8" fmla="*/ 21 w 39"/>
                  <a:gd name="T9" fmla="*/ 98 h 98"/>
                  <a:gd name="T10" fmla="*/ 13 w 39"/>
                  <a:gd name="T11" fmla="*/ 96 h 98"/>
                  <a:gd name="T12" fmla="*/ 5 w 39"/>
                  <a:gd name="T13" fmla="*/ 83 h 98"/>
                  <a:gd name="T14" fmla="*/ 11 w 39"/>
                  <a:gd name="T15" fmla="*/ 62 h 98"/>
                  <a:gd name="T16" fmla="*/ 9 w 39"/>
                  <a:gd name="T17" fmla="*/ 43 h 98"/>
                  <a:gd name="T18" fmla="*/ 12 w 39"/>
                  <a:gd name="T19" fmla="*/ 38 h 98"/>
                  <a:gd name="T20" fmla="*/ 18 w 39"/>
                  <a:gd name="T21" fmla="*/ 33 h 98"/>
                  <a:gd name="T22" fmla="*/ 23 w 39"/>
                  <a:gd name="T23" fmla="*/ 12 h 98"/>
                  <a:gd name="T24" fmla="*/ 11 w 39"/>
                  <a:gd name="T25" fmla="*/ 16 h 98"/>
                  <a:gd name="T26" fmla="*/ 2 w 39"/>
                  <a:gd name="T27" fmla="*/ 16 h 98"/>
                  <a:gd name="T28" fmla="*/ 0 w 39"/>
                  <a:gd name="T29" fmla="*/ 12 h 98"/>
                  <a:gd name="T30" fmla="*/ 3 w 39"/>
                  <a:gd name="T31" fmla="*/ 10 h 98"/>
                  <a:gd name="T32" fmla="*/ 16 w 39"/>
                  <a:gd name="T33" fmla="*/ 7 h 98"/>
                  <a:gd name="T34" fmla="*/ 26 w 39"/>
                  <a:gd name="T35" fmla="*/ 2 h 98"/>
                  <a:gd name="T36" fmla="*/ 32 w 39"/>
                  <a:gd name="T37" fmla="*/ 1 h 98"/>
                  <a:gd name="T38" fmla="*/ 35 w 39"/>
                  <a:gd name="T39" fmla="*/ 9 h 98"/>
                  <a:gd name="T40" fmla="*/ 34 w 39"/>
                  <a:gd name="T41" fmla="*/ 11 h 98"/>
                  <a:gd name="T42" fmla="*/ 27 w 39"/>
                  <a:gd name="T43" fmla="*/ 38 h 98"/>
                  <a:gd name="T44" fmla="*/ 28 w 39"/>
                  <a:gd name="T45" fmla="*/ 44 h 98"/>
                  <a:gd name="T46" fmla="*/ 30 w 39"/>
                  <a:gd name="T47" fmla="*/ 44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9" h="98">
                    <a:moveTo>
                      <a:pt x="30" y="44"/>
                    </a:moveTo>
                    <a:cubicBezTo>
                      <a:pt x="32" y="41"/>
                      <a:pt x="34" y="38"/>
                      <a:pt x="36" y="34"/>
                    </a:cubicBezTo>
                    <a:cubicBezTo>
                      <a:pt x="37" y="40"/>
                      <a:pt x="39" y="45"/>
                      <a:pt x="37" y="51"/>
                    </a:cubicBezTo>
                    <a:cubicBezTo>
                      <a:pt x="33" y="61"/>
                      <a:pt x="29" y="72"/>
                      <a:pt x="25" y="82"/>
                    </a:cubicBezTo>
                    <a:cubicBezTo>
                      <a:pt x="23" y="87"/>
                      <a:pt x="23" y="92"/>
                      <a:pt x="21" y="98"/>
                    </a:cubicBezTo>
                    <a:cubicBezTo>
                      <a:pt x="18" y="97"/>
                      <a:pt x="15" y="97"/>
                      <a:pt x="13" y="96"/>
                    </a:cubicBezTo>
                    <a:cubicBezTo>
                      <a:pt x="7" y="94"/>
                      <a:pt x="3" y="89"/>
                      <a:pt x="5" y="83"/>
                    </a:cubicBezTo>
                    <a:cubicBezTo>
                      <a:pt x="7" y="76"/>
                      <a:pt x="9" y="69"/>
                      <a:pt x="11" y="62"/>
                    </a:cubicBezTo>
                    <a:cubicBezTo>
                      <a:pt x="13" y="56"/>
                      <a:pt x="14" y="49"/>
                      <a:pt x="9" y="43"/>
                    </a:cubicBezTo>
                    <a:cubicBezTo>
                      <a:pt x="7" y="39"/>
                      <a:pt x="9" y="38"/>
                      <a:pt x="12" y="38"/>
                    </a:cubicBezTo>
                    <a:cubicBezTo>
                      <a:pt x="17" y="39"/>
                      <a:pt x="17" y="37"/>
                      <a:pt x="18" y="33"/>
                    </a:cubicBezTo>
                    <a:cubicBezTo>
                      <a:pt x="19" y="26"/>
                      <a:pt x="21" y="20"/>
                      <a:pt x="23" y="12"/>
                    </a:cubicBezTo>
                    <a:cubicBezTo>
                      <a:pt x="19" y="13"/>
                      <a:pt x="15" y="15"/>
                      <a:pt x="11" y="16"/>
                    </a:cubicBezTo>
                    <a:cubicBezTo>
                      <a:pt x="8" y="17"/>
                      <a:pt x="5" y="16"/>
                      <a:pt x="2" y="16"/>
                    </a:cubicBezTo>
                    <a:cubicBezTo>
                      <a:pt x="1" y="15"/>
                      <a:pt x="0" y="13"/>
                      <a:pt x="0" y="12"/>
                    </a:cubicBezTo>
                    <a:cubicBezTo>
                      <a:pt x="1" y="11"/>
                      <a:pt x="2" y="10"/>
                      <a:pt x="3" y="10"/>
                    </a:cubicBezTo>
                    <a:cubicBezTo>
                      <a:pt x="7" y="8"/>
                      <a:pt x="12" y="8"/>
                      <a:pt x="16" y="7"/>
                    </a:cubicBezTo>
                    <a:cubicBezTo>
                      <a:pt x="19" y="5"/>
                      <a:pt x="22" y="3"/>
                      <a:pt x="26" y="2"/>
                    </a:cubicBezTo>
                    <a:cubicBezTo>
                      <a:pt x="28" y="1"/>
                      <a:pt x="32" y="0"/>
                      <a:pt x="32" y="1"/>
                    </a:cubicBezTo>
                    <a:cubicBezTo>
                      <a:pt x="34" y="3"/>
                      <a:pt x="35" y="6"/>
                      <a:pt x="35" y="9"/>
                    </a:cubicBezTo>
                    <a:cubicBezTo>
                      <a:pt x="36" y="9"/>
                      <a:pt x="35" y="10"/>
                      <a:pt x="34" y="11"/>
                    </a:cubicBezTo>
                    <a:cubicBezTo>
                      <a:pt x="27" y="19"/>
                      <a:pt x="28" y="29"/>
                      <a:pt x="27" y="38"/>
                    </a:cubicBezTo>
                    <a:cubicBezTo>
                      <a:pt x="27" y="40"/>
                      <a:pt x="28" y="42"/>
                      <a:pt x="28" y="44"/>
                    </a:cubicBezTo>
                    <a:cubicBezTo>
                      <a:pt x="29" y="44"/>
                      <a:pt x="29" y="44"/>
                      <a:pt x="30" y="44"/>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grpSp>
      </p:grpSp>
      <p:pic>
        <p:nvPicPr>
          <p:cNvPr id="57" name="图片 56"/>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9837818" y="347339"/>
            <a:ext cx="1969223" cy="432990"/>
          </a:xfrm>
          <a:prstGeom prst="rect">
            <a:avLst/>
          </a:prstGeom>
        </p:spPr>
      </p:pic>
      <p:cxnSp>
        <p:nvCxnSpPr>
          <p:cNvPr id="7" name="直接连接符 6"/>
          <p:cNvCxnSpPr/>
          <p:nvPr userDrawn="1"/>
        </p:nvCxnSpPr>
        <p:spPr>
          <a:xfrm>
            <a:off x="1366474" y="-17822"/>
            <a:ext cx="0" cy="1079418"/>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8" name="直接连接符 57"/>
          <p:cNvCxnSpPr/>
          <p:nvPr userDrawn="1"/>
        </p:nvCxnSpPr>
        <p:spPr>
          <a:xfrm>
            <a:off x="11155416" y="6119786"/>
            <a:ext cx="0" cy="760632"/>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03345476"/>
      </p:ext>
    </p:extLst>
  </p:cSld>
  <p:clrMapOvr>
    <a:masterClrMapping/>
  </p:clrMapOvr>
  <p:transition spd="med">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内页样式1-一段一图">
    <p:spTree>
      <p:nvGrpSpPr>
        <p:cNvPr id="1" name=""/>
        <p:cNvGrpSpPr/>
        <p:nvPr/>
      </p:nvGrpSpPr>
      <p:grpSpPr>
        <a:xfrm>
          <a:off x="0" y="0"/>
          <a:ext cx="0" cy="0"/>
          <a:chOff x="0" y="0"/>
          <a:chExt cx="0" cy="0"/>
        </a:xfrm>
      </p:grpSpPr>
      <p:sp>
        <p:nvSpPr>
          <p:cNvPr id="24" name="矩形 23">
            <a:extLst>
              <a:ext uri="{FF2B5EF4-FFF2-40B4-BE49-F238E27FC236}">
                <a16:creationId xmlns:a16="http://schemas.microsoft.com/office/drawing/2014/main" id="{6833366C-F485-4B9F-89F5-27A807162B12}"/>
              </a:ext>
            </a:extLst>
          </p:cNvPr>
          <p:cNvSpPr/>
          <p:nvPr userDrawn="1"/>
        </p:nvSpPr>
        <p:spPr>
          <a:xfrm>
            <a:off x="11155416" y="6188075"/>
            <a:ext cx="713296" cy="669925"/>
          </a:xfrm>
          <a:prstGeom prst="rect">
            <a:avLst/>
          </a:prstGeom>
          <a:solidFill>
            <a:schemeClr val="accent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6" name="文本框 5"/>
          <p:cNvSpPr txBox="1">
            <a:spLocks noChangeArrowheads="1"/>
          </p:cNvSpPr>
          <p:nvPr userDrawn="1"/>
        </p:nvSpPr>
        <p:spPr bwMode="auto">
          <a:xfrm>
            <a:off x="11233150" y="6353175"/>
            <a:ext cx="55086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0">
            <a:spAutoFit/>
          </a:bodyPr>
          <a:lstStyle>
            <a:lvl1pPr>
              <a:defRPr>
                <a:solidFill>
                  <a:schemeClr val="tx1"/>
                </a:solidFill>
                <a:latin typeface="Century Gothic" panose="020B0502020202020204" pitchFamily="34" charset="0"/>
                <a:ea typeface="微软雅黑" panose="020B0503020204020204" pitchFamily="34" charset="-122"/>
              </a:defRPr>
            </a:lvl1pPr>
            <a:lvl2pPr marL="742950" indent="-285750">
              <a:defRPr>
                <a:solidFill>
                  <a:schemeClr val="tx1"/>
                </a:solidFill>
                <a:latin typeface="Century Gothic" panose="020B0502020202020204" pitchFamily="34" charset="0"/>
                <a:ea typeface="微软雅黑" panose="020B0503020204020204" pitchFamily="34" charset="-122"/>
              </a:defRPr>
            </a:lvl2pPr>
            <a:lvl3pPr marL="1143000" indent="-228600">
              <a:defRPr>
                <a:solidFill>
                  <a:schemeClr val="tx1"/>
                </a:solidFill>
                <a:latin typeface="Century Gothic" panose="020B0502020202020204" pitchFamily="34" charset="0"/>
                <a:ea typeface="微软雅黑" panose="020B0503020204020204" pitchFamily="34" charset="-122"/>
              </a:defRPr>
            </a:lvl3pPr>
            <a:lvl4pPr marL="1600200" indent="-228600">
              <a:defRPr>
                <a:solidFill>
                  <a:schemeClr val="tx1"/>
                </a:solidFill>
                <a:latin typeface="Century Gothic" panose="020B0502020202020204" pitchFamily="34" charset="0"/>
                <a:ea typeface="微软雅黑" panose="020B0503020204020204" pitchFamily="34" charset="-122"/>
              </a:defRPr>
            </a:lvl4pPr>
            <a:lvl5pPr marL="2057400" indent="-228600">
              <a:defRPr>
                <a:solidFill>
                  <a:schemeClr val="tx1"/>
                </a:solidFill>
                <a:latin typeface="Century Gothic" panose="020B050202020202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9pPr>
          </a:lstStyle>
          <a:p>
            <a:pPr algn="ctr" eaLnBrk="1" hangingPunct="1">
              <a:defRPr/>
            </a:pPr>
            <a:fld id="{4CE2CC6A-3CD6-4EB2-A6B9-76993E7CF1F2}" type="slidenum">
              <a:rPr lang="zh-CN" altLang="en-US" sz="1600" smtClean="0">
                <a:solidFill>
                  <a:srgbClr val="F2F2F2"/>
                </a:solidFill>
                <a:latin typeface="微软雅黑" panose="020B0503020204020204" pitchFamily="34" charset="-122"/>
              </a:rPr>
              <a:pPr algn="ctr" eaLnBrk="1" hangingPunct="1">
                <a:defRPr/>
              </a:pPr>
              <a:t>‹#›</a:t>
            </a:fld>
            <a:endParaRPr lang="zh-CN" altLang="en-US" sz="1600" dirty="0">
              <a:solidFill>
                <a:srgbClr val="F2F2F2"/>
              </a:solidFill>
              <a:latin typeface="微软雅黑" panose="020B0503020204020204" pitchFamily="34" charset="-122"/>
            </a:endParaRPr>
          </a:p>
        </p:txBody>
      </p:sp>
      <p:pic>
        <p:nvPicPr>
          <p:cNvPr id="57" name="图片 56"/>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9837818" y="347339"/>
            <a:ext cx="1969223" cy="432990"/>
          </a:xfrm>
          <a:prstGeom prst="rect">
            <a:avLst/>
          </a:prstGeom>
        </p:spPr>
      </p:pic>
      <p:cxnSp>
        <p:nvCxnSpPr>
          <p:cNvPr id="5" name="直接连接符 4"/>
          <p:cNvCxnSpPr/>
          <p:nvPr userDrawn="1"/>
        </p:nvCxnSpPr>
        <p:spPr>
          <a:xfrm>
            <a:off x="11155416" y="6133167"/>
            <a:ext cx="0" cy="756171"/>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04592620"/>
      </p:ext>
    </p:extLst>
  </p:cSld>
  <p:clrMapOvr>
    <a:masterClrMapping/>
  </p:clrMapOvr>
  <p:transition spd="med">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内页样式2-常规">
    <p:spTree>
      <p:nvGrpSpPr>
        <p:cNvPr id="1" name=""/>
        <p:cNvGrpSpPr/>
        <p:nvPr/>
      </p:nvGrpSpPr>
      <p:grpSpPr>
        <a:xfrm>
          <a:off x="0" y="0"/>
          <a:ext cx="0" cy="0"/>
          <a:chOff x="0" y="0"/>
          <a:chExt cx="0" cy="0"/>
        </a:xfrm>
      </p:grpSpPr>
      <p:sp>
        <p:nvSpPr>
          <p:cNvPr id="12" name="标题 11"/>
          <p:cNvSpPr>
            <a:spLocks noGrp="1"/>
          </p:cNvSpPr>
          <p:nvPr>
            <p:ph type="title"/>
          </p:nvPr>
        </p:nvSpPr>
        <p:spPr>
          <a:xfrm>
            <a:off x="577850" y="249067"/>
            <a:ext cx="8643848" cy="48013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lang="zh-CN" altLang="en-US" sz="2800" b="1" baseline="0">
                <a:latin typeface="微软雅黑" panose="020B0503020204020204" pitchFamily="34" charset="-122"/>
                <a:ea typeface="微软雅黑" panose="020B0503020204020204" pitchFamily="34" charset="-122"/>
                <a:cs typeface="+mn-cs"/>
              </a:defRPr>
            </a:lvl1pPr>
          </a:lstStyle>
          <a:p>
            <a:pPr lvl="0" eaLnBrk="1" hangingPunct="1"/>
            <a:r>
              <a:rPr lang="zh-CN" altLang="en-US" dirty="0"/>
              <a:t>单击此处编辑母版标题样式</a:t>
            </a:r>
          </a:p>
        </p:txBody>
      </p:sp>
      <p:sp>
        <p:nvSpPr>
          <p:cNvPr id="6" name="文本框 5"/>
          <p:cNvSpPr txBox="1">
            <a:spLocks noChangeArrowheads="1"/>
          </p:cNvSpPr>
          <p:nvPr userDrawn="1"/>
        </p:nvSpPr>
        <p:spPr bwMode="auto">
          <a:xfrm>
            <a:off x="11233150" y="6353175"/>
            <a:ext cx="55086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0">
            <a:spAutoFit/>
          </a:bodyPr>
          <a:lstStyle>
            <a:lvl1pPr>
              <a:defRPr>
                <a:solidFill>
                  <a:schemeClr val="tx1"/>
                </a:solidFill>
                <a:latin typeface="Century Gothic" panose="020B0502020202020204" pitchFamily="34" charset="0"/>
                <a:ea typeface="微软雅黑" panose="020B0503020204020204" pitchFamily="34" charset="-122"/>
              </a:defRPr>
            </a:lvl1pPr>
            <a:lvl2pPr marL="742950" indent="-285750">
              <a:defRPr>
                <a:solidFill>
                  <a:schemeClr val="tx1"/>
                </a:solidFill>
                <a:latin typeface="Century Gothic" panose="020B0502020202020204" pitchFamily="34" charset="0"/>
                <a:ea typeface="微软雅黑" panose="020B0503020204020204" pitchFamily="34" charset="-122"/>
              </a:defRPr>
            </a:lvl2pPr>
            <a:lvl3pPr marL="1143000" indent="-228600">
              <a:defRPr>
                <a:solidFill>
                  <a:schemeClr val="tx1"/>
                </a:solidFill>
                <a:latin typeface="Century Gothic" panose="020B0502020202020204" pitchFamily="34" charset="0"/>
                <a:ea typeface="微软雅黑" panose="020B0503020204020204" pitchFamily="34" charset="-122"/>
              </a:defRPr>
            </a:lvl3pPr>
            <a:lvl4pPr marL="1600200" indent="-228600">
              <a:defRPr>
                <a:solidFill>
                  <a:schemeClr val="tx1"/>
                </a:solidFill>
                <a:latin typeface="Century Gothic" panose="020B0502020202020204" pitchFamily="34" charset="0"/>
                <a:ea typeface="微软雅黑" panose="020B0503020204020204" pitchFamily="34" charset="-122"/>
              </a:defRPr>
            </a:lvl4pPr>
            <a:lvl5pPr marL="2057400" indent="-228600">
              <a:defRPr>
                <a:solidFill>
                  <a:schemeClr val="tx1"/>
                </a:solidFill>
                <a:latin typeface="Century Gothic" panose="020B050202020202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9pPr>
          </a:lstStyle>
          <a:p>
            <a:pPr algn="ctr" eaLnBrk="1" hangingPunct="1">
              <a:defRPr/>
            </a:pPr>
            <a:fld id="{4CE2CC6A-3CD6-4EB2-A6B9-76993E7CF1F2}" type="slidenum">
              <a:rPr lang="zh-CN" altLang="en-US" sz="1600" smtClean="0">
                <a:solidFill>
                  <a:schemeClr val="accent3"/>
                </a:solidFill>
                <a:latin typeface="微软雅黑" panose="020B0503020204020204" pitchFamily="34" charset="-122"/>
              </a:rPr>
              <a:pPr algn="ctr" eaLnBrk="1" hangingPunct="1">
                <a:defRPr/>
              </a:pPr>
              <a:t>‹#›</a:t>
            </a:fld>
            <a:endParaRPr lang="zh-CN" altLang="en-US" sz="1600" dirty="0">
              <a:solidFill>
                <a:schemeClr val="accent3"/>
              </a:solidFill>
              <a:latin typeface="微软雅黑" panose="020B0503020204020204" pitchFamily="34" charset="-122"/>
            </a:endParaRPr>
          </a:p>
        </p:txBody>
      </p:sp>
      <p:grpSp>
        <p:nvGrpSpPr>
          <p:cNvPr id="56" name="组合 55"/>
          <p:cNvGrpSpPr/>
          <p:nvPr userDrawn="1"/>
        </p:nvGrpSpPr>
        <p:grpSpPr>
          <a:xfrm>
            <a:off x="598941" y="6399999"/>
            <a:ext cx="2542613" cy="276499"/>
            <a:chOff x="598941" y="6399999"/>
            <a:chExt cx="2542613" cy="276499"/>
          </a:xfrm>
          <a:solidFill>
            <a:schemeClr val="accent3"/>
          </a:solidFill>
        </p:grpSpPr>
        <p:grpSp>
          <p:nvGrpSpPr>
            <p:cNvPr id="33" name="组合 32">
              <a:extLst>
                <a:ext uri="{FF2B5EF4-FFF2-40B4-BE49-F238E27FC236}">
                  <a16:creationId xmlns:a16="http://schemas.microsoft.com/office/drawing/2014/main" id="{2B6AF4F4-F405-428E-ACB6-6C287CCD9962}"/>
                </a:ext>
              </a:extLst>
            </p:cNvPr>
            <p:cNvGrpSpPr/>
            <p:nvPr/>
          </p:nvGrpSpPr>
          <p:grpSpPr>
            <a:xfrm>
              <a:off x="2055693" y="6402621"/>
              <a:ext cx="1085861" cy="270805"/>
              <a:chOff x="10340336" y="2247899"/>
              <a:chExt cx="2724438" cy="679451"/>
            </a:xfrm>
            <a:grpFill/>
          </p:grpSpPr>
          <p:sp>
            <p:nvSpPr>
              <p:cNvPr id="47" name="Freeform 5">
                <a:extLst>
                  <a:ext uri="{FF2B5EF4-FFF2-40B4-BE49-F238E27FC236}">
                    <a16:creationId xmlns:a16="http://schemas.microsoft.com/office/drawing/2014/main" id="{7EF8326A-A460-4F1F-A35E-22F6C0E02782}"/>
                  </a:ext>
                </a:extLst>
              </p:cNvPr>
              <p:cNvSpPr>
                <a:spLocks/>
              </p:cNvSpPr>
              <p:nvPr/>
            </p:nvSpPr>
            <p:spPr bwMode="auto">
              <a:xfrm>
                <a:off x="11868131" y="2285206"/>
                <a:ext cx="534988" cy="603250"/>
              </a:xfrm>
              <a:custGeom>
                <a:avLst/>
                <a:gdLst>
                  <a:gd name="T0" fmla="*/ 41 w 125"/>
                  <a:gd name="T1" fmla="*/ 16 h 142"/>
                  <a:gd name="T2" fmla="*/ 49 w 125"/>
                  <a:gd name="T3" fmla="*/ 3 h 142"/>
                  <a:gd name="T4" fmla="*/ 62 w 125"/>
                  <a:gd name="T5" fmla="*/ 20 h 142"/>
                  <a:gd name="T6" fmla="*/ 64 w 125"/>
                  <a:gd name="T7" fmla="*/ 33 h 142"/>
                  <a:gd name="T8" fmla="*/ 50 w 125"/>
                  <a:gd name="T9" fmla="*/ 34 h 142"/>
                  <a:gd name="T10" fmla="*/ 58 w 125"/>
                  <a:gd name="T11" fmla="*/ 58 h 142"/>
                  <a:gd name="T12" fmla="*/ 75 w 125"/>
                  <a:gd name="T13" fmla="*/ 59 h 142"/>
                  <a:gd name="T14" fmla="*/ 71 w 125"/>
                  <a:gd name="T15" fmla="*/ 50 h 142"/>
                  <a:gd name="T16" fmla="*/ 81 w 125"/>
                  <a:gd name="T17" fmla="*/ 47 h 142"/>
                  <a:gd name="T18" fmla="*/ 65 w 125"/>
                  <a:gd name="T19" fmla="*/ 42 h 142"/>
                  <a:gd name="T20" fmla="*/ 63 w 125"/>
                  <a:gd name="T21" fmla="*/ 37 h 142"/>
                  <a:gd name="T22" fmla="*/ 85 w 125"/>
                  <a:gd name="T23" fmla="*/ 27 h 142"/>
                  <a:gd name="T24" fmla="*/ 93 w 125"/>
                  <a:gd name="T25" fmla="*/ 2 h 142"/>
                  <a:gd name="T26" fmla="*/ 99 w 125"/>
                  <a:gd name="T27" fmla="*/ 5 h 142"/>
                  <a:gd name="T28" fmla="*/ 111 w 125"/>
                  <a:gd name="T29" fmla="*/ 30 h 142"/>
                  <a:gd name="T30" fmla="*/ 102 w 125"/>
                  <a:gd name="T31" fmla="*/ 34 h 142"/>
                  <a:gd name="T32" fmla="*/ 95 w 125"/>
                  <a:gd name="T33" fmla="*/ 59 h 142"/>
                  <a:gd name="T34" fmla="*/ 123 w 125"/>
                  <a:gd name="T35" fmla="*/ 61 h 142"/>
                  <a:gd name="T36" fmla="*/ 110 w 125"/>
                  <a:gd name="T37" fmla="*/ 71 h 142"/>
                  <a:gd name="T38" fmla="*/ 104 w 125"/>
                  <a:gd name="T39" fmla="*/ 82 h 142"/>
                  <a:gd name="T40" fmla="*/ 112 w 125"/>
                  <a:gd name="T41" fmla="*/ 134 h 142"/>
                  <a:gd name="T42" fmla="*/ 102 w 125"/>
                  <a:gd name="T43" fmla="*/ 140 h 142"/>
                  <a:gd name="T44" fmla="*/ 89 w 125"/>
                  <a:gd name="T45" fmla="*/ 123 h 142"/>
                  <a:gd name="T46" fmla="*/ 101 w 125"/>
                  <a:gd name="T47" fmla="*/ 128 h 142"/>
                  <a:gd name="T48" fmla="*/ 101 w 125"/>
                  <a:gd name="T49" fmla="*/ 92 h 142"/>
                  <a:gd name="T50" fmla="*/ 97 w 125"/>
                  <a:gd name="T51" fmla="*/ 99 h 142"/>
                  <a:gd name="T52" fmla="*/ 90 w 125"/>
                  <a:gd name="T53" fmla="*/ 103 h 142"/>
                  <a:gd name="T54" fmla="*/ 86 w 125"/>
                  <a:gd name="T55" fmla="*/ 110 h 142"/>
                  <a:gd name="T56" fmla="*/ 81 w 125"/>
                  <a:gd name="T57" fmla="*/ 120 h 142"/>
                  <a:gd name="T58" fmla="*/ 88 w 125"/>
                  <a:gd name="T59" fmla="*/ 71 h 142"/>
                  <a:gd name="T60" fmla="*/ 60 w 125"/>
                  <a:gd name="T61" fmla="*/ 87 h 142"/>
                  <a:gd name="T62" fmla="*/ 53 w 125"/>
                  <a:gd name="T63" fmla="*/ 89 h 142"/>
                  <a:gd name="T64" fmla="*/ 51 w 125"/>
                  <a:gd name="T65" fmla="*/ 128 h 142"/>
                  <a:gd name="T66" fmla="*/ 43 w 125"/>
                  <a:gd name="T67" fmla="*/ 134 h 142"/>
                  <a:gd name="T68" fmla="*/ 39 w 125"/>
                  <a:gd name="T69" fmla="*/ 107 h 142"/>
                  <a:gd name="T70" fmla="*/ 33 w 125"/>
                  <a:gd name="T71" fmla="*/ 114 h 142"/>
                  <a:gd name="T72" fmla="*/ 17 w 125"/>
                  <a:gd name="T73" fmla="*/ 108 h 142"/>
                  <a:gd name="T74" fmla="*/ 5 w 125"/>
                  <a:gd name="T75" fmla="*/ 81 h 142"/>
                  <a:gd name="T76" fmla="*/ 34 w 125"/>
                  <a:gd name="T77" fmla="*/ 56 h 142"/>
                  <a:gd name="T78" fmla="*/ 38 w 125"/>
                  <a:gd name="T79" fmla="*/ 33 h 142"/>
                  <a:gd name="T80" fmla="*/ 22 w 125"/>
                  <a:gd name="T81" fmla="*/ 55 h 142"/>
                  <a:gd name="T82" fmla="*/ 14 w 125"/>
                  <a:gd name="T83" fmla="*/ 55 h 142"/>
                  <a:gd name="T84" fmla="*/ 11 w 125"/>
                  <a:gd name="T85" fmla="*/ 36 h 142"/>
                  <a:gd name="T86" fmla="*/ 32 w 125"/>
                  <a:gd name="T87" fmla="*/ 22 h 142"/>
                  <a:gd name="T88" fmla="*/ 28 w 125"/>
                  <a:gd name="T89" fmla="*/ 33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5" h="142">
                    <a:moveTo>
                      <a:pt x="28" y="33"/>
                    </a:moveTo>
                    <a:cubicBezTo>
                      <a:pt x="35" y="29"/>
                      <a:pt x="41" y="25"/>
                      <a:pt x="41" y="16"/>
                    </a:cubicBezTo>
                    <a:cubicBezTo>
                      <a:pt x="41" y="13"/>
                      <a:pt x="43" y="9"/>
                      <a:pt x="44" y="6"/>
                    </a:cubicBezTo>
                    <a:cubicBezTo>
                      <a:pt x="45" y="5"/>
                      <a:pt x="48" y="3"/>
                      <a:pt x="49" y="3"/>
                    </a:cubicBezTo>
                    <a:cubicBezTo>
                      <a:pt x="54" y="4"/>
                      <a:pt x="59" y="9"/>
                      <a:pt x="59" y="15"/>
                    </a:cubicBezTo>
                    <a:cubicBezTo>
                      <a:pt x="59" y="18"/>
                      <a:pt x="60" y="19"/>
                      <a:pt x="62" y="20"/>
                    </a:cubicBezTo>
                    <a:cubicBezTo>
                      <a:pt x="65" y="22"/>
                      <a:pt x="68" y="25"/>
                      <a:pt x="69" y="28"/>
                    </a:cubicBezTo>
                    <a:cubicBezTo>
                      <a:pt x="71" y="32"/>
                      <a:pt x="68" y="34"/>
                      <a:pt x="64" y="33"/>
                    </a:cubicBezTo>
                    <a:cubicBezTo>
                      <a:pt x="62" y="32"/>
                      <a:pt x="60" y="31"/>
                      <a:pt x="57" y="30"/>
                    </a:cubicBezTo>
                    <a:cubicBezTo>
                      <a:pt x="53" y="28"/>
                      <a:pt x="51" y="29"/>
                      <a:pt x="50" y="34"/>
                    </a:cubicBezTo>
                    <a:cubicBezTo>
                      <a:pt x="48" y="45"/>
                      <a:pt x="46" y="56"/>
                      <a:pt x="52" y="66"/>
                    </a:cubicBezTo>
                    <a:cubicBezTo>
                      <a:pt x="54" y="64"/>
                      <a:pt x="56" y="62"/>
                      <a:pt x="58" y="58"/>
                    </a:cubicBezTo>
                    <a:cubicBezTo>
                      <a:pt x="61" y="62"/>
                      <a:pt x="63" y="65"/>
                      <a:pt x="65" y="69"/>
                    </a:cubicBezTo>
                    <a:cubicBezTo>
                      <a:pt x="68" y="66"/>
                      <a:pt x="72" y="62"/>
                      <a:pt x="75" y="59"/>
                    </a:cubicBezTo>
                    <a:cubicBezTo>
                      <a:pt x="76" y="58"/>
                      <a:pt x="75" y="56"/>
                      <a:pt x="75" y="55"/>
                    </a:cubicBezTo>
                    <a:cubicBezTo>
                      <a:pt x="74" y="53"/>
                      <a:pt x="71" y="51"/>
                      <a:pt x="71" y="50"/>
                    </a:cubicBezTo>
                    <a:cubicBezTo>
                      <a:pt x="72" y="47"/>
                      <a:pt x="75" y="46"/>
                      <a:pt x="78" y="47"/>
                    </a:cubicBezTo>
                    <a:cubicBezTo>
                      <a:pt x="79" y="47"/>
                      <a:pt x="80" y="47"/>
                      <a:pt x="81" y="47"/>
                    </a:cubicBezTo>
                    <a:cubicBezTo>
                      <a:pt x="81" y="44"/>
                      <a:pt x="82" y="40"/>
                      <a:pt x="83" y="35"/>
                    </a:cubicBezTo>
                    <a:cubicBezTo>
                      <a:pt x="76" y="38"/>
                      <a:pt x="71" y="40"/>
                      <a:pt x="65" y="42"/>
                    </a:cubicBezTo>
                    <a:cubicBezTo>
                      <a:pt x="61" y="44"/>
                      <a:pt x="60" y="44"/>
                      <a:pt x="57" y="40"/>
                    </a:cubicBezTo>
                    <a:cubicBezTo>
                      <a:pt x="59" y="39"/>
                      <a:pt x="61" y="38"/>
                      <a:pt x="63" y="37"/>
                    </a:cubicBezTo>
                    <a:cubicBezTo>
                      <a:pt x="69" y="35"/>
                      <a:pt x="75" y="33"/>
                      <a:pt x="81" y="30"/>
                    </a:cubicBezTo>
                    <a:cubicBezTo>
                      <a:pt x="83" y="30"/>
                      <a:pt x="84" y="28"/>
                      <a:pt x="85" y="27"/>
                    </a:cubicBezTo>
                    <a:cubicBezTo>
                      <a:pt x="87" y="21"/>
                      <a:pt x="88" y="14"/>
                      <a:pt x="90" y="8"/>
                    </a:cubicBezTo>
                    <a:cubicBezTo>
                      <a:pt x="90" y="6"/>
                      <a:pt x="92" y="3"/>
                      <a:pt x="93" y="2"/>
                    </a:cubicBezTo>
                    <a:cubicBezTo>
                      <a:pt x="94" y="0"/>
                      <a:pt x="96" y="0"/>
                      <a:pt x="98" y="0"/>
                    </a:cubicBezTo>
                    <a:cubicBezTo>
                      <a:pt x="98" y="1"/>
                      <a:pt x="99" y="4"/>
                      <a:pt x="99" y="5"/>
                    </a:cubicBezTo>
                    <a:cubicBezTo>
                      <a:pt x="93" y="12"/>
                      <a:pt x="94" y="20"/>
                      <a:pt x="92" y="28"/>
                    </a:cubicBezTo>
                    <a:cubicBezTo>
                      <a:pt x="98" y="31"/>
                      <a:pt x="105" y="25"/>
                      <a:pt x="111" y="30"/>
                    </a:cubicBezTo>
                    <a:cubicBezTo>
                      <a:pt x="109" y="33"/>
                      <a:pt x="107" y="36"/>
                      <a:pt x="103" y="35"/>
                    </a:cubicBezTo>
                    <a:cubicBezTo>
                      <a:pt x="103" y="34"/>
                      <a:pt x="102" y="34"/>
                      <a:pt x="102" y="34"/>
                    </a:cubicBezTo>
                    <a:cubicBezTo>
                      <a:pt x="92" y="34"/>
                      <a:pt x="88" y="39"/>
                      <a:pt x="90" y="49"/>
                    </a:cubicBezTo>
                    <a:cubicBezTo>
                      <a:pt x="91" y="52"/>
                      <a:pt x="93" y="55"/>
                      <a:pt x="95" y="59"/>
                    </a:cubicBezTo>
                    <a:cubicBezTo>
                      <a:pt x="99" y="59"/>
                      <a:pt x="104" y="58"/>
                      <a:pt x="109" y="57"/>
                    </a:cubicBezTo>
                    <a:cubicBezTo>
                      <a:pt x="114" y="56"/>
                      <a:pt x="119" y="58"/>
                      <a:pt x="123" y="61"/>
                    </a:cubicBezTo>
                    <a:cubicBezTo>
                      <a:pt x="125" y="63"/>
                      <a:pt x="125" y="66"/>
                      <a:pt x="122" y="67"/>
                    </a:cubicBezTo>
                    <a:cubicBezTo>
                      <a:pt x="118" y="69"/>
                      <a:pt x="114" y="71"/>
                      <a:pt x="110" y="71"/>
                    </a:cubicBezTo>
                    <a:cubicBezTo>
                      <a:pt x="103" y="70"/>
                      <a:pt x="99" y="75"/>
                      <a:pt x="95" y="79"/>
                    </a:cubicBezTo>
                    <a:cubicBezTo>
                      <a:pt x="98" y="80"/>
                      <a:pt x="102" y="80"/>
                      <a:pt x="104" y="82"/>
                    </a:cubicBezTo>
                    <a:cubicBezTo>
                      <a:pt x="106" y="83"/>
                      <a:pt x="108" y="86"/>
                      <a:pt x="109" y="88"/>
                    </a:cubicBezTo>
                    <a:cubicBezTo>
                      <a:pt x="110" y="104"/>
                      <a:pt x="111" y="119"/>
                      <a:pt x="112" y="134"/>
                    </a:cubicBezTo>
                    <a:cubicBezTo>
                      <a:pt x="112" y="137"/>
                      <a:pt x="110" y="140"/>
                      <a:pt x="110" y="142"/>
                    </a:cubicBezTo>
                    <a:cubicBezTo>
                      <a:pt x="107" y="141"/>
                      <a:pt x="104" y="141"/>
                      <a:pt x="102" y="140"/>
                    </a:cubicBezTo>
                    <a:cubicBezTo>
                      <a:pt x="97" y="136"/>
                      <a:pt x="93" y="131"/>
                      <a:pt x="90" y="127"/>
                    </a:cubicBezTo>
                    <a:cubicBezTo>
                      <a:pt x="89" y="126"/>
                      <a:pt x="89" y="124"/>
                      <a:pt x="89" y="123"/>
                    </a:cubicBezTo>
                    <a:cubicBezTo>
                      <a:pt x="92" y="125"/>
                      <a:pt x="96" y="127"/>
                      <a:pt x="100" y="130"/>
                    </a:cubicBezTo>
                    <a:cubicBezTo>
                      <a:pt x="100" y="129"/>
                      <a:pt x="101" y="129"/>
                      <a:pt x="101" y="128"/>
                    </a:cubicBezTo>
                    <a:cubicBezTo>
                      <a:pt x="101" y="121"/>
                      <a:pt x="101" y="113"/>
                      <a:pt x="101" y="105"/>
                    </a:cubicBezTo>
                    <a:cubicBezTo>
                      <a:pt x="101" y="101"/>
                      <a:pt x="101" y="96"/>
                      <a:pt x="101" y="92"/>
                    </a:cubicBezTo>
                    <a:cubicBezTo>
                      <a:pt x="99" y="85"/>
                      <a:pt x="96" y="84"/>
                      <a:pt x="90" y="90"/>
                    </a:cubicBezTo>
                    <a:cubicBezTo>
                      <a:pt x="92" y="93"/>
                      <a:pt x="97" y="93"/>
                      <a:pt x="97" y="99"/>
                    </a:cubicBezTo>
                    <a:cubicBezTo>
                      <a:pt x="94" y="98"/>
                      <a:pt x="91" y="97"/>
                      <a:pt x="88" y="96"/>
                    </a:cubicBezTo>
                    <a:cubicBezTo>
                      <a:pt x="84" y="100"/>
                      <a:pt x="84" y="101"/>
                      <a:pt x="90" y="103"/>
                    </a:cubicBezTo>
                    <a:cubicBezTo>
                      <a:pt x="95" y="106"/>
                      <a:pt x="98" y="111"/>
                      <a:pt x="96" y="112"/>
                    </a:cubicBezTo>
                    <a:cubicBezTo>
                      <a:pt x="92" y="115"/>
                      <a:pt x="89" y="112"/>
                      <a:pt x="86" y="110"/>
                    </a:cubicBezTo>
                    <a:cubicBezTo>
                      <a:pt x="85" y="110"/>
                      <a:pt x="84" y="109"/>
                      <a:pt x="83" y="108"/>
                    </a:cubicBezTo>
                    <a:cubicBezTo>
                      <a:pt x="82" y="112"/>
                      <a:pt x="82" y="116"/>
                      <a:pt x="81" y="120"/>
                    </a:cubicBezTo>
                    <a:cubicBezTo>
                      <a:pt x="74" y="118"/>
                      <a:pt x="72" y="114"/>
                      <a:pt x="73" y="108"/>
                    </a:cubicBezTo>
                    <a:cubicBezTo>
                      <a:pt x="76" y="95"/>
                      <a:pt x="81" y="83"/>
                      <a:pt x="88" y="71"/>
                    </a:cubicBezTo>
                    <a:cubicBezTo>
                      <a:pt x="84" y="74"/>
                      <a:pt x="80" y="76"/>
                      <a:pt x="76" y="78"/>
                    </a:cubicBezTo>
                    <a:cubicBezTo>
                      <a:pt x="71" y="81"/>
                      <a:pt x="65" y="84"/>
                      <a:pt x="60" y="87"/>
                    </a:cubicBezTo>
                    <a:cubicBezTo>
                      <a:pt x="60" y="87"/>
                      <a:pt x="60" y="87"/>
                      <a:pt x="59" y="87"/>
                    </a:cubicBezTo>
                    <a:cubicBezTo>
                      <a:pt x="57" y="88"/>
                      <a:pt x="54" y="88"/>
                      <a:pt x="53" y="89"/>
                    </a:cubicBezTo>
                    <a:cubicBezTo>
                      <a:pt x="51" y="93"/>
                      <a:pt x="49" y="97"/>
                      <a:pt x="49" y="101"/>
                    </a:cubicBezTo>
                    <a:cubicBezTo>
                      <a:pt x="49" y="110"/>
                      <a:pt x="50" y="119"/>
                      <a:pt x="51" y="128"/>
                    </a:cubicBezTo>
                    <a:cubicBezTo>
                      <a:pt x="51" y="131"/>
                      <a:pt x="51" y="134"/>
                      <a:pt x="51" y="137"/>
                    </a:cubicBezTo>
                    <a:cubicBezTo>
                      <a:pt x="48" y="136"/>
                      <a:pt x="45" y="136"/>
                      <a:pt x="43" y="134"/>
                    </a:cubicBezTo>
                    <a:cubicBezTo>
                      <a:pt x="40" y="132"/>
                      <a:pt x="37" y="130"/>
                      <a:pt x="38" y="125"/>
                    </a:cubicBezTo>
                    <a:cubicBezTo>
                      <a:pt x="40" y="119"/>
                      <a:pt x="39" y="113"/>
                      <a:pt x="39" y="107"/>
                    </a:cubicBezTo>
                    <a:cubicBezTo>
                      <a:pt x="38" y="107"/>
                      <a:pt x="38" y="107"/>
                      <a:pt x="37" y="106"/>
                    </a:cubicBezTo>
                    <a:cubicBezTo>
                      <a:pt x="36" y="109"/>
                      <a:pt x="34" y="111"/>
                      <a:pt x="33" y="114"/>
                    </a:cubicBezTo>
                    <a:cubicBezTo>
                      <a:pt x="30" y="120"/>
                      <a:pt x="25" y="122"/>
                      <a:pt x="21" y="120"/>
                    </a:cubicBezTo>
                    <a:cubicBezTo>
                      <a:pt x="16" y="118"/>
                      <a:pt x="15" y="113"/>
                      <a:pt x="17" y="108"/>
                    </a:cubicBezTo>
                    <a:cubicBezTo>
                      <a:pt x="20" y="99"/>
                      <a:pt x="23" y="91"/>
                      <a:pt x="26" y="81"/>
                    </a:cubicBezTo>
                    <a:cubicBezTo>
                      <a:pt x="19" y="90"/>
                      <a:pt x="12" y="85"/>
                      <a:pt x="5" y="81"/>
                    </a:cubicBezTo>
                    <a:cubicBezTo>
                      <a:pt x="0" y="79"/>
                      <a:pt x="0" y="76"/>
                      <a:pt x="5" y="73"/>
                    </a:cubicBezTo>
                    <a:cubicBezTo>
                      <a:pt x="15" y="68"/>
                      <a:pt x="25" y="62"/>
                      <a:pt x="34" y="56"/>
                    </a:cubicBezTo>
                    <a:cubicBezTo>
                      <a:pt x="35" y="55"/>
                      <a:pt x="37" y="54"/>
                      <a:pt x="37" y="52"/>
                    </a:cubicBezTo>
                    <a:cubicBezTo>
                      <a:pt x="38" y="46"/>
                      <a:pt x="38" y="39"/>
                      <a:pt x="38" y="33"/>
                    </a:cubicBezTo>
                    <a:cubicBezTo>
                      <a:pt x="38" y="32"/>
                      <a:pt x="38" y="32"/>
                      <a:pt x="37" y="32"/>
                    </a:cubicBezTo>
                    <a:cubicBezTo>
                      <a:pt x="32" y="40"/>
                      <a:pt x="27" y="48"/>
                      <a:pt x="22" y="55"/>
                    </a:cubicBezTo>
                    <a:cubicBezTo>
                      <a:pt x="22" y="56"/>
                      <a:pt x="22" y="56"/>
                      <a:pt x="23" y="57"/>
                    </a:cubicBezTo>
                    <a:cubicBezTo>
                      <a:pt x="20" y="56"/>
                      <a:pt x="17" y="56"/>
                      <a:pt x="14" y="55"/>
                    </a:cubicBezTo>
                    <a:cubicBezTo>
                      <a:pt x="9" y="53"/>
                      <a:pt x="7" y="49"/>
                      <a:pt x="9" y="44"/>
                    </a:cubicBezTo>
                    <a:cubicBezTo>
                      <a:pt x="10" y="42"/>
                      <a:pt x="10" y="39"/>
                      <a:pt x="11" y="36"/>
                    </a:cubicBezTo>
                    <a:cubicBezTo>
                      <a:pt x="13" y="28"/>
                      <a:pt x="18" y="23"/>
                      <a:pt x="26" y="20"/>
                    </a:cubicBezTo>
                    <a:cubicBezTo>
                      <a:pt x="27" y="19"/>
                      <a:pt x="30" y="20"/>
                      <a:pt x="32" y="22"/>
                    </a:cubicBezTo>
                    <a:cubicBezTo>
                      <a:pt x="34" y="23"/>
                      <a:pt x="32" y="25"/>
                      <a:pt x="31" y="27"/>
                    </a:cubicBezTo>
                    <a:cubicBezTo>
                      <a:pt x="29" y="28"/>
                      <a:pt x="29" y="31"/>
                      <a:pt x="28" y="33"/>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48" name="Freeform 6">
                <a:extLst>
                  <a:ext uri="{FF2B5EF4-FFF2-40B4-BE49-F238E27FC236}">
                    <a16:creationId xmlns:a16="http://schemas.microsoft.com/office/drawing/2014/main" id="{CC1FA68D-3307-481A-8E89-D3CB2E8693F4}"/>
                  </a:ext>
                </a:extLst>
              </p:cNvPr>
              <p:cNvSpPr>
                <a:spLocks/>
              </p:cNvSpPr>
              <p:nvPr/>
            </p:nvSpPr>
            <p:spPr bwMode="auto">
              <a:xfrm>
                <a:off x="12756799" y="2388393"/>
                <a:ext cx="307975" cy="463550"/>
              </a:xfrm>
              <a:custGeom>
                <a:avLst/>
                <a:gdLst>
                  <a:gd name="T0" fmla="*/ 33 w 72"/>
                  <a:gd name="T1" fmla="*/ 76 h 109"/>
                  <a:gd name="T2" fmla="*/ 44 w 72"/>
                  <a:gd name="T3" fmla="*/ 73 h 109"/>
                  <a:gd name="T4" fmla="*/ 59 w 72"/>
                  <a:gd name="T5" fmla="*/ 71 h 109"/>
                  <a:gd name="T6" fmla="*/ 69 w 72"/>
                  <a:gd name="T7" fmla="*/ 92 h 109"/>
                  <a:gd name="T8" fmla="*/ 66 w 72"/>
                  <a:gd name="T9" fmla="*/ 94 h 109"/>
                  <a:gd name="T10" fmla="*/ 49 w 72"/>
                  <a:gd name="T11" fmla="*/ 96 h 109"/>
                  <a:gd name="T12" fmla="*/ 28 w 72"/>
                  <a:gd name="T13" fmla="*/ 106 h 109"/>
                  <a:gd name="T14" fmla="*/ 16 w 72"/>
                  <a:gd name="T15" fmla="*/ 106 h 109"/>
                  <a:gd name="T16" fmla="*/ 1 w 72"/>
                  <a:gd name="T17" fmla="*/ 80 h 109"/>
                  <a:gd name="T18" fmla="*/ 2 w 72"/>
                  <a:gd name="T19" fmla="*/ 74 h 109"/>
                  <a:gd name="T20" fmla="*/ 23 w 72"/>
                  <a:gd name="T21" fmla="*/ 31 h 109"/>
                  <a:gd name="T22" fmla="*/ 22 w 72"/>
                  <a:gd name="T23" fmla="*/ 26 h 109"/>
                  <a:gd name="T24" fmla="*/ 12 w 72"/>
                  <a:gd name="T25" fmla="*/ 16 h 109"/>
                  <a:gd name="T26" fmla="*/ 15 w 72"/>
                  <a:gd name="T27" fmla="*/ 10 h 109"/>
                  <a:gd name="T28" fmla="*/ 32 w 72"/>
                  <a:gd name="T29" fmla="*/ 5 h 109"/>
                  <a:gd name="T30" fmla="*/ 60 w 72"/>
                  <a:gd name="T31" fmla="*/ 18 h 109"/>
                  <a:gd name="T32" fmla="*/ 59 w 72"/>
                  <a:gd name="T33" fmla="*/ 26 h 109"/>
                  <a:gd name="T34" fmla="*/ 52 w 72"/>
                  <a:gd name="T35" fmla="*/ 36 h 109"/>
                  <a:gd name="T36" fmla="*/ 34 w 72"/>
                  <a:gd name="T37" fmla="*/ 72 h 109"/>
                  <a:gd name="T38" fmla="*/ 33 w 72"/>
                  <a:gd name="T39" fmla="*/ 76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2" h="109">
                    <a:moveTo>
                      <a:pt x="33" y="76"/>
                    </a:moveTo>
                    <a:cubicBezTo>
                      <a:pt x="37" y="74"/>
                      <a:pt x="40" y="73"/>
                      <a:pt x="44" y="73"/>
                    </a:cubicBezTo>
                    <a:cubicBezTo>
                      <a:pt x="49" y="72"/>
                      <a:pt x="54" y="71"/>
                      <a:pt x="59" y="71"/>
                    </a:cubicBezTo>
                    <a:cubicBezTo>
                      <a:pt x="66" y="72"/>
                      <a:pt x="72" y="85"/>
                      <a:pt x="69" y="92"/>
                    </a:cubicBezTo>
                    <a:cubicBezTo>
                      <a:pt x="68" y="93"/>
                      <a:pt x="67" y="94"/>
                      <a:pt x="66" y="94"/>
                    </a:cubicBezTo>
                    <a:cubicBezTo>
                      <a:pt x="60" y="95"/>
                      <a:pt x="54" y="94"/>
                      <a:pt x="49" y="96"/>
                    </a:cubicBezTo>
                    <a:cubicBezTo>
                      <a:pt x="42" y="99"/>
                      <a:pt x="35" y="102"/>
                      <a:pt x="28" y="106"/>
                    </a:cubicBezTo>
                    <a:cubicBezTo>
                      <a:pt x="24" y="108"/>
                      <a:pt x="21" y="109"/>
                      <a:pt x="16" y="106"/>
                    </a:cubicBezTo>
                    <a:cubicBezTo>
                      <a:pt x="7" y="100"/>
                      <a:pt x="3" y="90"/>
                      <a:pt x="1" y="80"/>
                    </a:cubicBezTo>
                    <a:cubicBezTo>
                      <a:pt x="0" y="78"/>
                      <a:pt x="1" y="76"/>
                      <a:pt x="2" y="74"/>
                    </a:cubicBezTo>
                    <a:cubicBezTo>
                      <a:pt x="9" y="60"/>
                      <a:pt x="16" y="45"/>
                      <a:pt x="23" y="31"/>
                    </a:cubicBezTo>
                    <a:cubicBezTo>
                      <a:pt x="23" y="30"/>
                      <a:pt x="23" y="28"/>
                      <a:pt x="22" y="26"/>
                    </a:cubicBezTo>
                    <a:cubicBezTo>
                      <a:pt x="19" y="23"/>
                      <a:pt x="15" y="20"/>
                      <a:pt x="12" y="16"/>
                    </a:cubicBezTo>
                    <a:cubicBezTo>
                      <a:pt x="10" y="13"/>
                      <a:pt x="11" y="11"/>
                      <a:pt x="15" y="10"/>
                    </a:cubicBezTo>
                    <a:cubicBezTo>
                      <a:pt x="21" y="9"/>
                      <a:pt x="26" y="7"/>
                      <a:pt x="32" y="5"/>
                    </a:cubicBezTo>
                    <a:cubicBezTo>
                      <a:pt x="44" y="0"/>
                      <a:pt x="57" y="6"/>
                      <a:pt x="60" y="18"/>
                    </a:cubicBezTo>
                    <a:cubicBezTo>
                      <a:pt x="61" y="21"/>
                      <a:pt x="60" y="24"/>
                      <a:pt x="59" y="26"/>
                    </a:cubicBezTo>
                    <a:cubicBezTo>
                      <a:pt x="57" y="29"/>
                      <a:pt x="54" y="33"/>
                      <a:pt x="52" y="36"/>
                    </a:cubicBezTo>
                    <a:cubicBezTo>
                      <a:pt x="46" y="48"/>
                      <a:pt x="40" y="60"/>
                      <a:pt x="34" y="72"/>
                    </a:cubicBezTo>
                    <a:cubicBezTo>
                      <a:pt x="34" y="72"/>
                      <a:pt x="34" y="74"/>
                      <a:pt x="33" y="76"/>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grpSp>
            <p:nvGrpSpPr>
              <p:cNvPr id="49" name="组合 48">
                <a:extLst>
                  <a:ext uri="{FF2B5EF4-FFF2-40B4-BE49-F238E27FC236}">
                    <a16:creationId xmlns:a16="http://schemas.microsoft.com/office/drawing/2014/main" id="{C7A6E3E5-9A1F-4E06-9E71-F1D7E5C11C32}"/>
                  </a:ext>
                </a:extLst>
              </p:cNvPr>
              <p:cNvGrpSpPr/>
              <p:nvPr/>
            </p:nvGrpSpPr>
            <p:grpSpPr>
              <a:xfrm>
                <a:off x="10340336" y="2247899"/>
                <a:ext cx="547688" cy="679451"/>
                <a:chOff x="5548313" y="2084388"/>
                <a:chExt cx="547688" cy="679451"/>
              </a:xfrm>
              <a:grpFill/>
            </p:grpSpPr>
            <p:sp>
              <p:nvSpPr>
                <p:cNvPr id="54" name="Freeform 7">
                  <a:extLst>
                    <a:ext uri="{FF2B5EF4-FFF2-40B4-BE49-F238E27FC236}">
                      <a16:creationId xmlns:a16="http://schemas.microsoft.com/office/drawing/2014/main" id="{02368C72-9CA0-44B0-93EC-F396645A3423}"/>
                    </a:ext>
                  </a:extLst>
                </p:cNvPr>
                <p:cNvSpPr>
                  <a:spLocks/>
                </p:cNvSpPr>
                <p:nvPr/>
              </p:nvSpPr>
              <p:spPr bwMode="auto">
                <a:xfrm>
                  <a:off x="5548313" y="2084388"/>
                  <a:ext cx="547688" cy="446088"/>
                </a:xfrm>
                <a:custGeom>
                  <a:avLst/>
                  <a:gdLst>
                    <a:gd name="T0" fmla="*/ 101 w 128"/>
                    <a:gd name="T1" fmla="*/ 58 h 105"/>
                    <a:gd name="T2" fmla="*/ 74 w 128"/>
                    <a:gd name="T3" fmla="*/ 56 h 105"/>
                    <a:gd name="T4" fmla="*/ 68 w 128"/>
                    <a:gd name="T5" fmla="*/ 57 h 105"/>
                    <a:gd name="T6" fmla="*/ 51 w 128"/>
                    <a:gd name="T7" fmla="*/ 59 h 105"/>
                    <a:gd name="T8" fmla="*/ 36 w 128"/>
                    <a:gd name="T9" fmla="*/ 65 h 105"/>
                    <a:gd name="T10" fmla="*/ 28 w 128"/>
                    <a:gd name="T11" fmla="*/ 73 h 105"/>
                    <a:gd name="T12" fmla="*/ 16 w 128"/>
                    <a:gd name="T13" fmla="*/ 102 h 105"/>
                    <a:gd name="T14" fmla="*/ 13 w 128"/>
                    <a:gd name="T15" fmla="*/ 104 h 105"/>
                    <a:gd name="T16" fmla="*/ 1 w 128"/>
                    <a:gd name="T17" fmla="*/ 98 h 105"/>
                    <a:gd name="T18" fmla="*/ 0 w 128"/>
                    <a:gd name="T19" fmla="*/ 93 h 105"/>
                    <a:gd name="T20" fmla="*/ 15 w 128"/>
                    <a:gd name="T21" fmla="*/ 60 h 105"/>
                    <a:gd name="T22" fmla="*/ 16 w 128"/>
                    <a:gd name="T23" fmla="*/ 58 h 105"/>
                    <a:gd name="T24" fmla="*/ 20 w 128"/>
                    <a:gd name="T25" fmla="*/ 52 h 105"/>
                    <a:gd name="T26" fmla="*/ 32 w 128"/>
                    <a:gd name="T27" fmla="*/ 54 h 105"/>
                    <a:gd name="T28" fmla="*/ 39 w 128"/>
                    <a:gd name="T29" fmla="*/ 55 h 105"/>
                    <a:gd name="T30" fmla="*/ 72 w 128"/>
                    <a:gd name="T31" fmla="*/ 21 h 105"/>
                    <a:gd name="T32" fmla="*/ 74 w 128"/>
                    <a:gd name="T33" fmla="*/ 16 h 105"/>
                    <a:gd name="T34" fmla="*/ 74 w 128"/>
                    <a:gd name="T35" fmla="*/ 11 h 105"/>
                    <a:gd name="T36" fmla="*/ 71 w 128"/>
                    <a:gd name="T37" fmla="*/ 11 h 105"/>
                    <a:gd name="T38" fmla="*/ 68 w 128"/>
                    <a:gd name="T39" fmla="*/ 15 h 105"/>
                    <a:gd name="T40" fmla="*/ 68 w 128"/>
                    <a:gd name="T41" fmla="*/ 21 h 105"/>
                    <a:gd name="T42" fmla="*/ 59 w 128"/>
                    <a:gd name="T43" fmla="*/ 29 h 105"/>
                    <a:gd name="T44" fmla="*/ 53 w 128"/>
                    <a:gd name="T45" fmla="*/ 27 h 105"/>
                    <a:gd name="T46" fmla="*/ 47 w 128"/>
                    <a:gd name="T47" fmla="*/ 24 h 105"/>
                    <a:gd name="T48" fmla="*/ 47 w 128"/>
                    <a:gd name="T49" fmla="*/ 32 h 105"/>
                    <a:gd name="T50" fmla="*/ 47 w 128"/>
                    <a:gd name="T51" fmla="*/ 34 h 105"/>
                    <a:gd name="T52" fmla="*/ 43 w 128"/>
                    <a:gd name="T53" fmla="*/ 45 h 105"/>
                    <a:gd name="T54" fmla="*/ 31 w 128"/>
                    <a:gd name="T55" fmla="*/ 39 h 105"/>
                    <a:gd name="T56" fmla="*/ 29 w 128"/>
                    <a:gd name="T57" fmla="*/ 23 h 105"/>
                    <a:gd name="T58" fmla="*/ 33 w 128"/>
                    <a:gd name="T59" fmla="*/ 14 h 105"/>
                    <a:gd name="T60" fmla="*/ 36 w 128"/>
                    <a:gd name="T61" fmla="*/ 9 h 105"/>
                    <a:gd name="T62" fmla="*/ 42 w 128"/>
                    <a:gd name="T63" fmla="*/ 13 h 105"/>
                    <a:gd name="T64" fmla="*/ 44 w 128"/>
                    <a:gd name="T65" fmla="*/ 16 h 105"/>
                    <a:gd name="T66" fmla="*/ 57 w 128"/>
                    <a:gd name="T67" fmla="*/ 14 h 105"/>
                    <a:gd name="T68" fmla="*/ 62 w 128"/>
                    <a:gd name="T69" fmla="*/ 11 h 105"/>
                    <a:gd name="T70" fmla="*/ 84 w 128"/>
                    <a:gd name="T71" fmla="*/ 0 h 105"/>
                    <a:gd name="T72" fmla="*/ 96 w 128"/>
                    <a:gd name="T73" fmla="*/ 7 h 105"/>
                    <a:gd name="T74" fmla="*/ 96 w 128"/>
                    <a:gd name="T75" fmla="*/ 20 h 105"/>
                    <a:gd name="T76" fmla="*/ 83 w 128"/>
                    <a:gd name="T77" fmla="*/ 43 h 105"/>
                    <a:gd name="T78" fmla="*/ 94 w 128"/>
                    <a:gd name="T79" fmla="*/ 44 h 105"/>
                    <a:gd name="T80" fmla="*/ 122 w 128"/>
                    <a:gd name="T81" fmla="*/ 59 h 105"/>
                    <a:gd name="T82" fmla="*/ 120 w 128"/>
                    <a:gd name="T83" fmla="*/ 73 h 105"/>
                    <a:gd name="T84" fmla="*/ 98 w 128"/>
                    <a:gd name="T85" fmla="*/ 73 h 105"/>
                    <a:gd name="T86" fmla="*/ 97 w 128"/>
                    <a:gd name="T87" fmla="*/ 66 h 105"/>
                    <a:gd name="T88" fmla="*/ 101 w 128"/>
                    <a:gd name="T89" fmla="*/ 58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8" h="105">
                      <a:moveTo>
                        <a:pt x="101" y="58"/>
                      </a:moveTo>
                      <a:cubicBezTo>
                        <a:pt x="94" y="52"/>
                        <a:pt x="81" y="52"/>
                        <a:pt x="74" y="56"/>
                      </a:cubicBezTo>
                      <a:cubicBezTo>
                        <a:pt x="73" y="57"/>
                        <a:pt x="70" y="58"/>
                        <a:pt x="68" y="57"/>
                      </a:cubicBezTo>
                      <a:cubicBezTo>
                        <a:pt x="62" y="56"/>
                        <a:pt x="57" y="57"/>
                        <a:pt x="51" y="59"/>
                      </a:cubicBezTo>
                      <a:cubicBezTo>
                        <a:pt x="46" y="61"/>
                        <a:pt x="41" y="63"/>
                        <a:pt x="36" y="65"/>
                      </a:cubicBezTo>
                      <a:cubicBezTo>
                        <a:pt x="32" y="67"/>
                        <a:pt x="29" y="69"/>
                        <a:pt x="28" y="73"/>
                      </a:cubicBezTo>
                      <a:cubicBezTo>
                        <a:pt x="24" y="82"/>
                        <a:pt x="20" y="92"/>
                        <a:pt x="16" y="102"/>
                      </a:cubicBezTo>
                      <a:cubicBezTo>
                        <a:pt x="16" y="103"/>
                        <a:pt x="14" y="105"/>
                        <a:pt x="13" y="104"/>
                      </a:cubicBezTo>
                      <a:cubicBezTo>
                        <a:pt x="9" y="103"/>
                        <a:pt x="5" y="100"/>
                        <a:pt x="1" y="98"/>
                      </a:cubicBezTo>
                      <a:cubicBezTo>
                        <a:pt x="0" y="97"/>
                        <a:pt x="0" y="95"/>
                        <a:pt x="0" y="93"/>
                      </a:cubicBezTo>
                      <a:cubicBezTo>
                        <a:pt x="5" y="82"/>
                        <a:pt x="10" y="71"/>
                        <a:pt x="15" y="60"/>
                      </a:cubicBezTo>
                      <a:cubicBezTo>
                        <a:pt x="15" y="59"/>
                        <a:pt x="16" y="59"/>
                        <a:pt x="16" y="58"/>
                      </a:cubicBezTo>
                      <a:cubicBezTo>
                        <a:pt x="18" y="56"/>
                        <a:pt x="19" y="52"/>
                        <a:pt x="20" y="52"/>
                      </a:cubicBezTo>
                      <a:cubicBezTo>
                        <a:pt x="24" y="52"/>
                        <a:pt x="29" y="52"/>
                        <a:pt x="32" y="54"/>
                      </a:cubicBezTo>
                      <a:cubicBezTo>
                        <a:pt x="35" y="55"/>
                        <a:pt x="36" y="56"/>
                        <a:pt x="39" y="55"/>
                      </a:cubicBezTo>
                      <a:cubicBezTo>
                        <a:pt x="57" y="50"/>
                        <a:pt x="66" y="37"/>
                        <a:pt x="72" y="21"/>
                      </a:cubicBezTo>
                      <a:cubicBezTo>
                        <a:pt x="72" y="20"/>
                        <a:pt x="73" y="18"/>
                        <a:pt x="74" y="16"/>
                      </a:cubicBezTo>
                      <a:cubicBezTo>
                        <a:pt x="74" y="14"/>
                        <a:pt x="74" y="13"/>
                        <a:pt x="74" y="11"/>
                      </a:cubicBezTo>
                      <a:cubicBezTo>
                        <a:pt x="74" y="11"/>
                        <a:pt x="72" y="10"/>
                        <a:pt x="71" y="11"/>
                      </a:cubicBezTo>
                      <a:cubicBezTo>
                        <a:pt x="70" y="12"/>
                        <a:pt x="68" y="13"/>
                        <a:pt x="68" y="15"/>
                      </a:cubicBezTo>
                      <a:cubicBezTo>
                        <a:pt x="67" y="17"/>
                        <a:pt x="68" y="19"/>
                        <a:pt x="68" y="21"/>
                      </a:cubicBezTo>
                      <a:cubicBezTo>
                        <a:pt x="69" y="28"/>
                        <a:pt x="68" y="30"/>
                        <a:pt x="59" y="29"/>
                      </a:cubicBezTo>
                      <a:cubicBezTo>
                        <a:pt x="57" y="29"/>
                        <a:pt x="55" y="28"/>
                        <a:pt x="53" y="27"/>
                      </a:cubicBezTo>
                      <a:cubicBezTo>
                        <a:pt x="51" y="26"/>
                        <a:pt x="49" y="25"/>
                        <a:pt x="47" y="24"/>
                      </a:cubicBezTo>
                      <a:cubicBezTo>
                        <a:pt x="47" y="27"/>
                        <a:pt x="47" y="29"/>
                        <a:pt x="47" y="32"/>
                      </a:cubicBezTo>
                      <a:cubicBezTo>
                        <a:pt x="47" y="33"/>
                        <a:pt x="47" y="33"/>
                        <a:pt x="47" y="34"/>
                      </a:cubicBezTo>
                      <a:cubicBezTo>
                        <a:pt x="47" y="38"/>
                        <a:pt x="48" y="43"/>
                        <a:pt x="43" y="45"/>
                      </a:cubicBezTo>
                      <a:cubicBezTo>
                        <a:pt x="39" y="46"/>
                        <a:pt x="34" y="44"/>
                        <a:pt x="31" y="39"/>
                      </a:cubicBezTo>
                      <a:cubicBezTo>
                        <a:pt x="28" y="34"/>
                        <a:pt x="25" y="29"/>
                        <a:pt x="29" y="23"/>
                      </a:cubicBezTo>
                      <a:cubicBezTo>
                        <a:pt x="31" y="20"/>
                        <a:pt x="31" y="17"/>
                        <a:pt x="33" y="14"/>
                      </a:cubicBezTo>
                      <a:cubicBezTo>
                        <a:pt x="34" y="12"/>
                        <a:pt x="35" y="9"/>
                        <a:pt x="36" y="9"/>
                      </a:cubicBezTo>
                      <a:cubicBezTo>
                        <a:pt x="38" y="10"/>
                        <a:pt x="40" y="11"/>
                        <a:pt x="42" y="13"/>
                      </a:cubicBezTo>
                      <a:cubicBezTo>
                        <a:pt x="42" y="13"/>
                        <a:pt x="43" y="15"/>
                        <a:pt x="44" y="16"/>
                      </a:cubicBezTo>
                      <a:cubicBezTo>
                        <a:pt x="48" y="13"/>
                        <a:pt x="52" y="11"/>
                        <a:pt x="57" y="14"/>
                      </a:cubicBezTo>
                      <a:cubicBezTo>
                        <a:pt x="58" y="15"/>
                        <a:pt x="61" y="13"/>
                        <a:pt x="62" y="11"/>
                      </a:cubicBezTo>
                      <a:cubicBezTo>
                        <a:pt x="69" y="5"/>
                        <a:pt x="75" y="0"/>
                        <a:pt x="84" y="0"/>
                      </a:cubicBezTo>
                      <a:cubicBezTo>
                        <a:pt x="89" y="0"/>
                        <a:pt x="93" y="2"/>
                        <a:pt x="96" y="7"/>
                      </a:cubicBezTo>
                      <a:cubicBezTo>
                        <a:pt x="99" y="11"/>
                        <a:pt x="98" y="15"/>
                        <a:pt x="96" y="20"/>
                      </a:cubicBezTo>
                      <a:cubicBezTo>
                        <a:pt x="91" y="27"/>
                        <a:pt x="87" y="35"/>
                        <a:pt x="83" y="43"/>
                      </a:cubicBezTo>
                      <a:cubicBezTo>
                        <a:pt x="88" y="43"/>
                        <a:pt x="91" y="44"/>
                        <a:pt x="94" y="44"/>
                      </a:cubicBezTo>
                      <a:cubicBezTo>
                        <a:pt x="105" y="46"/>
                        <a:pt x="115" y="50"/>
                        <a:pt x="122" y="59"/>
                      </a:cubicBezTo>
                      <a:cubicBezTo>
                        <a:pt x="128" y="65"/>
                        <a:pt x="127" y="68"/>
                        <a:pt x="120" y="73"/>
                      </a:cubicBezTo>
                      <a:cubicBezTo>
                        <a:pt x="113" y="77"/>
                        <a:pt x="105" y="77"/>
                        <a:pt x="98" y="73"/>
                      </a:cubicBezTo>
                      <a:cubicBezTo>
                        <a:pt x="95" y="71"/>
                        <a:pt x="95" y="69"/>
                        <a:pt x="97" y="66"/>
                      </a:cubicBezTo>
                      <a:cubicBezTo>
                        <a:pt x="98" y="64"/>
                        <a:pt x="100" y="61"/>
                        <a:pt x="101" y="5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5" name="Freeform 8">
                  <a:extLst>
                    <a:ext uri="{FF2B5EF4-FFF2-40B4-BE49-F238E27FC236}">
                      <a16:creationId xmlns:a16="http://schemas.microsoft.com/office/drawing/2014/main" id="{68AB8704-3F31-41E0-B209-31D0A83BAA2E}"/>
                    </a:ext>
                  </a:extLst>
                </p:cNvPr>
                <p:cNvSpPr>
                  <a:spLocks/>
                </p:cNvSpPr>
                <p:nvPr/>
              </p:nvSpPr>
              <p:spPr bwMode="auto">
                <a:xfrm>
                  <a:off x="5664200" y="2355851"/>
                  <a:ext cx="341313" cy="407988"/>
                </a:xfrm>
                <a:custGeom>
                  <a:avLst/>
                  <a:gdLst>
                    <a:gd name="T0" fmla="*/ 46 w 80"/>
                    <a:gd name="T1" fmla="*/ 29 h 96"/>
                    <a:gd name="T2" fmla="*/ 65 w 80"/>
                    <a:gd name="T3" fmla="*/ 29 h 96"/>
                    <a:gd name="T4" fmla="*/ 79 w 80"/>
                    <a:gd name="T5" fmla="*/ 41 h 96"/>
                    <a:gd name="T6" fmla="*/ 74 w 80"/>
                    <a:gd name="T7" fmla="*/ 43 h 96"/>
                    <a:gd name="T8" fmla="*/ 60 w 80"/>
                    <a:gd name="T9" fmla="*/ 43 h 96"/>
                    <a:gd name="T10" fmla="*/ 52 w 80"/>
                    <a:gd name="T11" fmla="*/ 50 h 96"/>
                    <a:gd name="T12" fmla="*/ 49 w 80"/>
                    <a:gd name="T13" fmla="*/ 87 h 96"/>
                    <a:gd name="T14" fmla="*/ 37 w 80"/>
                    <a:gd name="T15" fmla="*/ 95 h 96"/>
                    <a:gd name="T16" fmla="*/ 21 w 80"/>
                    <a:gd name="T17" fmla="*/ 68 h 96"/>
                    <a:gd name="T18" fmla="*/ 22 w 80"/>
                    <a:gd name="T19" fmla="*/ 62 h 96"/>
                    <a:gd name="T20" fmla="*/ 30 w 80"/>
                    <a:gd name="T21" fmla="*/ 72 h 96"/>
                    <a:gd name="T22" fmla="*/ 40 w 80"/>
                    <a:gd name="T23" fmla="*/ 70 h 96"/>
                    <a:gd name="T24" fmla="*/ 43 w 80"/>
                    <a:gd name="T25" fmla="*/ 46 h 96"/>
                    <a:gd name="T26" fmla="*/ 24 w 80"/>
                    <a:gd name="T27" fmla="*/ 52 h 96"/>
                    <a:gd name="T28" fmla="*/ 19 w 80"/>
                    <a:gd name="T29" fmla="*/ 54 h 96"/>
                    <a:gd name="T30" fmla="*/ 6 w 80"/>
                    <a:gd name="T31" fmla="*/ 54 h 96"/>
                    <a:gd name="T32" fmla="*/ 2 w 80"/>
                    <a:gd name="T33" fmla="*/ 40 h 96"/>
                    <a:gd name="T34" fmla="*/ 6 w 80"/>
                    <a:gd name="T35" fmla="*/ 37 h 96"/>
                    <a:gd name="T36" fmla="*/ 28 w 80"/>
                    <a:gd name="T37" fmla="*/ 33 h 96"/>
                    <a:gd name="T38" fmla="*/ 33 w 80"/>
                    <a:gd name="T39" fmla="*/ 32 h 96"/>
                    <a:gd name="T40" fmla="*/ 36 w 80"/>
                    <a:gd name="T41" fmla="*/ 22 h 96"/>
                    <a:gd name="T42" fmla="*/ 46 w 80"/>
                    <a:gd name="T43" fmla="*/ 12 h 96"/>
                    <a:gd name="T44" fmla="*/ 45 w 80"/>
                    <a:gd name="T45" fmla="*/ 10 h 96"/>
                    <a:gd name="T46" fmla="*/ 26 w 80"/>
                    <a:gd name="T47" fmla="*/ 17 h 96"/>
                    <a:gd name="T48" fmla="*/ 15 w 80"/>
                    <a:gd name="T49" fmla="*/ 24 h 96"/>
                    <a:gd name="T50" fmla="*/ 5 w 80"/>
                    <a:gd name="T51" fmla="*/ 22 h 96"/>
                    <a:gd name="T52" fmla="*/ 1 w 80"/>
                    <a:gd name="T53" fmla="*/ 17 h 96"/>
                    <a:gd name="T54" fmla="*/ 36 w 80"/>
                    <a:gd name="T55" fmla="*/ 2 h 96"/>
                    <a:gd name="T56" fmla="*/ 55 w 80"/>
                    <a:gd name="T57" fmla="*/ 0 h 96"/>
                    <a:gd name="T58" fmla="*/ 61 w 80"/>
                    <a:gd name="T59" fmla="*/ 6 h 96"/>
                    <a:gd name="T60" fmla="*/ 59 w 80"/>
                    <a:gd name="T61" fmla="*/ 13 h 96"/>
                    <a:gd name="T62" fmla="*/ 46 w 80"/>
                    <a:gd name="T63" fmla="*/ 29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 h="96">
                      <a:moveTo>
                        <a:pt x="46" y="29"/>
                      </a:moveTo>
                      <a:cubicBezTo>
                        <a:pt x="53" y="30"/>
                        <a:pt x="59" y="31"/>
                        <a:pt x="65" y="29"/>
                      </a:cubicBezTo>
                      <a:cubicBezTo>
                        <a:pt x="71" y="27"/>
                        <a:pt x="80" y="34"/>
                        <a:pt x="79" y="41"/>
                      </a:cubicBezTo>
                      <a:cubicBezTo>
                        <a:pt x="79" y="42"/>
                        <a:pt x="76" y="43"/>
                        <a:pt x="74" y="43"/>
                      </a:cubicBezTo>
                      <a:cubicBezTo>
                        <a:pt x="70" y="43"/>
                        <a:pt x="65" y="43"/>
                        <a:pt x="60" y="43"/>
                      </a:cubicBezTo>
                      <a:cubicBezTo>
                        <a:pt x="53" y="42"/>
                        <a:pt x="52" y="44"/>
                        <a:pt x="52" y="50"/>
                      </a:cubicBezTo>
                      <a:cubicBezTo>
                        <a:pt x="51" y="62"/>
                        <a:pt x="51" y="75"/>
                        <a:pt x="49" y="87"/>
                      </a:cubicBezTo>
                      <a:cubicBezTo>
                        <a:pt x="48" y="95"/>
                        <a:pt x="45" y="96"/>
                        <a:pt x="37" y="95"/>
                      </a:cubicBezTo>
                      <a:cubicBezTo>
                        <a:pt x="25" y="92"/>
                        <a:pt x="15" y="82"/>
                        <a:pt x="21" y="68"/>
                      </a:cubicBezTo>
                      <a:cubicBezTo>
                        <a:pt x="21" y="66"/>
                        <a:pt x="21" y="64"/>
                        <a:pt x="22" y="62"/>
                      </a:cubicBezTo>
                      <a:cubicBezTo>
                        <a:pt x="24" y="65"/>
                        <a:pt x="27" y="69"/>
                        <a:pt x="30" y="72"/>
                      </a:cubicBezTo>
                      <a:cubicBezTo>
                        <a:pt x="33" y="76"/>
                        <a:pt x="39" y="75"/>
                        <a:pt x="40" y="70"/>
                      </a:cubicBezTo>
                      <a:cubicBezTo>
                        <a:pt x="41" y="62"/>
                        <a:pt x="42" y="54"/>
                        <a:pt x="43" y="46"/>
                      </a:cubicBezTo>
                      <a:cubicBezTo>
                        <a:pt x="35" y="45"/>
                        <a:pt x="30" y="49"/>
                        <a:pt x="24" y="52"/>
                      </a:cubicBezTo>
                      <a:cubicBezTo>
                        <a:pt x="22" y="52"/>
                        <a:pt x="21" y="54"/>
                        <a:pt x="19" y="54"/>
                      </a:cubicBezTo>
                      <a:cubicBezTo>
                        <a:pt x="14" y="58"/>
                        <a:pt x="11" y="57"/>
                        <a:pt x="6" y="54"/>
                      </a:cubicBezTo>
                      <a:cubicBezTo>
                        <a:pt x="3" y="51"/>
                        <a:pt x="0" y="44"/>
                        <a:pt x="2" y="40"/>
                      </a:cubicBezTo>
                      <a:cubicBezTo>
                        <a:pt x="2" y="39"/>
                        <a:pt x="5" y="37"/>
                        <a:pt x="6" y="37"/>
                      </a:cubicBezTo>
                      <a:cubicBezTo>
                        <a:pt x="14" y="39"/>
                        <a:pt x="20" y="35"/>
                        <a:pt x="28" y="33"/>
                      </a:cubicBezTo>
                      <a:cubicBezTo>
                        <a:pt x="29" y="33"/>
                        <a:pt x="31" y="32"/>
                        <a:pt x="33" y="32"/>
                      </a:cubicBezTo>
                      <a:cubicBezTo>
                        <a:pt x="31" y="27"/>
                        <a:pt x="31" y="24"/>
                        <a:pt x="36" y="22"/>
                      </a:cubicBezTo>
                      <a:cubicBezTo>
                        <a:pt x="39" y="19"/>
                        <a:pt x="42" y="15"/>
                        <a:pt x="46" y="12"/>
                      </a:cubicBezTo>
                      <a:cubicBezTo>
                        <a:pt x="45" y="11"/>
                        <a:pt x="45" y="11"/>
                        <a:pt x="45" y="10"/>
                      </a:cubicBezTo>
                      <a:cubicBezTo>
                        <a:pt x="38" y="13"/>
                        <a:pt x="32" y="15"/>
                        <a:pt x="26" y="17"/>
                      </a:cubicBezTo>
                      <a:cubicBezTo>
                        <a:pt x="22" y="19"/>
                        <a:pt x="18" y="22"/>
                        <a:pt x="15" y="24"/>
                      </a:cubicBezTo>
                      <a:cubicBezTo>
                        <a:pt x="11" y="26"/>
                        <a:pt x="7" y="27"/>
                        <a:pt x="5" y="22"/>
                      </a:cubicBezTo>
                      <a:cubicBezTo>
                        <a:pt x="4" y="20"/>
                        <a:pt x="3" y="19"/>
                        <a:pt x="1" y="17"/>
                      </a:cubicBezTo>
                      <a:cubicBezTo>
                        <a:pt x="13" y="12"/>
                        <a:pt x="25" y="6"/>
                        <a:pt x="36" y="2"/>
                      </a:cubicBezTo>
                      <a:cubicBezTo>
                        <a:pt x="42" y="0"/>
                        <a:pt x="49" y="0"/>
                        <a:pt x="55" y="0"/>
                      </a:cubicBezTo>
                      <a:cubicBezTo>
                        <a:pt x="57" y="0"/>
                        <a:pt x="60" y="4"/>
                        <a:pt x="61" y="6"/>
                      </a:cubicBezTo>
                      <a:cubicBezTo>
                        <a:pt x="62" y="8"/>
                        <a:pt x="61" y="11"/>
                        <a:pt x="59" y="13"/>
                      </a:cubicBezTo>
                      <a:cubicBezTo>
                        <a:pt x="55" y="18"/>
                        <a:pt x="51" y="23"/>
                        <a:pt x="46"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50" name="组合 49">
                <a:extLst>
                  <a:ext uri="{FF2B5EF4-FFF2-40B4-BE49-F238E27FC236}">
                    <a16:creationId xmlns:a16="http://schemas.microsoft.com/office/drawing/2014/main" id="{B92E7EB9-3312-4310-B5FA-50F0FA6CFB99}"/>
                  </a:ext>
                </a:extLst>
              </p:cNvPr>
              <p:cNvGrpSpPr/>
              <p:nvPr/>
            </p:nvGrpSpPr>
            <p:grpSpPr>
              <a:xfrm>
                <a:off x="11192276" y="2400300"/>
                <a:ext cx="322175" cy="373063"/>
                <a:chOff x="3792874" y="3138488"/>
                <a:chExt cx="322175" cy="373063"/>
              </a:xfrm>
              <a:grpFill/>
            </p:grpSpPr>
            <p:sp>
              <p:nvSpPr>
                <p:cNvPr id="51" name="Freeform 15">
                  <a:extLst>
                    <a:ext uri="{FF2B5EF4-FFF2-40B4-BE49-F238E27FC236}">
                      <a16:creationId xmlns:a16="http://schemas.microsoft.com/office/drawing/2014/main" id="{4A24723D-38DD-4916-B1AF-76A903317407}"/>
                    </a:ext>
                  </a:extLst>
                </p:cNvPr>
                <p:cNvSpPr>
                  <a:spLocks/>
                </p:cNvSpPr>
                <p:nvPr/>
              </p:nvSpPr>
              <p:spPr bwMode="auto">
                <a:xfrm>
                  <a:off x="3792874" y="3235325"/>
                  <a:ext cx="112625" cy="246063"/>
                </a:xfrm>
                <a:custGeom>
                  <a:avLst/>
                  <a:gdLst>
                    <a:gd name="T0" fmla="*/ 16 w 39"/>
                    <a:gd name="T1" fmla="*/ 29 h 58"/>
                    <a:gd name="T2" fmla="*/ 27 w 39"/>
                    <a:gd name="T3" fmla="*/ 7 h 58"/>
                    <a:gd name="T4" fmla="*/ 31 w 39"/>
                    <a:gd name="T5" fmla="*/ 1 h 58"/>
                    <a:gd name="T6" fmla="*/ 34 w 39"/>
                    <a:gd name="T7" fmla="*/ 6 h 58"/>
                    <a:gd name="T8" fmla="*/ 35 w 39"/>
                    <a:gd name="T9" fmla="*/ 26 h 58"/>
                    <a:gd name="T10" fmla="*/ 20 w 39"/>
                    <a:gd name="T11" fmla="*/ 52 h 58"/>
                    <a:gd name="T12" fmla="*/ 9 w 39"/>
                    <a:gd name="T13" fmla="*/ 57 h 58"/>
                    <a:gd name="T14" fmla="*/ 1 w 39"/>
                    <a:gd name="T15" fmla="*/ 43 h 58"/>
                    <a:gd name="T16" fmla="*/ 4 w 39"/>
                    <a:gd name="T17" fmla="*/ 6 h 58"/>
                    <a:gd name="T18" fmla="*/ 8 w 39"/>
                    <a:gd name="T19" fmla="*/ 0 h 58"/>
                    <a:gd name="T20" fmla="*/ 15 w 39"/>
                    <a:gd name="T21" fmla="*/ 6 h 58"/>
                    <a:gd name="T22" fmla="*/ 14 w 39"/>
                    <a:gd name="T23" fmla="*/ 20 h 58"/>
                    <a:gd name="T24" fmla="*/ 14 w 39"/>
                    <a:gd name="T25" fmla="*/ 28 h 58"/>
                    <a:gd name="T26" fmla="*/ 16 w 39"/>
                    <a:gd name="T27" fmla="*/ 29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9" h="58">
                      <a:moveTo>
                        <a:pt x="16" y="29"/>
                      </a:moveTo>
                      <a:cubicBezTo>
                        <a:pt x="19" y="21"/>
                        <a:pt x="23" y="14"/>
                        <a:pt x="27" y="7"/>
                      </a:cubicBezTo>
                      <a:cubicBezTo>
                        <a:pt x="28" y="5"/>
                        <a:pt x="29" y="3"/>
                        <a:pt x="31" y="1"/>
                      </a:cubicBezTo>
                      <a:cubicBezTo>
                        <a:pt x="32" y="3"/>
                        <a:pt x="33" y="4"/>
                        <a:pt x="34" y="6"/>
                      </a:cubicBezTo>
                      <a:cubicBezTo>
                        <a:pt x="37" y="12"/>
                        <a:pt x="39" y="19"/>
                        <a:pt x="35" y="26"/>
                      </a:cubicBezTo>
                      <a:cubicBezTo>
                        <a:pt x="30" y="34"/>
                        <a:pt x="25" y="43"/>
                        <a:pt x="20" y="52"/>
                      </a:cubicBezTo>
                      <a:cubicBezTo>
                        <a:pt x="18" y="56"/>
                        <a:pt x="12" y="58"/>
                        <a:pt x="9" y="57"/>
                      </a:cubicBezTo>
                      <a:cubicBezTo>
                        <a:pt x="2" y="54"/>
                        <a:pt x="0" y="50"/>
                        <a:pt x="1" y="43"/>
                      </a:cubicBezTo>
                      <a:cubicBezTo>
                        <a:pt x="2" y="31"/>
                        <a:pt x="3" y="18"/>
                        <a:pt x="4" y="6"/>
                      </a:cubicBezTo>
                      <a:cubicBezTo>
                        <a:pt x="4" y="4"/>
                        <a:pt x="4" y="0"/>
                        <a:pt x="8" y="0"/>
                      </a:cubicBezTo>
                      <a:cubicBezTo>
                        <a:pt x="11" y="0"/>
                        <a:pt x="15" y="1"/>
                        <a:pt x="15" y="6"/>
                      </a:cubicBezTo>
                      <a:cubicBezTo>
                        <a:pt x="15" y="10"/>
                        <a:pt x="14" y="15"/>
                        <a:pt x="14" y="20"/>
                      </a:cubicBezTo>
                      <a:cubicBezTo>
                        <a:pt x="14" y="23"/>
                        <a:pt x="14" y="25"/>
                        <a:pt x="14" y="28"/>
                      </a:cubicBezTo>
                      <a:cubicBezTo>
                        <a:pt x="14" y="28"/>
                        <a:pt x="15" y="28"/>
                        <a:pt x="16"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2" name="Freeform 16">
                  <a:extLst>
                    <a:ext uri="{FF2B5EF4-FFF2-40B4-BE49-F238E27FC236}">
                      <a16:creationId xmlns:a16="http://schemas.microsoft.com/office/drawing/2014/main" id="{FB4C6AFE-87EF-4FB7-829C-F7529116EE44}"/>
                    </a:ext>
                  </a:extLst>
                </p:cNvPr>
                <p:cNvSpPr>
                  <a:spLocks/>
                </p:cNvSpPr>
                <p:nvPr/>
              </p:nvSpPr>
              <p:spPr bwMode="auto">
                <a:xfrm>
                  <a:off x="3980111" y="3138488"/>
                  <a:ext cx="134938" cy="373063"/>
                </a:xfrm>
                <a:custGeom>
                  <a:avLst/>
                  <a:gdLst>
                    <a:gd name="T0" fmla="*/ 9 w 47"/>
                    <a:gd name="T1" fmla="*/ 73 h 88"/>
                    <a:gd name="T2" fmla="*/ 3 w 47"/>
                    <a:gd name="T3" fmla="*/ 67 h 88"/>
                    <a:gd name="T4" fmla="*/ 3 w 47"/>
                    <a:gd name="T5" fmla="*/ 57 h 88"/>
                    <a:gd name="T6" fmla="*/ 20 w 47"/>
                    <a:gd name="T7" fmla="*/ 38 h 88"/>
                    <a:gd name="T8" fmla="*/ 33 w 47"/>
                    <a:gd name="T9" fmla="*/ 20 h 88"/>
                    <a:gd name="T10" fmla="*/ 33 w 47"/>
                    <a:gd name="T11" fmla="*/ 4 h 88"/>
                    <a:gd name="T12" fmla="*/ 32 w 47"/>
                    <a:gd name="T13" fmla="*/ 1 h 88"/>
                    <a:gd name="T14" fmla="*/ 33 w 47"/>
                    <a:gd name="T15" fmla="*/ 0 h 88"/>
                    <a:gd name="T16" fmla="*/ 41 w 47"/>
                    <a:gd name="T17" fmla="*/ 6 h 88"/>
                    <a:gd name="T18" fmla="*/ 43 w 47"/>
                    <a:gd name="T19" fmla="*/ 26 h 88"/>
                    <a:gd name="T20" fmla="*/ 29 w 47"/>
                    <a:gd name="T21" fmla="*/ 48 h 88"/>
                    <a:gd name="T22" fmla="*/ 30 w 47"/>
                    <a:gd name="T23" fmla="*/ 52 h 88"/>
                    <a:gd name="T24" fmla="*/ 40 w 47"/>
                    <a:gd name="T25" fmla="*/ 73 h 88"/>
                    <a:gd name="T26" fmla="*/ 41 w 47"/>
                    <a:gd name="T27" fmla="*/ 84 h 88"/>
                    <a:gd name="T28" fmla="*/ 37 w 47"/>
                    <a:gd name="T29" fmla="*/ 86 h 88"/>
                    <a:gd name="T30" fmla="*/ 31 w 47"/>
                    <a:gd name="T31" fmla="*/ 75 h 88"/>
                    <a:gd name="T32" fmla="*/ 28 w 47"/>
                    <a:gd name="T33" fmla="*/ 60 h 88"/>
                    <a:gd name="T34" fmla="*/ 22 w 47"/>
                    <a:gd name="T35" fmla="*/ 59 h 88"/>
                    <a:gd name="T36" fmla="*/ 9 w 47"/>
                    <a:gd name="T37" fmla="*/ 73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7" h="88">
                      <a:moveTo>
                        <a:pt x="9" y="73"/>
                      </a:moveTo>
                      <a:cubicBezTo>
                        <a:pt x="7" y="71"/>
                        <a:pt x="5" y="69"/>
                        <a:pt x="3" y="67"/>
                      </a:cubicBezTo>
                      <a:cubicBezTo>
                        <a:pt x="1" y="64"/>
                        <a:pt x="0" y="61"/>
                        <a:pt x="3" y="57"/>
                      </a:cubicBezTo>
                      <a:cubicBezTo>
                        <a:pt x="9" y="51"/>
                        <a:pt x="14" y="45"/>
                        <a:pt x="20" y="38"/>
                      </a:cubicBezTo>
                      <a:cubicBezTo>
                        <a:pt x="24" y="32"/>
                        <a:pt x="28" y="26"/>
                        <a:pt x="33" y="20"/>
                      </a:cubicBezTo>
                      <a:cubicBezTo>
                        <a:pt x="36" y="15"/>
                        <a:pt x="36" y="9"/>
                        <a:pt x="33" y="4"/>
                      </a:cubicBezTo>
                      <a:cubicBezTo>
                        <a:pt x="32" y="3"/>
                        <a:pt x="32" y="2"/>
                        <a:pt x="32" y="1"/>
                      </a:cubicBezTo>
                      <a:cubicBezTo>
                        <a:pt x="32" y="1"/>
                        <a:pt x="33" y="0"/>
                        <a:pt x="33" y="0"/>
                      </a:cubicBezTo>
                      <a:cubicBezTo>
                        <a:pt x="36" y="2"/>
                        <a:pt x="39" y="4"/>
                        <a:pt x="41" y="6"/>
                      </a:cubicBezTo>
                      <a:cubicBezTo>
                        <a:pt x="46" y="11"/>
                        <a:pt x="47" y="20"/>
                        <a:pt x="43" y="26"/>
                      </a:cubicBezTo>
                      <a:cubicBezTo>
                        <a:pt x="39" y="33"/>
                        <a:pt x="34" y="40"/>
                        <a:pt x="29" y="48"/>
                      </a:cubicBezTo>
                      <a:cubicBezTo>
                        <a:pt x="29" y="49"/>
                        <a:pt x="29" y="52"/>
                        <a:pt x="30" y="52"/>
                      </a:cubicBezTo>
                      <a:cubicBezTo>
                        <a:pt x="38" y="57"/>
                        <a:pt x="38" y="65"/>
                        <a:pt x="40" y="73"/>
                      </a:cubicBezTo>
                      <a:cubicBezTo>
                        <a:pt x="41" y="76"/>
                        <a:pt x="41" y="80"/>
                        <a:pt x="41" y="84"/>
                      </a:cubicBezTo>
                      <a:cubicBezTo>
                        <a:pt x="41" y="87"/>
                        <a:pt x="39" y="88"/>
                        <a:pt x="37" y="86"/>
                      </a:cubicBezTo>
                      <a:cubicBezTo>
                        <a:pt x="33" y="83"/>
                        <a:pt x="31" y="81"/>
                        <a:pt x="31" y="75"/>
                      </a:cubicBezTo>
                      <a:cubicBezTo>
                        <a:pt x="31" y="70"/>
                        <a:pt x="30" y="65"/>
                        <a:pt x="28" y="60"/>
                      </a:cubicBezTo>
                      <a:cubicBezTo>
                        <a:pt x="27" y="55"/>
                        <a:pt x="25" y="56"/>
                        <a:pt x="22" y="59"/>
                      </a:cubicBezTo>
                      <a:cubicBezTo>
                        <a:pt x="18" y="64"/>
                        <a:pt x="14" y="68"/>
                        <a:pt x="9"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3" name="Freeform 17">
                  <a:extLst>
                    <a:ext uri="{FF2B5EF4-FFF2-40B4-BE49-F238E27FC236}">
                      <a16:creationId xmlns:a16="http://schemas.microsoft.com/office/drawing/2014/main" id="{7BBE01C1-D3BA-489E-BE5E-C63059DA7AF9}"/>
                    </a:ext>
                  </a:extLst>
                </p:cNvPr>
                <p:cNvSpPr>
                  <a:spLocks/>
                </p:cNvSpPr>
                <p:nvPr/>
              </p:nvSpPr>
              <p:spPr bwMode="auto">
                <a:xfrm>
                  <a:off x="3872924" y="3138488"/>
                  <a:ext cx="75438" cy="79375"/>
                </a:xfrm>
                <a:custGeom>
                  <a:avLst/>
                  <a:gdLst>
                    <a:gd name="T0" fmla="*/ 0 w 26"/>
                    <a:gd name="T1" fmla="*/ 0 h 19"/>
                    <a:gd name="T2" fmla="*/ 20 w 26"/>
                    <a:gd name="T3" fmla="*/ 1 h 19"/>
                    <a:gd name="T4" fmla="*/ 23 w 26"/>
                    <a:gd name="T5" fmla="*/ 12 h 19"/>
                    <a:gd name="T6" fmla="*/ 12 w 26"/>
                    <a:gd name="T7" fmla="*/ 18 h 19"/>
                    <a:gd name="T8" fmla="*/ 3 w 26"/>
                    <a:gd name="T9" fmla="*/ 11 h 19"/>
                    <a:gd name="T10" fmla="*/ 0 w 26"/>
                    <a:gd name="T11" fmla="*/ 0 h 19"/>
                  </a:gdLst>
                  <a:ahLst/>
                  <a:cxnLst>
                    <a:cxn ang="0">
                      <a:pos x="T0" y="T1"/>
                    </a:cxn>
                    <a:cxn ang="0">
                      <a:pos x="T2" y="T3"/>
                    </a:cxn>
                    <a:cxn ang="0">
                      <a:pos x="T4" y="T5"/>
                    </a:cxn>
                    <a:cxn ang="0">
                      <a:pos x="T6" y="T7"/>
                    </a:cxn>
                    <a:cxn ang="0">
                      <a:pos x="T8" y="T9"/>
                    </a:cxn>
                    <a:cxn ang="0">
                      <a:pos x="T10" y="T11"/>
                    </a:cxn>
                  </a:cxnLst>
                  <a:rect l="0" t="0" r="r" b="b"/>
                  <a:pathLst>
                    <a:path w="26" h="19">
                      <a:moveTo>
                        <a:pt x="0" y="0"/>
                      </a:moveTo>
                      <a:cubicBezTo>
                        <a:pt x="8" y="1"/>
                        <a:pt x="14" y="1"/>
                        <a:pt x="20" y="1"/>
                      </a:cubicBezTo>
                      <a:cubicBezTo>
                        <a:pt x="24" y="1"/>
                        <a:pt x="26" y="8"/>
                        <a:pt x="23" y="12"/>
                      </a:cubicBezTo>
                      <a:cubicBezTo>
                        <a:pt x="21" y="16"/>
                        <a:pt x="17" y="19"/>
                        <a:pt x="12" y="18"/>
                      </a:cubicBezTo>
                      <a:cubicBezTo>
                        <a:pt x="8" y="18"/>
                        <a:pt x="5" y="15"/>
                        <a:pt x="3" y="11"/>
                      </a:cubicBezTo>
                      <a:cubicBezTo>
                        <a:pt x="2" y="8"/>
                        <a:pt x="1" y="4"/>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grpSp>
          <p:nvGrpSpPr>
            <p:cNvPr id="34" name="组合 33">
              <a:extLst>
                <a:ext uri="{FF2B5EF4-FFF2-40B4-BE49-F238E27FC236}">
                  <a16:creationId xmlns:a16="http://schemas.microsoft.com/office/drawing/2014/main" id="{E582171C-E91E-4DDB-B720-D9EDE8C54B5C}"/>
                </a:ext>
              </a:extLst>
            </p:cNvPr>
            <p:cNvGrpSpPr/>
            <p:nvPr/>
          </p:nvGrpSpPr>
          <p:grpSpPr>
            <a:xfrm>
              <a:off x="598941" y="6399999"/>
              <a:ext cx="1102619" cy="276499"/>
              <a:chOff x="6738929" y="2270918"/>
              <a:chExt cx="2766486" cy="693738"/>
            </a:xfrm>
            <a:grpFill/>
          </p:grpSpPr>
          <p:grpSp>
            <p:nvGrpSpPr>
              <p:cNvPr id="35" name="组合 34">
                <a:extLst>
                  <a:ext uri="{FF2B5EF4-FFF2-40B4-BE49-F238E27FC236}">
                    <a16:creationId xmlns:a16="http://schemas.microsoft.com/office/drawing/2014/main" id="{4EB45816-40C4-4065-9181-C29D2BECD84E}"/>
                  </a:ext>
                </a:extLst>
              </p:cNvPr>
              <p:cNvGrpSpPr/>
              <p:nvPr/>
            </p:nvGrpSpPr>
            <p:grpSpPr>
              <a:xfrm>
                <a:off x="8180494" y="2355056"/>
                <a:ext cx="484188" cy="509588"/>
                <a:chOff x="6113463" y="3541713"/>
                <a:chExt cx="484188" cy="509588"/>
              </a:xfrm>
              <a:grpFill/>
            </p:grpSpPr>
            <p:sp>
              <p:nvSpPr>
                <p:cNvPr id="45" name="Freeform 9">
                  <a:extLst>
                    <a:ext uri="{FF2B5EF4-FFF2-40B4-BE49-F238E27FC236}">
                      <a16:creationId xmlns:a16="http://schemas.microsoft.com/office/drawing/2014/main" id="{70888479-5294-457A-8111-462CE4F104F2}"/>
                    </a:ext>
                  </a:extLst>
                </p:cNvPr>
                <p:cNvSpPr>
                  <a:spLocks noEditPoints="1"/>
                </p:cNvSpPr>
                <p:nvPr/>
              </p:nvSpPr>
              <p:spPr bwMode="auto">
                <a:xfrm>
                  <a:off x="6113463" y="3579813"/>
                  <a:ext cx="252413" cy="428625"/>
                </a:xfrm>
                <a:custGeom>
                  <a:avLst/>
                  <a:gdLst>
                    <a:gd name="T0" fmla="*/ 39 w 59"/>
                    <a:gd name="T1" fmla="*/ 78 h 101"/>
                    <a:gd name="T2" fmla="*/ 17 w 59"/>
                    <a:gd name="T3" fmla="*/ 94 h 101"/>
                    <a:gd name="T4" fmla="*/ 8 w 59"/>
                    <a:gd name="T5" fmla="*/ 94 h 101"/>
                    <a:gd name="T6" fmla="*/ 0 w 59"/>
                    <a:gd name="T7" fmla="*/ 79 h 101"/>
                    <a:gd name="T8" fmla="*/ 17 w 59"/>
                    <a:gd name="T9" fmla="*/ 73 h 101"/>
                    <a:gd name="T10" fmla="*/ 10 w 59"/>
                    <a:gd name="T11" fmla="*/ 68 h 101"/>
                    <a:gd name="T12" fmla="*/ 8 w 59"/>
                    <a:gd name="T13" fmla="*/ 60 h 101"/>
                    <a:gd name="T14" fmla="*/ 18 w 59"/>
                    <a:gd name="T15" fmla="*/ 23 h 101"/>
                    <a:gd name="T16" fmla="*/ 26 w 59"/>
                    <a:gd name="T17" fmla="*/ 17 h 101"/>
                    <a:gd name="T18" fmla="*/ 36 w 59"/>
                    <a:gd name="T19" fmla="*/ 26 h 101"/>
                    <a:gd name="T20" fmla="*/ 36 w 59"/>
                    <a:gd name="T21" fmla="*/ 27 h 101"/>
                    <a:gd name="T22" fmla="*/ 43 w 59"/>
                    <a:gd name="T23" fmla="*/ 40 h 101"/>
                    <a:gd name="T24" fmla="*/ 42 w 59"/>
                    <a:gd name="T25" fmla="*/ 12 h 101"/>
                    <a:gd name="T26" fmla="*/ 21 w 59"/>
                    <a:gd name="T27" fmla="*/ 5 h 101"/>
                    <a:gd name="T28" fmla="*/ 44 w 59"/>
                    <a:gd name="T29" fmla="*/ 1 h 101"/>
                    <a:gd name="T30" fmla="*/ 57 w 59"/>
                    <a:gd name="T31" fmla="*/ 17 h 101"/>
                    <a:gd name="T32" fmla="*/ 56 w 59"/>
                    <a:gd name="T33" fmla="*/ 48 h 101"/>
                    <a:gd name="T34" fmla="*/ 57 w 59"/>
                    <a:gd name="T35" fmla="*/ 55 h 101"/>
                    <a:gd name="T36" fmla="*/ 55 w 59"/>
                    <a:gd name="T37" fmla="*/ 64 h 101"/>
                    <a:gd name="T38" fmla="*/ 54 w 59"/>
                    <a:gd name="T39" fmla="*/ 71 h 101"/>
                    <a:gd name="T40" fmla="*/ 52 w 59"/>
                    <a:gd name="T41" fmla="*/ 95 h 101"/>
                    <a:gd name="T42" fmla="*/ 49 w 59"/>
                    <a:gd name="T43" fmla="*/ 101 h 101"/>
                    <a:gd name="T44" fmla="*/ 43 w 59"/>
                    <a:gd name="T45" fmla="*/ 98 h 101"/>
                    <a:gd name="T46" fmla="*/ 38 w 59"/>
                    <a:gd name="T47" fmla="*/ 86 h 101"/>
                    <a:gd name="T48" fmla="*/ 39 w 59"/>
                    <a:gd name="T49" fmla="*/ 78 h 101"/>
                    <a:gd name="T50" fmla="*/ 42 w 59"/>
                    <a:gd name="T51" fmla="*/ 47 h 101"/>
                    <a:gd name="T52" fmla="*/ 32 w 59"/>
                    <a:gd name="T53" fmla="*/ 44 h 101"/>
                    <a:gd name="T54" fmla="*/ 29 w 59"/>
                    <a:gd name="T55" fmla="*/ 64 h 101"/>
                    <a:gd name="T56" fmla="*/ 42 w 59"/>
                    <a:gd name="T57" fmla="*/ 4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9" h="101">
                      <a:moveTo>
                        <a:pt x="39" y="78"/>
                      </a:moveTo>
                      <a:cubicBezTo>
                        <a:pt x="31" y="84"/>
                        <a:pt x="24" y="89"/>
                        <a:pt x="17" y="94"/>
                      </a:cubicBezTo>
                      <a:cubicBezTo>
                        <a:pt x="14" y="97"/>
                        <a:pt x="11" y="96"/>
                        <a:pt x="8" y="94"/>
                      </a:cubicBezTo>
                      <a:cubicBezTo>
                        <a:pt x="4" y="90"/>
                        <a:pt x="0" y="86"/>
                        <a:pt x="0" y="79"/>
                      </a:cubicBezTo>
                      <a:cubicBezTo>
                        <a:pt x="6" y="82"/>
                        <a:pt x="12" y="80"/>
                        <a:pt x="17" y="73"/>
                      </a:cubicBezTo>
                      <a:cubicBezTo>
                        <a:pt x="15" y="72"/>
                        <a:pt x="13" y="70"/>
                        <a:pt x="10" y="68"/>
                      </a:cubicBezTo>
                      <a:cubicBezTo>
                        <a:pt x="7" y="66"/>
                        <a:pt x="7" y="63"/>
                        <a:pt x="8" y="60"/>
                      </a:cubicBezTo>
                      <a:cubicBezTo>
                        <a:pt x="11" y="48"/>
                        <a:pt x="15" y="36"/>
                        <a:pt x="18" y="23"/>
                      </a:cubicBezTo>
                      <a:cubicBezTo>
                        <a:pt x="19" y="20"/>
                        <a:pt x="20" y="16"/>
                        <a:pt x="26" y="17"/>
                      </a:cubicBezTo>
                      <a:cubicBezTo>
                        <a:pt x="32" y="18"/>
                        <a:pt x="36" y="21"/>
                        <a:pt x="36" y="26"/>
                      </a:cubicBezTo>
                      <a:cubicBezTo>
                        <a:pt x="36" y="26"/>
                        <a:pt x="36" y="27"/>
                        <a:pt x="36" y="27"/>
                      </a:cubicBezTo>
                      <a:cubicBezTo>
                        <a:pt x="35" y="33"/>
                        <a:pt x="38" y="37"/>
                        <a:pt x="43" y="40"/>
                      </a:cubicBezTo>
                      <a:cubicBezTo>
                        <a:pt x="43" y="31"/>
                        <a:pt x="42" y="22"/>
                        <a:pt x="42" y="12"/>
                      </a:cubicBezTo>
                      <a:cubicBezTo>
                        <a:pt x="30" y="16"/>
                        <a:pt x="20" y="12"/>
                        <a:pt x="21" y="5"/>
                      </a:cubicBezTo>
                      <a:cubicBezTo>
                        <a:pt x="29" y="3"/>
                        <a:pt x="36" y="1"/>
                        <a:pt x="44" y="1"/>
                      </a:cubicBezTo>
                      <a:cubicBezTo>
                        <a:pt x="54" y="0"/>
                        <a:pt x="59" y="8"/>
                        <a:pt x="57" y="17"/>
                      </a:cubicBezTo>
                      <a:cubicBezTo>
                        <a:pt x="56" y="27"/>
                        <a:pt x="56" y="38"/>
                        <a:pt x="56" y="48"/>
                      </a:cubicBezTo>
                      <a:cubicBezTo>
                        <a:pt x="56" y="50"/>
                        <a:pt x="57" y="52"/>
                        <a:pt x="57" y="55"/>
                      </a:cubicBezTo>
                      <a:cubicBezTo>
                        <a:pt x="57" y="58"/>
                        <a:pt x="56" y="61"/>
                        <a:pt x="55" y="64"/>
                      </a:cubicBezTo>
                      <a:cubicBezTo>
                        <a:pt x="55" y="66"/>
                        <a:pt x="54" y="68"/>
                        <a:pt x="54" y="71"/>
                      </a:cubicBezTo>
                      <a:cubicBezTo>
                        <a:pt x="53" y="79"/>
                        <a:pt x="53" y="87"/>
                        <a:pt x="52" y="95"/>
                      </a:cubicBezTo>
                      <a:cubicBezTo>
                        <a:pt x="52" y="97"/>
                        <a:pt x="51" y="100"/>
                        <a:pt x="49" y="101"/>
                      </a:cubicBezTo>
                      <a:cubicBezTo>
                        <a:pt x="47" y="101"/>
                        <a:pt x="44" y="100"/>
                        <a:pt x="43" y="98"/>
                      </a:cubicBezTo>
                      <a:cubicBezTo>
                        <a:pt x="39" y="95"/>
                        <a:pt x="36" y="92"/>
                        <a:pt x="38" y="86"/>
                      </a:cubicBezTo>
                      <a:cubicBezTo>
                        <a:pt x="39" y="84"/>
                        <a:pt x="39" y="81"/>
                        <a:pt x="39" y="78"/>
                      </a:cubicBezTo>
                      <a:close/>
                      <a:moveTo>
                        <a:pt x="42" y="47"/>
                      </a:moveTo>
                      <a:cubicBezTo>
                        <a:pt x="39" y="46"/>
                        <a:pt x="36" y="45"/>
                        <a:pt x="32" y="44"/>
                      </a:cubicBezTo>
                      <a:cubicBezTo>
                        <a:pt x="31" y="51"/>
                        <a:pt x="30" y="57"/>
                        <a:pt x="29" y="64"/>
                      </a:cubicBezTo>
                      <a:cubicBezTo>
                        <a:pt x="39" y="61"/>
                        <a:pt x="42" y="57"/>
                        <a:pt x="42" y="4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6" name="Freeform 10">
                  <a:extLst>
                    <a:ext uri="{FF2B5EF4-FFF2-40B4-BE49-F238E27FC236}">
                      <a16:creationId xmlns:a16="http://schemas.microsoft.com/office/drawing/2014/main" id="{3C581795-C09D-460E-9472-8181F266F0EF}"/>
                    </a:ext>
                  </a:extLst>
                </p:cNvPr>
                <p:cNvSpPr>
                  <a:spLocks noEditPoints="1"/>
                </p:cNvSpPr>
                <p:nvPr/>
              </p:nvSpPr>
              <p:spPr bwMode="auto">
                <a:xfrm>
                  <a:off x="6361113" y="3541713"/>
                  <a:ext cx="236538" cy="509588"/>
                </a:xfrm>
                <a:custGeom>
                  <a:avLst/>
                  <a:gdLst>
                    <a:gd name="T0" fmla="*/ 11 w 55"/>
                    <a:gd name="T1" fmla="*/ 89 h 120"/>
                    <a:gd name="T2" fmla="*/ 10 w 55"/>
                    <a:gd name="T3" fmla="*/ 100 h 120"/>
                    <a:gd name="T4" fmla="*/ 6 w 55"/>
                    <a:gd name="T5" fmla="*/ 104 h 120"/>
                    <a:gd name="T6" fmla="*/ 1 w 55"/>
                    <a:gd name="T7" fmla="*/ 99 h 120"/>
                    <a:gd name="T8" fmla="*/ 3 w 55"/>
                    <a:gd name="T9" fmla="*/ 84 h 120"/>
                    <a:gd name="T10" fmla="*/ 14 w 55"/>
                    <a:gd name="T11" fmla="*/ 37 h 120"/>
                    <a:gd name="T12" fmla="*/ 22 w 55"/>
                    <a:gd name="T13" fmla="*/ 11 h 120"/>
                    <a:gd name="T14" fmla="*/ 26 w 55"/>
                    <a:gd name="T15" fmla="*/ 19 h 120"/>
                    <a:gd name="T16" fmla="*/ 20 w 55"/>
                    <a:gd name="T17" fmla="*/ 40 h 120"/>
                    <a:gd name="T18" fmla="*/ 27 w 55"/>
                    <a:gd name="T19" fmla="*/ 35 h 120"/>
                    <a:gd name="T20" fmla="*/ 35 w 55"/>
                    <a:gd name="T21" fmla="*/ 30 h 120"/>
                    <a:gd name="T22" fmla="*/ 33 w 55"/>
                    <a:gd name="T23" fmla="*/ 9 h 120"/>
                    <a:gd name="T24" fmla="*/ 28 w 55"/>
                    <a:gd name="T25" fmla="*/ 8 h 120"/>
                    <a:gd name="T26" fmla="*/ 19 w 55"/>
                    <a:gd name="T27" fmla="*/ 12 h 120"/>
                    <a:gd name="T28" fmla="*/ 12 w 55"/>
                    <a:gd name="T29" fmla="*/ 15 h 120"/>
                    <a:gd name="T30" fmla="*/ 9 w 55"/>
                    <a:gd name="T31" fmla="*/ 11 h 120"/>
                    <a:gd name="T32" fmla="*/ 11 w 55"/>
                    <a:gd name="T33" fmla="*/ 8 h 120"/>
                    <a:gd name="T34" fmla="*/ 31 w 55"/>
                    <a:gd name="T35" fmla="*/ 0 h 120"/>
                    <a:gd name="T36" fmla="*/ 45 w 55"/>
                    <a:gd name="T37" fmla="*/ 15 h 120"/>
                    <a:gd name="T38" fmla="*/ 44 w 55"/>
                    <a:gd name="T39" fmla="*/ 46 h 120"/>
                    <a:gd name="T40" fmla="*/ 48 w 55"/>
                    <a:gd name="T41" fmla="*/ 54 h 120"/>
                    <a:gd name="T42" fmla="*/ 48 w 55"/>
                    <a:gd name="T43" fmla="*/ 71 h 120"/>
                    <a:gd name="T44" fmla="*/ 44 w 55"/>
                    <a:gd name="T45" fmla="*/ 77 h 120"/>
                    <a:gd name="T46" fmla="*/ 44 w 55"/>
                    <a:gd name="T47" fmla="*/ 110 h 120"/>
                    <a:gd name="T48" fmla="*/ 44 w 55"/>
                    <a:gd name="T49" fmla="*/ 114 h 120"/>
                    <a:gd name="T50" fmla="*/ 41 w 55"/>
                    <a:gd name="T51" fmla="*/ 120 h 120"/>
                    <a:gd name="T52" fmla="*/ 32 w 55"/>
                    <a:gd name="T53" fmla="*/ 118 h 120"/>
                    <a:gd name="T54" fmla="*/ 13 w 55"/>
                    <a:gd name="T55" fmla="*/ 91 h 120"/>
                    <a:gd name="T56" fmla="*/ 12 w 55"/>
                    <a:gd name="T57" fmla="*/ 89 h 120"/>
                    <a:gd name="T58" fmla="*/ 11 w 55"/>
                    <a:gd name="T59" fmla="*/ 89 h 120"/>
                    <a:gd name="T60" fmla="*/ 24 w 55"/>
                    <a:gd name="T61" fmla="*/ 76 h 120"/>
                    <a:gd name="T62" fmla="*/ 23 w 55"/>
                    <a:gd name="T63" fmla="*/ 74 h 120"/>
                    <a:gd name="T64" fmla="*/ 27 w 55"/>
                    <a:gd name="T65" fmla="*/ 71 h 120"/>
                    <a:gd name="T66" fmla="*/ 33 w 55"/>
                    <a:gd name="T67" fmla="*/ 67 h 120"/>
                    <a:gd name="T68" fmla="*/ 32 w 55"/>
                    <a:gd name="T69" fmla="*/ 63 h 120"/>
                    <a:gd name="T70" fmla="*/ 22 w 55"/>
                    <a:gd name="T71" fmla="*/ 52 h 120"/>
                    <a:gd name="T72" fmla="*/ 18 w 55"/>
                    <a:gd name="T73" fmla="*/ 89 h 120"/>
                    <a:gd name="T74" fmla="*/ 33 w 55"/>
                    <a:gd name="T75" fmla="*/ 107 h 120"/>
                    <a:gd name="T76" fmla="*/ 35 w 55"/>
                    <a:gd name="T77" fmla="*/ 77 h 120"/>
                    <a:gd name="T78" fmla="*/ 31 w 55"/>
                    <a:gd name="T79" fmla="*/ 75 h 120"/>
                    <a:gd name="T80" fmla="*/ 24 w 55"/>
                    <a:gd name="T81" fmla="*/ 76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5" h="120">
                      <a:moveTo>
                        <a:pt x="11" y="89"/>
                      </a:moveTo>
                      <a:cubicBezTo>
                        <a:pt x="10" y="93"/>
                        <a:pt x="10" y="96"/>
                        <a:pt x="10" y="100"/>
                      </a:cubicBezTo>
                      <a:cubicBezTo>
                        <a:pt x="9" y="102"/>
                        <a:pt x="9" y="104"/>
                        <a:pt x="6" y="104"/>
                      </a:cubicBezTo>
                      <a:cubicBezTo>
                        <a:pt x="3" y="104"/>
                        <a:pt x="0" y="103"/>
                        <a:pt x="1" y="99"/>
                      </a:cubicBezTo>
                      <a:cubicBezTo>
                        <a:pt x="2" y="94"/>
                        <a:pt x="2" y="89"/>
                        <a:pt x="3" y="84"/>
                      </a:cubicBezTo>
                      <a:cubicBezTo>
                        <a:pt x="7" y="68"/>
                        <a:pt x="10" y="53"/>
                        <a:pt x="14" y="37"/>
                      </a:cubicBezTo>
                      <a:cubicBezTo>
                        <a:pt x="16" y="29"/>
                        <a:pt x="19" y="20"/>
                        <a:pt x="22" y="11"/>
                      </a:cubicBezTo>
                      <a:cubicBezTo>
                        <a:pt x="26" y="13"/>
                        <a:pt x="27" y="15"/>
                        <a:pt x="26" y="19"/>
                      </a:cubicBezTo>
                      <a:cubicBezTo>
                        <a:pt x="24" y="25"/>
                        <a:pt x="22" y="32"/>
                        <a:pt x="20" y="40"/>
                      </a:cubicBezTo>
                      <a:cubicBezTo>
                        <a:pt x="23" y="37"/>
                        <a:pt x="25" y="36"/>
                        <a:pt x="27" y="35"/>
                      </a:cubicBezTo>
                      <a:cubicBezTo>
                        <a:pt x="30" y="33"/>
                        <a:pt x="34" y="32"/>
                        <a:pt x="35" y="30"/>
                      </a:cubicBezTo>
                      <a:cubicBezTo>
                        <a:pt x="36" y="23"/>
                        <a:pt x="37" y="16"/>
                        <a:pt x="33" y="9"/>
                      </a:cubicBezTo>
                      <a:cubicBezTo>
                        <a:pt x="33" y="8"/>
                        <a:pt x="30" y="7"/>
                        <a:pt x="28" y="8"/>
                      </a:cubicBezTo>
                      <a:cubicBezTo>
                        <a:pt x="25" y="9"/>
                        <a:pt x="22" y="11"/>
                        <a:pt x="19" y="12"/>
                      </a:cubicBezTo>
                      <a:cubicBezTo>
                        <a:pt x="17" y="13"/>
                        <a:pt x="15" y="15"/>
                        <a:pt x="12" y="15"/>
                      </a:cubicBezTo>
                      <a:cubicBezTo>
                        <a:pt x="11" y="15"/>
                        <a:pt x="9" y="13"/>
                        <a:pt x="9" y="11"/>
                      </a:cubicBezTo>
                      <a:cubicBezTo>
                        <a:pt x="8" y="11"/>
                        <a:pt x="10" y="9"/>
                        <a:pt x="11" y="8"/>
                      </a:cubicBezTo>
                      <a:cubicBezTo>
                        <a:pt x="17" y="4"/>
                        <a:pt x="23" y="0"/>
                        <a:pt x="31" y="0"/>
                      </a:cubicBezTo>
                      <a:cubicBezTo>
                        <a:pt x="41" y="1"/>
                        <a:pt x="46" y="5"/>
                        <a:pt x="45" y="15"/>
                      </a:cubicBezTo>
                      <a:cubicBezTo>
                        <a:pt x="45" y="25"/>
                        <a:pt x="45" y="36"/>
                        <a:pt x="44" y="46"/>
                      </a:cubicBezTo>
                      <a:cubicBezTo>
                        <a:pt x="44" y="50"/>
                        <a:pt x="45" y="52"/>
                        <a:pt x="48" y="54"/>
                      </a:cubicBezTo>
                      <a:cubicBezTo>
                        <a:pt x="55" y="60"/>
                        <a:pt x="55" y="66"/>
                        <a:pt x="48" y="71"/>
                      </a:cubicBezTo>
                      <a:cubicBezTo>
                        <a:pt x="45" y="72"/>
                        <a:pt x="44" y="74"/>
                        <a:pt x="44" y="77"/>
                      </a:cubicBezTo>
                      <a:cubicBezTo>
                        <a:pt x="45" y="88"/>
                        <a:pt x="44" y="99"/>
                        <a:pt x="44" y="110"/>
                      </a:cubicBezTo>
                      <a:cubicBezTo>
                        <a:pt x="44" y="112"/>
                        <a:pt x="45" y="113"/>
                        <a:pt x="44" y="114"/>
                      </a:cubicBezTo>
                      <a:cubicBezTo>
                        <a:pt x="43" y="116"/>
                        <a:pt x="42" y="120"/>
                        <a:pt x="41" y="120"/>
                      </a:cubicBezTo>
                      <a:cubicBezTo>
                        <a:pt x="38" y="120"/>
                        <a:pt x="34" y="120"/>
                        <a:pt x="32" y="118"/>
                      </a:cubicBezTo>
                      <a:cubicBezTo>
                        <a:pt x="25" y="109"/>
                        <a:pt x="19" y="100"/>
                        <a:pt x="13" y="91"/>
                      </a:cubicBezTo>
                      <a:cubicBezTo>
                        <a:pt x="12" y="90"/>
                        <a:pt x="12" y="90"/>
                        <a:pt x="12" y="89"/>
                      </a:cubicBezTo>
                      <a:cubicBezTo>
                        <a:pt x="11" y="89"/>
                        <a:pt x="11" y="89"/>
                        <a:pt x="11" y="89"/>
                      </a:cubicBezTo>
                      <a:close/>
                      <a:moveTo>
                        <a:pt x="24" y="76"/>
                      </a:moveTo>
                      <a:cubicBezTo>
                        <a:pt x="23" y="75"/>
                        <a:pt x="23" y="75"/>
                        <a:pt x="23" y="74"/>
                      </a:cubicBezTo>
                      <a:cubicBezTo>
                        <a:pt x="24" y="73"/>
                        <a:pt x="26" y="72"/>
                        <a:pt x="27" y="71"/>
                      </a:cubicBezTo>
                      <a:cubicBezTo>
                        <a:pt x="29" y="70"/>
                        <a:pt x="31" y="69"/>
                        <a:pt x="33" y="67"/>
                      </a:cubicBezTo>
                      <a:cubicBezTo>
                        <a:pt x="35" y="66"/>
                        <a:pt x="35" y="63"/>
                        <a:pt x="32" y="63"/>
                      </a:cubicBezTo>
                      <a:cubicBezTo>
                        <a:pt x="27" y="61"/>
                        <a:pt x="24" y="58"/>
                        <a:pt x="22" y="52"/>
                      </a:cubicBezTo>
                      <a:cubicBezTo>
                        <a:pt x="17" y="65"/>
                        <a:pt x="13" y="77"/>
                        <a:pt x="18" y="89"/>
                      </a:cubicBezTo>
                      <a:cubicBezTo>
                        <a:pt x="21" y="97"/>
                        <a:pt x="27" y="101"/>
                        <a:pt x="33" y="107"/>
                      </a:cubicBezTo>
                      <a:cubicBezTo>
                        <a:pt x="34" y="97"/>
                        <a:pt x="34" y="87"/>
                        <a:pt x="35" y="77"/>
                      </a:cubicBezTo>
                      <a:cubicBezTo>
                        <a:pt x="35" y="77"/>
                        <a:pt x="32" y="75"/>
                        <a:pt x="31" y="75"/>
                      </a:cubicBezTo>
                      <a:cubicBezTo>
                        <a:pt x="29" y="75"/>
                        <a:pt x="26" y="76"/>
                        <a:pt x="24" y="7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36" name="组合 35">
                <a:extLst>
                  <a:ext uri="{FF2B5EF4-FFF2-40B4-BE49-F238E27FC236}">
                    <a16:creationId xmlns:a16="http://schemas.microsoft.com/office/drawing/2014/main" id="{C43281D5-D15F-4210-8FEF-5D0B83A54FD6}"/>
                  </a:ext>
                </a:extLst>
              </p:cNvPr>
              <p:cNvGrpSpPr/>
              <p:nvPr/>
            </p:nvGrpSpPr>
            <p:grpSpPr>
              <a:xfrm>
                <a:off x="6738929" y="2270918"/>
                <a:ext cx="549275" cy="693738"/>
                <a:chOff x="6108700" y="2066926"/>
                <a:chExt cx="549275" cy="693738"/>
              </a:xfrm>
              <a:grpFill/>
            </p:grpSpPr>
            <p:sp>
              <p:nvSpPr>
                <p:cNvPr id="43" name="Freeform 13">
                  <a:extLst>
                    <a:ext uri="{FF2B5EF4-FFF2-40B4-BE49-F238E27FC236}">
                      <a16:creationId xmlns:a16="http://schemas.microsoft.com/office/drawing/2014/main" id="{0965091B-D712-42AC-844D-24578409DB9A}"/>
                    </a:ext>
                  </a:extLst>
                </p:cNvPr>
                <p:cNvSpPr>
                  <a:spLocks noEditPoints="1"/>
                </p:cNvSpPr>
                <p:nvPr/>
              </p:nvSpPr>
              <p:spPr bwMode="auto">
                <a:xfrm>
                  <a:off x="6108700" y="2066926"/>
                  <a:ext cx="549275" cy="655638"/>
                </a:xfrm>
                <a:custGeom>
                  <a:avLst/>
                  <a:gdLst>
                    <a:gd name="T0" fmla="*/ 54 w 128"/>
                    <a:gd name="T1" fmla="*/ 76 h 154"/>
                    <a:gd name="T2" fmla="*/ 66 w 128"/>
                    <a:gd name="T3" fmla="*/ 53 h 154"/>
                    <a:gd name="T4" fmla="*/ 49 w 128"/>
                    <a:gd name="T5" fmla="*/ 47 h 154"/>
                    <a:gd name="T6" fmla="*/ 64 w 128"/>
                    <a:gd name="T7" fmla="*/ 44 h 154"/>
                    <a:gd name="T8" fmla="*/ 83 w 128"/>
                    <a:gd name="T9" fmla="*/ 6 h 154"/>
                    <a:gd name="T10" fmla="*/ 91 w 128"/>
                    <a:gd name="T11" fmla="*/ 11 h 154"/>
                    <a:gd name="T12" fmla="*/ 96 w 128"/>
                    <a:gd name="T13" fmla="*/ 36 h 154"/>
                    <a:gd name="T14" fmla="*/ 106 w 128"/>
                    <a:gd name="T15" fmla="*/ 41 h 154"/>
                    <a:gd name="T16" fmla="*/ 82 w 128"/>
                    <a:gd name="T17" fmla="*/ 50 h 154"/>
                    <a:gd name="T18" fmla="*/ 71 w 128"/>
                    <a:gd name="T19" fmla="*/ 65 h 154"/>
                    <a:gd name="T20" fmla="*/ 110 w 128"/>
                    <a:gd name="T21" fmla="*/ 74 h 154"/>
                    <a:gd name="T22" fmla="*/ 101 w 128"/>
                    <a:gd name="T23" fmla="*/ 87 h 154"/>
                    <a:gd name="T24" fmla="*/ 111 w 128"/>
                    <a:gd name="T25" fmla="*/ 98 h 154"/>
                    <a:gd name="T26" fmla="*/ 92 w 128"/>
                    <a:gd name="T27" fmla="*/ 104 h 154"/>
                    <a:gd name="T28" fmla="*/ 86 w 128"/>
                    <a:gd name="T29" fmla="*/ 116 h 154"/>
                    <a:gd name="T30" fmla="*/ 124 w 128"/>
                    <a:gd name="T31" fmla="*/ 112 h 154"/>
                    <a:gd name="T32" fmla="*/ 120 w 128"/>
                    <a:gd name="T33" fmla="*/ 122 h 154"/>
                    <a:gd name="T34" fmla="*/ 111 w 128"/>
                    <a:gd name="T35" fmla="*/ 144 h 154"/>
                    <a:gd name="T36" fmla="*/ 105 w 128"/>
                    <a:gd name="T37" fmla="*/ 153 h 154"/>
                    <a:gd name="T38" fmla="*/ 55 w 128"/>
                    <a:gd name="T39" fmla="*/ 129 h 154"/>
                    <a:gd name="T40" fmla="*/ 53 w 128"/>
                    <a:gd name="T41" fmla="*/ 121 h 154"/>
                    <a:gd name="T42" fmla="*/ 61 w 128"/>
                    <a:gd name="T43" fmla="*/ 125 h 154"/>
                    <a:gd name="T44" fmla="*/ 94 w 128"/>
                    <a:gd name="T45" fmla="*/ 140 h 154"/>
                    <a:gd name="T46" fmla="*/ 85 w 128"/>
                    <a:gd name="T47" fmla="*/ 127 h 154"/>
                    <a:gd name="T48" fmla="*/ 71 w 128"/>
                    <a:gd name="T49" fmla="*/ 108 h 154"/>
                    <a:gd name="T50" fmla="*/ 52 w 128"/>
                    <a:gd name="T51" fmla="*/ 113 h 154"/>
                    <a:gd name="T52" fmla="*/ 38 w 128"/>
                    <a:gd name="T53" fmla="*/ 97 h 154"/>
                    <a:gd name="T54" fmla="*/ 51 w 128"/>
                    <a:gd name="T55" fmla="*/ 97 h 154"/>
                    <a:gd name="T56" fmla="*/ 34 w 128"/>
                    <a:gd name="T57" fmla="*/ 93 h 154"/>
                    <a:gd name="T58" fmla="*/ 35 w 128"/>
                    <a:gd name="T59" fmla="*/ 105 h 154"/>
                    <a:gd name="T60" fmla="*/ 26 w 128"/>
                    <a:gd name="T61" fmla="*/ 154 h 154"/>
                    <a:gd name="T62" fmla="*/ 20 w 128"/>
                    <a:gd name="T63" fmla="*/ 118 h 154"/>
                    <a:gd name="T64" fmla="*/ 0 w 128"/>
                    <a:gd name="T65" fmla="*/ 103 h 154"/>
                    <a:gd name="T66" fmla="*/ 19 w 128"/>
                    <a:gd name="T67" fmla="*/ 72 h 154"/>
                    <a:gd name="T68" fmla="*/ 25 w 128"/>
                    <a:gd name="T69" fmla="*/ 51 h 154"/>
                    <a:gd name="T70" fmla="*/ 39 w 128"/>
                    <a:gd name="T71" fmla="*/ 14 h 154"/>
                    <a:gd name="T72" fmla="*/ 51 w 128"/>
                    <a:gd name="T73" fmla="*/ 24 h 154"/>
                    <a:gd name="T74" fmla="*/ 39 w 128"/>
                    <a:gd name="T75" fmla="*/ 44 h 154"/>
                    <a:gd name="T76" fmla="*/ 48 w 128"/>
                    <a:gd name="T77" fmla="*/ 73 h 154"/>
                    <a:gd name="T78" fmla="*/ 81 w 128"/>
                    <a:gd name="T79" fmla="*/ 90 h 154"/>
                    <a:gd name="T80" fmla="*/ 92 w 128"/>
                    <a:gd name="T81" fmla="*/ 71 h 154"/>
                    <a:gd name="T82" fmla="*/ 81 w 128"/>
                    <a:gd name="T83" fmla="*/ 80 h 154"/>
                    <a:gd name="T84" fmla="*/ 76 w 128"/>
                    <a:gd name="T85" fmla="*/ 73 h 154"/>
                    <a:gd name="T86" fmla="*/ 67 w 128"/>
                    <a:gd name="T87" fmla="*/ 79 h 154"/>
                    <a:gd name="T88" fmla="*/ 76 w 128"/>
                    <a:gd name="T89" fmla="*/ 73 h 154"/>
                    <a:gd name="T90" fmla="*/ 56 w 128"/>
                    <a:gd name="T91" fmla="*/ 88 h 154"/>
                    <a:gd name="T92" fmla="*/ 63 w 128"/>
                    <a:gd name="T93" fmla="*/ 81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28" h="154">
                      <a:moveTo>
                        <a:pt x="48" y="73"/>
                      </a:moveTo>
                      <a:cubicBezTo>
                        <a:pt x="50" y="74"/>
                        <a:pt x="52" y="75"/>
                        <a:pt x="54" y="76"/>
                      </a:cubicBezTo>
                      <a:cubicBezTo>
                        <a:pt x="57" y="74"/>
                        <a:pt x="60" y="72"/>
                        <a:pt x="63" y="70"/>
                      </a:cubicBezTo>
                      <a:cubicBezTo>
                        <a:pt x="58" y="63"/>
                        <a:pt x="65" y="59"/>
                        <a:pt x="66" y="53"/>
                      </a:cubicBezTo>
                      <a:cubicBezTo>
                        <a:pt x="63" y="53"/>
                        <a:pt x="59" y="53"/>
                        <a:pt x="56" y="52"/>
                      </a:cubicBezTo>
                      <a:cubicBezTo>
                        <a:pt x="54" y="51"/>
                        <a:pt x="51" y="49"/>
                        <a:pt x="49" y="47"/>
                      </a:cubicBezTo>
                      <a:cubicBezTo>
                        <a:pt x="49" y="46"/>
                        <a:pt x="50" y="46"/>
                        <a:pt x="50" y="46"/>
                      </a:cubicBezTo>
                      <a:cubicBezTo>
                        <a:pt x="55" y="45"/>
                        <a:pt x="59" y="45"/>
                        <a:pt x="64" y="44"/>
                      </a:cubicBezTo>
                      <a:cubicBezTo>
                        <a:pt x="68" y="44"/>
                        <a:pt x="70" y="42"/>
                        <a:pt x="71" y="38"/>
                      </a:cubicBezTo>
                      <a:cubicBezTo>
                        <a:pt x="75" y="27"/>
                        <a:pt x="79" y="16"/>
                        <a:pt x="83" y="6"/>
                      </a:cubicBezTo>
                      <a:cubicBezTo>
                        <a:pt x="84" y="3"/>
                        <a:pt x="84" y="0"/>
                        <a:pt x="88" y="2"/>
                      </a:cubicBezTo>
                      <a:cubicBezTo>
                        <a:pt x="92" y="4"/>
                        <a:pt x="94" y="9"/>
                        <a:pt x="91" y="11"/>
                      </a:cubicBezTo>
                      <a:cubicBezTo>
                        <a:pt x="83" y="19"/>
                        <a:pt x="83" y="30"/>
                        <a:pt x="80" y="41"/>
                      </a:cubicBezTo>
                      <a:cubicBezTo>
                        <a:pt x="85" y="39"/>
                        <a:pt x="91" y="37"/>
                        <a:pt x="96" y="36"/>
                      </a:cubicBezTo>
                      <a:cubicBezTo>
                        <a:pt x="98" y="35"/>
                        <a:pt x="101" y="35"/>
                        <a:pt x="102" y="36"/>
                      </a:cubicBezTo>
                      <a:cubicBezTo>
                        <a:pt x="104" y="37"/>
                        <a:pt x="106" y="39"/>
                        <a:pt x="106" y="41"/>
                      </a:cubicBezTo>
                      <a:cubicBezTo>
                        <a:pt x="106" y="42"/>
                        <a:pt x="105" y="44"/>
                        <a:pt x="103" y="44"/>
                      </a:cubicBezTo>
                      <a:cubicBezTo>
                        <a:pt x="96" y="46"/>
                        <a:pt x="89" y="48"/>
                        <a:pt x="82" y="50"/>
                      </a:cubicBezTo>
                      <a:cubicBezTo>
                        <a:pt x="78" y="50"/>
                        <a:pt x="77" y="51"/>
                        <a:pt x="76" y="54"/>
                      </a:cubicBezTo>
                      <a:cubicBezTo>
                        <a:pt x="74" y="58"/>
                        <a:pt x="73" y="61"/>
                        <a:pt x="71" y="65"/>
                      </a:cubicBezTo>
                      <a:cubicBezTo>
                        <a:pt x="82" y="63"/>
                        <a:pt x="92" y="62"/>
                        <a:pt x="102" y="66"/>
                      </a:cubicBezTo>
                      <a:cubicBezTo>
                        <a:pt x="106" y="67"/>
                        <a:pt x="110" y="69"/>
                        <a:pt x="110" y="74"/>
                      </a:cubicBezTo>
                      <a:cubicBezTo>
                        <a:pt x="111" y="79"/>
                        <a:pt x="109" y="83"/>
                        <a:pt x="104" y="85"/>
                      </a:cubicBezTo>
                      <a:cubicBezTo>
                        <a:pt x="103" y="85"/>
                        <a:pt x="102" y="86"/>
                        <a:pt x="101" y="87"/>
                      </a:cubicBezTo>
                      <a:cubicBezTo>
                        <a:pt x="103" y="88"/>
                        <a:pt x="105" y="88"/>
                        <a:pt x="106" y="89"/>
                      </a:cubicBezTo>
                      <a:cubicBezTo>
                        <a:pt x="110" y="91"/>
                        <a:pt x="112" y="94"/>
                        <a:pt x="111" y="98"/>
                      </a:cubicBezTo>
                      <a:cubicBezTo>
                        <a:pt x="110" y="102"/>
                        <a:pt x="107" y="103"/>
                        <a:pt x="104" y="103"/>
                      </a:cubicBezTo>
                      <a:cubicBezTo>
                        <a:pt x="100" y="103"/>
                        <a:pt x="96" y="104"/>
                        <a:pt x="92" y="104"/>
                      </a:cubicBezTo>
                      <a:cubicBezTo>
                        <a:pt x="86" y="105"/>
                        <a:pt x="81" y="111"/>
                        <a:pt x="82" y="117"/>
                      </a:cubicBezTo>
                      <a:cubicBezTo>
                        <a:pt x="83" y="117"/>
                        <a:pt x="85" y="117"/>
                        <a:pt x="86" y="116"/>
                      </a:cubicBezTo>
                      <a:cubicBezTo>
                        <a:pt x="95" y="111"/>
                        <a:pt x="104" y="109"/>
                        <a:pt x="114" y="109"/>
                      </a:cubicBezTo>
                      <a:cubicBezTo>
                        <a:pt x="118" y="110"/>
                        <a:pt x="121" y="111"/>
                        <a:pt x="124" y="112"/>
                      </a:cubicBezTo>
                      <a:cubicBezTo>
                        <a:pt x="128" y="114"/>
                        <a:pt x="128" y="117"/>
                        <a:pt x="126" y="120"/>
                      </a:cubicBezTo>
                      <a:cubicBezTo>
                        <a:pt x="125" y="123"/>
                        <a:pt x="122" y="123"/>
                        <a:pt x="120" y="122"/>
                      </a:cubicBezTo>
                      <a:cubicBezTo>
                        <a:pt x="111" y="118"/>
                        <a:pt x="104" y="120"/>
                        <a:pt x="97" y="123"/>
                      </a:cubicBezTo>
                      <a:cubicBezTo>
                        <a:pt x="101" y="130"/>
                        <a:pt x="106" y="137"/>
                        <a:pt x="111" y="144"/>
                      </a:cubicBezTo>
                      <a:cubicBezTo>
                        <a:pt x="112" y="146"/>
                        <a:pt x="112" y="150"/>
                        <a:pt x="111" y="152"/>
                      </a:cubicBezTo>
                      <a:cubicBezTo>
                        <a:pt x="111" y="153"/>
                        <a:pt x="107" y="153"/>
                        <a:pt x="105" y="153"/>
                      </a:cubicBezTo>
                      <a:cubicBezTo>
                        <a:pt x="91" y="150"/>
                        <a:pt x="77" y="146"/>
                        <a:pt x="66" y="138"/>
                      </a:cubicBezTo>
                      <a:cubicBezTo>
                        <a:pt x="62" y="135"/>
                        <a:pt x="59" y="132"/>
                        <a:pt x="55" y="129"/>
                      </a:cubicBezTo>
                      <a:cubicBezTo>
                        <a:pt x="54" y="128"/>
                        <a:pt x="53" y="127"/>
                        <a:pt x="53" y="126"/>
                      </a:cubicBezTo>
                      <a:cubicBezTo>
                        <a:pt x="53" y="124"/>
                        <a:pt x="53" y="122"/>
                        <a:pt x="53" y="121"/>
                      </a:cubicBezTo>
                      <a:cubicBezTo>
                        <a:pt x="55" y="121"/>
                        <a:pt x="57" y="121"/>
                        <a:pt x="58" y="121"/>
                      </a:cubicBezTo>
                      <a:cubicBezTo>
                        <a:pt x="59" y="122"/>
                        <a:pt x="60" y="123"/>
                        <a:pt x="61" y="125"/>
                      </a:cubicBezTo>
                      <a:cubicBezTo>
                        <a:pt x="70" y="134"/>
                        <a:pt x="80" y="139"/>
                        <a:pt x="92" y="140"/>
                      </a:cubicBezTo>
                      <a:cubicBezTo>
                        <a:pt x="93" y="140"/>
                        <a:pt x="93" y="140"/>
                        <a:pt x="94" y="140"/>
                      </a:cubicBezTo>
                      <a:cubicBezTo>
                        <a:pt x="92" y="136"/>
                        <a:pt x="90" y="132"/>
                        <a:pt x="88" y="128"/>
                      </a:cubicBezTo>
                      <a:cubicBezTo>
                        <a:pt x="88" y="128"/>
                        <a:pt x="86" y="127"/>
                        <a:pt x="85" y="127"/>
                      </a:cubicBezTo>
                      <a:cubicBezTo>
                        <a:pt x="71" y="126"/>
                        <a:pt x="70" y="124"/>
                        <a:pt x="71" y="111"/>
                      </a:cubicBezTo>
                      <a:cubicBezTo>
                        <a:pt x="71" y="110"/>
                        <a:pt x="71" y="109"/>
                        <a:pt x="71" y="108"/>
                      </a:cubicBezTo>
                      <a:cubicBezTo>
                        <a:pt x="68" y="109"/>
                        <a:pt x="65" y="109"/>
                        <a:pt x="62" y="110"/>
                      </a:cubicBezTo>
                      <a:cubicBezTo>
                        <a:pt x="59" y="111"/>
                        <a:pt x="55" y="112"/>
                        <a:pt x="52" y="113"/>
                      </a:cubicBezTo>
                      <a:cubicBezTo>
                        <a:pt x="48" y="114"/>
                        <a:pt x="44" y="115"/>
                        <a:pt x="41" y="111"/>
                      </a:cubicBezTo>
                      <a:cubicBezTo>
                        <a:pt x="37" y="107"/>
                        <a:pt x="37" y="102"/>
                        <a:pt x="38" y="97"/>
                      </a:cubicBezTo>
                      <a:cubicBezTo>
                        <a:pt x="38" y="96"/>
                        <a:pt x="40" y="96"/>
                        <a:pt x="42" y="96"/>
                      </a:cubicBezTo>
                      <a:cubicBezTo>
                        <a:pt x="45" y="96"/>
                        <a:pt x="48" y="96"/>
                        <a:pt x="51" y="97"/>
                      </a:cubicBezTo>
                      <a:cubicBezTo>
                        <a:pt x="48" y="90"/>
                        <a:pt x="46" y="84"/>
                        <a:pt x="43" y="78"/>
                      </a:cubicBezTo>
                      <a:cubicBezTo>
                        <a:pt x="40" y="83"/>
                        <a:pt x="37" y="88"/>
                        <a:pt x="34" y="93"/>
                      </a:cubicBezTo>
                      <a:cubicBezTo>
                        <a:pt x="33" y="94"/>
                        <a:pt x="33" y="96"/>
                        <a:pt x="34" y="98"/>
                      </a:cubicBezTo>
                      <a:cubicBezTo>
                        <a:pt x="34" y="100"/>
                        <a:pt x="35" y="103"/>
                        <a:pt x="35" y="105"/>
                      </a:cubicBezTo>
                      <a:cubicBezTo>
                        <a:pt x="32" y="121"/>
                        <a:pt x="29" y="136"/>
                        <a:pt x="27" y="151"/>
                      </a:cubicBezTo>
                      <a:cubicBezTo>
                        <a:pt x="26" y="152"/>
                        <a:pt x="26" y="153"/>
                        <a:pt x="26" y="154"/>
                      </a:cubicBezTo>
                      <a:cubicBezTo>
                        <a:pt x="17" y="153"/>
                        <a:pt x="14" y="149"/>
                        <a:pt x="15" y="141"/>
                      </a:cubicBezTo>
                      <a:cubicBezTo>
                        <a:pt x="17" y="134"/>
                        <a:pt x="18" y="126"/>
                        <a:pt x="20" y="118"/>
                      </a:cubicBezTo>
                      <a:cubicBezTo>
                        <a:pt x="15" y="123"/>
                        <a:pt x="12" y="122"/>
                        <a:pt x="7" y="118"/>
                      </a:cubicBezTo>
                      <a:cubicBezTo>
                        <a:pt x="3" y="114"/>
                        <a:pt x="0" y="109"/>
                        <a:pt x="0" y="103"/>
                      </a:cubicBezTo>
                      <a:cubicBezTo>
                        <a:pt x="0" y="102"/>
                        <a:pt x="1" y="101"/>
                        <a:pt x="1" y="100"/>
                      </a:cubicBezTo>
                      <a:cubicBezTo>
                        <a:pt x="7" y="91"/>
                        <a:pt x="14" y="82"/>
                        <a:pt x="19" y="72"/>
                      </a:cubicBezTo>
                      <a:cubicBezTo>
                        <a:pt x="22" y="67"/>
                        <a:pt x="24" y="61"/>
                        <a:pt x="26" y="55"/>
                      </a:cubicBezTo>
                      <a:cubicBezTo>
                        <a:pt x="27" y="54"/>
                        <a:pt x="25" y="53"/>
                        <a:pt x="25" y="51"/>
                      </a:cubicBezTo>
                      <a:cubicBezTo>
                        <a:pt x="18" y="43"/>
                        <a:pt x="18" y="39"/>
                        <a:pt x="23" y="30"/>
                      </a:cubicBezTo>
                      <a:cubicBezTo>
                        <a:pt x="27" y="23"/>
                        <a:pt x="32" y="17"/>
                        <a:pt x="39" y="14"/>
                      </a:cubicBezTo>
                      <a:cubicBezTo>
                        <a:pt x="45" y="11"/>
                        <a:pt x="50" y="12"/>
                        <a:pt x="53" y="16"/>
                      </a:cubicBezTo>
                      <a:cubicBezTo>
                        <a:pt x="56" y="20"/>
                        <a:pt x="56" y="22"/>
                        <a:pt x="51" y="24"/>
                      </a:cubicBezTo>
                      <a:cubicBezTo>
                        <a:pt x="44" y="26"/>
                        <a:pt x="41" y="31"/>
                        <a:pt x="37" y="36"/>
                      </a:cubicBezTo>
                      <a:cubicBezTo>
                        <a:pt x="36" y="39"/>
                        <a:pt x="36" y="42"/>
                        <a:pt x="39" y="44"/>
                      </a:cubicBezTo>
                      <a:cubicBezTo>
                        <a:pt x="41" y="45"/>
                        <a:pt x="42" y="47"/>
                        <a:pt x="43" y="48"/>
                      </a:cubicBezTo>
                      <a:cubicBezTo>
                        <a:pt x="52" y="58"/>
                        <a:pt x="54" y="62"/>
                        <a:pt x="48" y="73"/>
                      </a:cubicBezTo>
                      <a:close/>
                      <a:moveTo>
                        <a:pt x="79" y="89"/>
                      </a:moveTo>
                      <a:cubicBezTo>
                        <a:pt x="80" y="89"/>
                        <a:pt x="80" y="90"/>
                        <a:pt x="81" y="90"/>
                      </a:cubicBezTo>
                      <a:cubicBezTo>
                        <a:pt x="85" y="86"/>
                        <a:pt x="90" y="81"/>
                        <a:pt x="95" y="76"/>
                      </a:cubicBezTo>
                      <a:cubicBezTo>
                        <a:pt x="97" y="73"/>
                        <a:pt x="95" y="71"/>
                        <a:pt x="92" y="71"/>
                      </a:cubicBezTo>
                      <a:cubicBezTo>
                        <a:pt x="88" y="71"/>
                        <a:pt x="85" y="71"/>
                        <a:pt x="81" y="71"/>
                      </a:cubicBezTo>
                      <a:cubicBezTo>
                        <a:pt x="81" y="75"/>
                        <a:pt x="81" y="77"/>
                        <a:pt x="81" y="80"/>
                      </a:cubicBezTo>
                      <a:cubicBezTo>
                        <a:pt x="81" y="83"/>
                        <a:pt x="80" y="86"/>
                        <a:pt x="79" y="89"/>
                      </a:cubicBezTo>
                      <a:close/>
                      <a:moveTo>
                        <a:pt x="76" y="73"/>
                      </a:moveTo>
                      <a:cubicBezTo>
                        <a:pt x="73" y="74"/>
                        <a:pt x="71" y="75"/>
                        <a:pt x="69" y="77"/>
                      </a:cubicBezTo>
                      <a:cubicBezTo>
                        <a:pt x="68" y="77"/>
                        <a:pt x="67" y="78"/>
                        <a:pt x="67" y="79"/>
                      </a:cubicBezTo>
                      <a:cubicBezTo>
                        <a:pt x="67" y="84"/>
                        <a:pt x="68" y="88"/>
                        <a:pt x="68" y="92"/>
                      </a:cubicBezTo>
                      <a:cubicBezTo>
                        <a:pt x="74" y="91"/>
                        <a:pt x="77" y="83"/>
                        <a:pt x="76" y="73"/>
                      </a:cubicBezTo>
                      <a:close/>
                      <a:moveTo>
                        <a:pt x="63" y="81"/>
                      </a:moveTo>
                      <a:cubicBezTo>
                        <a:pt x="55" y="84"/>
                        <a:pt x="54" y="85"/>
                        <a:pt x="56" y="88"/>
                      </a:cubicBezTo>
                      <a:cubicBezTo>
                        <a:pt x="58" y="94"/>
                        <a:pt x="60" y="95"/>
                        <a:pt x="65" y="93"/>
                      </a:cubicBezTo>
                      <a:cubicBezTo>
                        <a:pt x="64" y="89"/>
                        <a:pt x="63" y="85"/>
                        <a:pt x="63" y="8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4" name="Freeform 14">
                  <a:extLst>
                    <a:ext uri="{FF2B5EF4-FFF2-40B4-BE49-F238E27FC236}">
                      <a16:creationId xmlns:a16="http://schemas.microsoft.com/office/drawing/2014/main" id="{EDF1A89C-87D3-4066-B020-1AF4B9A41344}"/>
                    </a:ext>
                  </a:extLst>
                </p:cNvPr>
                <p:cNvSpPr>
                  <a:spLocks/>
                </p:cNvSpPr>
                <p:nvPr/>
              </p:nvSpPr>
              <p:spPr bwMode="auto">
                <a:xfrm>
                  <a:off x="6259513" y="2578101"/>
                  <a:ext cx="68263" cy="182563"/>
                </a:xfrm>
                <a:custGeom>
                  <a:avLst/>
                  <a:gdLst>
                    <a:gd name="T0" fmla="*/ 9 w 16"/>
                    <a:gd name="T1" fmla="*/ 0 h 43"/>
                    <a:gd name="T2" fmla="*/ 15 w 16"/>
                    <a:gd name="T3" fmla="*/ 11 h 43"/>
                    <a:gd name="T4" fmla="*/ 9 w 16"/>
                    <a:gd name="T5" fmla="*/ 43 h 43"/>
                    <a:gd name="T6" fmla="*/ 2 w 16"/>
                    <a:gd name="T7" fmla="*/ 39 h 43"/>
                    <a:gd name="T8" fmla="*/ 0 w 16"/>
                    <a:gd name="T9" fmla="*/ 35 h 43"/>
                    <a:gd name="T10" fmla="*/ 9 w 16"/>
                    <a:gd name="T11" fmla="*/ 0 h 43"/>
                  </a:gdLst>
                  <a:ahLst/>
                  <a:cxnLst>
                    <a:cxn ang="0">
                      <a:pos x="T0" y="T1"/>
                    </a:cxn>
                    <a:cxn ang="0">
                      <a:pos x="T2" y="T3"/>
                    </a:cxn>
                    <a:cxn ang="0">
                      <a:pos x="T4" y="T5"/>
                    </a:cxn>
                    <a:cxn ang="0">
                      <a:pos x="T6" y="T7"/>
                    </a:cxn>
                    <a:cxn ang="0">
                      <a:pos x="T8" y="T9"/>
                    </a:cxn>
                    <a:cxn ang="0">
                      <a:pos x="T10" y="T11"/>
                    </a:cxn>
                  </a:cxnLst>
                  <a:rect l="0" t="0" r="r" b="b"/>
                  <a:pathLst>
                    <a:path w="16" h="43">
                      <a:moveTo>
                        <a:pt x="9" y="0"/>
                      </a:moveTo>
                      <a:cubicBezTo>
                        <a:pt x="15" y="3"/>
                        <a:pt x="16" y="6"/>
                        <a:pt x="15" y="11"/>
                      </a:cubicBezTo>
                      <a:cubicBezTo>
                        <a:pt x="12" y="21"/>
                        <a:pt x="11" y="32"/>
                        <a:pt x="9" y="43"/>
                      </a:cubicBezTo>
                      <a:cubicBezTo>
                        <a:pt x="6" y="41"/>
                        <a:pt x="4" y="40"/>
                        <a:pt x="2" y="39"/>
                      </a:cubicBezTo>
                      <a:cubicBezTo>
                        <a:pt x="1" y="38"/>
                        <a:pt x="0" y="37"/>
                        <a:pt x="0" y="35"/>
                      </a:cubicBezTo>
                      <a:cubicBezTo>
                        <a:pt x="3" y="24"/>
                        <a:pt x="6" y="12"/>
                        <a:pt x="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37" name="组合 36">
                <a:extLst>
                  <a:ext uri="{FF2B5EF4-FFF2-40B4-BE49-F238E27FC236}">
                    <a16:creationId xmlns:a16="http://schemas.microsoft.com/office/drawing/2014/main" id="{CD1C2EA2-DECB-4C4E-997D-8417E76BE944}"/>
                  </a:ext>
                </a:extLst>
              </p:cNvPr>
              <p:cNvGrpSpPr/>
              <p:nvPr/>
            </p:nvGrpSpPr>
            <p:grpSpPr>
              <a:xfrm>
                <a:off x="7532962" y="2451100"/>
                <a:ext cx="368300" cy="317500"/>
                <a:chOff x="6186488" y="2930526"/>
                <a:chExt cx="368300" cy="317500"/>
              </a:xfrm>
              <a:grpFill/>
            </p:grpSpPr>
            <p:sp>
              <p:nvSpPr>
                <p:cNvPr id="40" name="Freeform 18">
                  <a:extLst>
                    <a:ext uri="{FF2B5EF4-FFF2-40B4-BE49-F238E27FC236}">
                      <a16:creationId xmlns:a16="http://schemas.microsoft.com/office/drawing/2014/main" id="{58E0037C-7932-4788-ADA9-47256329EEB7}"/>
                    </a:ext>
                  </a:extLst>
                </p:cNvPr>
                <p:cNvSpPr>
                  <a:spLocks/>
                </p:cNvSpPr>
                <p:nvPr/>
              </p:nvSpPr>
              <p:spPr bwMode="auto">
                <a:xfrm>
                  <a:off x="6310313" y="2930526"/>
                  <a:ext cx="244475" cy="317500"/>
                </a:xfrm>
                <a:custGeom>
                  <a:avLst/>
                  <a:gdLst>
                    <a:gd name="T0" fmla="*/ 49 w 57"/>
                    <a:gd name="T1" fmla="*/ 74 h 75"/>
                    <a:gd name="T2" fmla="*/ 40 w 57"/>
                    <a:gd name="T3" fmla="*/ 67 h 75"/>
                    <a:gd name="T4" fmla="*/ 33 w 57"/>
                    <a:gd name="T5" fmla="*/ 48 h 75"/>
                    <a:gd name="T6" fmla="*/ 27 w 57"/>
                    <a:gd name="T7" fmla="*/ 46 h 75"/>
                    <a:gd name="T8" fmla="*/ 11 w 57"/>
                    <a:gd name="T9" fmla="*/ 60 h 75"/>
                    <a:gd name="T10" fmla="*/ 5 w 57"/>
                    <a:gd name="T11" fmla="*/ 60 h 75"/>
                    <a:gd name="T12" fmla="*/ 6 w 57"/>
                    <a:gd name="T13" fmla="*/ 46 h 75"/>
                    <a:gd name="T14" fmla="*/ 27 w 57"/>
                    <a:gd name="T15" fmla="*/ 26 h 75"/>
                    <a:gd name="T16" fmla="*/ 40 w 57"/>
                    <a:gd name="T17" fmla="*/ 10 h 75"/>
                    <a:gd name="T18" fmla="*/ 41 w 57"/>
                    <a:gd name="T19" fmla="*/ 6 h 75"/>
                    <a:gd name="T20" fmla="*/ 45 w 57"/>
                    <a:gd name="T21" fmla="*/ 0 h 75"/>
                    <a:gd name="T22" fmla="*/ 53 w 57"/>
                    <a:gd name="T23" fmla="*/ 3 h 75"/>
                    <a:gd name="T24" fmla="*/ 53 w 57"/>
                    <a:gd name="T25" fmla="*/ 20 h 75"/>
                    <a:gd name="T26" fmla="*/ 37 w 57"/>
                    <a:gd name="T27" fmla="*/ 38 h 75"/>
                    <a:gd name="T28" fmla="*/ 49 w 57"/>
                    <a:gd name="T29" fmla="*/ 74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7" h="75">
                      <a:moveTo>
                        <a:pt x="49" y="74"/>
                      </a:moveTo>
                      <a:cubicBezTo>
                        <a:pt x="43" y="75"/>
                        <a:pt x="41" y="72"/>
                        <a:pt x="40" y="67"/>
                      </a:cubicBezTo>
                      <a:cubicBezTo>
                        <a:pt x="38" y="61"/>
                        <a:pt x="35" y="54"/>
                        <a:pt x="33" y="48"/>
                      </a:cubicBezTo>
                      <a:cubicBezTo>
                        <a:pt x="32" y="45"/>
                        <a:pt x="30" y="44"/>
                        <a:pt x="27" y="46"/>
                      </a:cubicBezTo>
                      <a:cubicBezTo>
                        <a:pt x="22" y="51"/>
                        <a:pt x="16" y="55"/>
                        <a:pt x="11" y="60"/>
                      </a:cubicBezTo>
                      <a:cubicBezTo>
                        <a:pt x="8" y="63"/>
                        <a:pt x="7" y="62"/>
                        <a:pt x="5" y="60"/>
                      </a:cubicBezTo>
                      <a:cubicBezTo>
                        <a:pt x="0" y="54"/>
                        <a:pt x="0" y="51"/>
                        <a:pt x="6" y="46"/>
                      </a:cubicBezTo>
                      <a:cubicBezTo>
                        <a:pt x="13" y="39"/>
                        <a:pt x="20" y="33"/>
                        <a:pt x="27" y="26"/>
                      </a:cubicBezTo>
                      <a:cubicBezTo>
                        <a:pt x="32" y="21"/>
                        <a:pt x="36" y="15"/>
                        <a:pt x="40" y="10"/>
                      </a:cubicBezTo>
                      <a:cubicBezTo>
                        <a:pt x="40" y="9"/>
                        <a:pt x="41" y="7"/>
                        <a:pt x="41" y="6"/>
                      </a:cubicBezTo>
                      <a:cubicBezTo>
                        <a:pt x="40" y="3"/>
                        <a:pt x="42" y="0"/>
                        <a:pt x="45" y="0"/>
                      </a:cubicBezTo>
                      <a:cubicBezTo>
                        <a:pt x="48" y="0"/>
                        <a:pt x="51" y="1"/>
                        <a:pt x="53" y="3"/>
                      </a:cubicBezTo>
                      <a:cubicBezTo>
                        <a:pt x="57" y="6"/>
                        <a:pt x="57" y="16"/>
                        <a:pt x="53" y="20"/>
                      </a:cubicBezTo>
                      <a:cubicBezTo>
                        <a:pt x="48" y="26"/>
                        <a:pt x="42" y="32"/>
                        <a:pt x="37" y="38"/>
                      </a:cubicBezTo>
                      <a:cubicBezTo>
                        <a:pt x="44" y="49"/>
                        <a:pt x="49" y="61"/>
                        <a:pt x="49" y="7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1" name="Freeform 19">
                  <a:extLst>
                    <a:ext uri="{FF2B5EF4-FFF2-40B4-BE49-F238E27FC236}">
                      <a16:creationId xmlns:a16="http://schemas.microsoft.com/office/drawing/2014/main" id="{B78F413E-1D51-491F-A6EC-02810949F837}"/>
                    </a:ext>
                  </a:extLst>
                </p:cNvPr>
                <p:cNvSpPr>
                  <a:spLocks/>
                </p:cNvSpPr>
                <p:nvPr/>
              </p:nvSpPr>
              <p:spPr bwMode="auto">
                <a:xfrm>
                  <a:off x="6186488" y="3009901"/>
                  <a:ext cx="123825" cy="234950"/>
                </a:xfrm>
                <a:custGeom>
                  <a:avLst/>
                  <a:gdLst>
                    <a:gd name="T0" fmla="*/ 12 w 29"/>
                    <a:gd name="T1" fmla="*/ 30 h 55"/>
                    <a:gd name="T2" fmla="*/ 20 w 29"/>
                    <a:gd name="T3" fmla="*/ 7 h 55"/>
                    <a:gd name="T4" fmla="*/ 25 w 29"/>
                    <a:gd name="T5" fmla="*/ 1 h 55"/>
                    <a:gd name="T6" fmla="*/ 26 w 29"/>
                    <a:gd name="T7" fmla="*/ 9 h 55"/>
                    <a:gd name="T8" fmla="*/ 16 w 29"/>
                    <a:gd name="T9" fmla="*/ 39 h 55"/>
                    <a:gd name="T10" fmla="*/ 13 w 29"/>
                    <a:gd name="T11" fmla="*/ 52 h 55"/>
                    <a:gd name="T12" fmla="*/ 7 w 29"/>
                    <a:gd name="T13" fmla="*/ 54 h 55"/>
                    <a:gd name="T14" fmla="*/ 2 w 29"/>
                    <a:gd name="T15" fmla="*/ 41 h 55"/>
                    <a:gd name="T16" fmla="*/ 3 w 29"/>
                    <a:gd name="T17" fmla="*/ 32 h 55"/>
                    <a:gd name="T18" fmla="*/ 2 w 29"/>
                    <a:gd name="T19" fmla="*/ 6 h 55"/>
                    <a:gd name="T20" fmla="*/ 6 w 29"/>
                    <a:gd name="T21" fmla="*/ 5 h 55"/>
                    <a:gd name="T22" fmla="*/ 10 w 29"/>
                    <a:gd name="T23" fmla="*/ 14 h 55"/>
                    <a:gd name="T24" fmla="*/ 11 w 29"/>
                    <a:gd name="T25" fmla="*/ 30 h 55"/>
                    <a:gd name="T26" fmla="*/ 12 w 29"/>
                    <a:gd name="T27" fmla="*/ 3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55">
                      <a:moveTo>
                        <a:pt x="12" y="30"/>
                      </a:moveTo>
                      <a:cubicBezTo>
                        <a:pt x="15" y="23"/>
                        <a:pt x="17" y="15"/>
                        <a:pt x="20" y="7"/>
                      </a:cubicBezTo>
                      <a:cubicBezTo>
                        <a:pt x="21" y="5"/>
                        <a:pt x="21" y="0"/>
                        <a:pt x="25" y="1"/>
                      </a:cubicBezTo>
                      <a:cubicBezTo>
                        <a:pt x="29" y="2"/>
                        <a:pt x="27" y="6"/>
                        <a:pt x="26" y="9"/>
                      </a:cubicBezTo>
                      <a:cubicBezTo>
                        <a:pt x="23" y="19"/>
                        <a:pt x="19" y="29"/>
                        <a:pt x="16" y="39"/>
                      </a:cubicBezTo>
                      <a:cubicBezTo>
                        <a:pt x="15" y="43"/>
                        <a:pt x="14" y="48"/>
                        <a:pt x="13" y="52"/>
                      </a:cubicBezTo>
                      <a:cubicBezTo>
                        <a:pt x="12" y="55"/>
                        <a:pt x="10" y="55"/>
                        <a:pt x="7" y="54"/>
                      </a:cubicBezTo>
                      <a:cubicBezTo>
                        <a:pt x="1" y="50"/>
                        <a:pt x="0" y="49"/>
                        <a:pt x="2" y="41"/>
                      </a:cubicBezTo>
                      <a:cubicBezTo>
                        <a:pt x="3" y="38"/>
                        <a:pt x="3" y="35"/>
                        <a:pt x="3" y="32"/>
                      </a:cubicBezTo>
                      <a:cubicBezTo>
                        <a:pt x="3" y="23"/>
                        <a:pt x="2" y="15"/>
                        <a:pt x="2" y="6"/>
                      </a:cubicBezTo>
                      <a:cubicBezTo>
                        <a:pt x="2" y="3"/>
                        <a:pt x="5" y="3"/>
                        <a:pt x="6" y="5"/>
                      </a:cubicBezTo>
                      <a:cubicBezTo>
                        <a:pt x="8" y="7"/>
                        <a:pt x="10" y="11"/>
                        <a:pt x="10" y="14"/>
                      </a:cubicBezTo>
                      <a:cubicBezTo>
                        <a:pt x="11" y="19"/>
                        <a:pt x="11" y="25"/>
                        <a:pt x="11" y="30"/>
                      </a:cubicBezTo>
                      <a:cubicBezTo>
                        <a:pt x="11" y="30"/>
                        <a:pt x="12" y="30"/>
                        <a:pt x="12"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2" name="Freeform 20">
                  <a:extLst>
                    <a:ext uri="{FF2B5EF4-FFF2-40B4-BE49-F238E27FC236}">
                      <a16:creationId xmlns:a16="http://schemas.microsoft.com/office/drawing/2014/main" id="{28D425C4-CE02-4413-BBE1-2E9FA0CC0E90}"/>
                    </a:ext>
                  </a:extLst>
                </p:cNvPr>
                <p:cNvSpPr>
                  <a:spLocks/>
                </p:cNvSpPr>
                <p:nvPr/>
              </p:nvSpPr>
              <p:spPr bwMode="auto">
                <a:xfrm>
                  <a:off x="6259513" y="2933701"/>
                  <a:ext cx="114300" cy="73025"/>
                </a:xfrm>
                <a:custGeom>
                  <a:avLst/>
                  <a:gdLst>
                    <a:gd name="T0" fmla="*/ 27 w 27"/>
                    <a:gd name="T1" fmla="*/ 1 h 17"/>
                    <a:gd name="T2" fmla="*/ 16 w 27"/>
                    <a:gd name="T3" fmla="*/ 14 h 17"/>
                    <a:gd name="T4" fmla="*/ 5 w 27"/>
                    <a:gd name="T5" fmla="*/ 13 h 17"/>
                    <a:gd name="T6" fmla="*/ 0 w 27"/>
                    <a:gd name="T7" fmla="*/ 4 h 17"/>
                    <a:gd name="T8" fmla="*/ 9 w 27"/>
                    <a:gd name="T9" fmla="*/ 2 h 17"/>
                    <a:gd name="T10" fmla="*/ 27 w 27"/>
                    <a:gd name="T11" fmla="*/ 0 h 17"/>
                    <a:gd name="T12" fmla="*/ 27 w 27"/>
                    <a:gd name="T13" fmla="*/ 1 h 17"/>
                  </a:gdLst>
                  <a:ahLst/>
                  <a:cxnLst>
                    <a:cxn ang="0">
                      <a:pos x="T0" y="T1"/>
                    </a:cxn>
                    <a:cxn ang="0">
                      <a:pos x="T2" y="T3"/>
                    </a:cxn>
                    <a:cxn ang="0">
                      <a:pos x="T4" y="T5"/>
                    </a:cxn>
                    <a:cxn ang="0">
                      <a:pos x="T6" y="T7"/>
                    </a:cxn>
                    <a:cxn ang="0">
                      <a:pos x="T8" y="T9"/>
                    </a:cxn>
                    <a:cxn ang="0">
                      <a:pos x="T10" y="T11"/>
                    </a:cxn>
                    <a:cxn ang="0">
                      <a:pos x="T12" y="T13"/>
                    </a:cxn>
                  </a:cxnLst>
                  <a:rect l="0" t="0" r="r" b="b"/>
                  <a:pathLst>
                    <a:path w="27" h="17">
                      <a:moveTo>
                        <a:pt x="27" y="1"/>
                      </a:moveTo>
                      <a:cubicBezTo>
                        <a:pt x="24" y="6"/>
                        <a:pt x="20" y="10"/>
                        <a:pt x="16" y="14"/>
                      </a:cubicBezTo>
                      <a:cubicBezTo>
                        <a:pt x="14" y="17"/>
                        <a:pt x="8" y="16"/>
                        <a:pt x="5" y="13"/>
                      </a:cubicBezTo>
                      <a:cubicBezTo>
                        <a:pt x="3" y="10"/>
                        <a:pt x="1" y="7"/>
                        <a:pt x="0" y="4"/>
                      </a:cubicBezTo>
                      <a:cubicBezTo>
                        <a:pt x="3" y="3"/>
                        <a:pt x="6" y="2"/>
                        <a:pt x="9" y="2"/>
                      </a:cubicBezTo>
                      <a:cubicBezTo>
                        <a:pt x="15" y="1"/>
                        <a:pt x="21" y="1"/>
                        <a:pt x="27" y="0"/>
                      </a:cubicBezTo>
                      <a:cubicBezTo>
                        <a:pt x="27" y="1"/>
                        <a:pt x="27" y="1"/>
                        <a:pt x="2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sp>
            <p:nvSpPr>
              <p:cNvPr id="38" name="Freeform 11">
                <a:extLst>
                  <a:ext uri="{FF2B5EF4-FFF2-40B4-BE49-F238E27FC236}">
                    <a16:creationId xmlns:a16="http://schemas.microsoft.com/office/drawing/2014/main" id="{9E7CBDC3-9BA0-4307-8967-3267E5966ED9}"/>
                  </a:ext>
                </a:extLst>
              </p:cNvPr>
              <p:cNvSpPr>
                <a:spLocks noEditPoints="1"/>
              </p:cNvSpPr>
              <p:nvPr/>
            </p:nvSpPr>
            <p:spPr bwMode="auto">
              <a:xfrm>
                <a:off x="9065451" y="2270918"/>
                <a:ext cx="439964" cy="615950"/>
              </a:xfrm>
              <a:custGeom>
                <a:avLst/>
                <a:gdLst>
                  <a:gd name="T0" fmla="*/ 29 w 72"/>
                  <a:gd name="T1" fmla="*/ 49 h 102"/>
                  <a:gd name="T2" fmla="*/ 15 w 72"/>
                  <a:gd name="T3" fmla="*/ 43 h 102"/>
                  <a:gd name="T4" fmla="*/ 10 w 72"/>
                  <a:gd name="T5" fmla="*/ 21 h 102"/>
                  <a:gd name="T6" fmla="*/ 13 w 72"/>
                  <a:gd name="T7" fmla="*/ 15 h 102"/>
                  <a:gd name="T8" fmla="*/ 19 w 72"/>
                  <a:gd name="T9" fmla="*/ 18 h 102"/>
                  <a:gd name="T10" fmla="*/ 20 w 72"/>
                  <a:gd name="T11" fmla="*/ 26 h 102"/>
                  <a:gd name="T12" fmla="*/ 35 w 72"/>
                  <a:gd name="T13" fmla="*/ 22 h 102"/>
                  <a:gd name="T14" fmla="*/ 40 w 72"/>
                  <a:gd name="T15" fmla="*/ 16 h 102"/>
                  <a:gd name="T16" fmla="*/ 43 w 72"/>
                  <a:gd name="T17" fmla="*/ 14 h 102"/>
                  <a:gd name="T18" fmla="*/ 44 w 72"/>
                  <a:gd name="T19" fmla="*/ 19 h 102"/>
                  <a:gd name="T20" fmla="*/ 43 w 72"/>
                  <a:gd name="T21" fmla="*/ 28 h 102"/>
                  <a:gd name="T22" fmla="*/ 36 w 72"/>
                  <a:gd name="T23" fmla="*/ 40 h 102"/>
                  <a:gd name="T24" fmla="*/ 37 w 72"/>
                  <a:gd name="T25" fmla="*/ 42 h 102"/>
                  <a:gd name="T26" fmla="*/ 44 w 72"/>
                  <a:gd name="T27" fmla="*/ 38 h 102"/>
                  <a:gd name="T28" fmla="*/ 56 w 72"/>
                  <a:gd name="T29" fmla="*/ 20 h 102"/>
                  <a:gd name="T30" fmla="*/ 49 w 72"/>
                  <a:gd name="T31" fmla="*/ 9 h 102"/>
                  <a:gd name="T32" fmla="*/ 28 w 72"/>
                  <a:gd name="T33" fmla="*/ 14 h 102"/>
                  <a:gd name="T34" fmla="*/ 20 w 72"/>
                  <a:gd name="T35" fmla="*/ 13 h 102"/>
                  <a:gd name="T36" fmla="*/ 22 w 72"/>
                  <a:gd name="T37" fmla="*/ 6 h 102"/>
                  <a:gd name="T38" fmla="*/ 50 w 72"/>
                  <a:gd name="T39" fmla="*/ 1 h 102"/>
                  <a:gd name="T40" fmla="*/ 68 w 72"/>
                  <a:gd name="T41" fmla="*/ 12 h 102"/>
                  <a:gd name="T42" fmla="*/ 67 w 72"/>
                  <a:gd name="T43" fmla="*/ 24 h 102"/>
                  <a:gd name="T44" fmla="*/ 49 w 72"/>
                  <a:gd name="T45" fmla="*/ 48 h 102"/>
                  <a:gd name="T46" fmla="*/ 42 w 72"/>
                  <a:gd name="T47" fmla="*/ 49 h 102"/>
                  <a:gd name="T48" fmla="*/ 37 w 72"/>
                  <a:gd name="T49" fmla="*/ 47 h 102"/>
                  <a:gd name="T50" fmla="*/ 35 w 72"/>
                  <a:gd name="T51" fmla="*/ 52 h 102"/>
                  <a:gd name="T52" fmla="*/ 41 w 72"/>
                  <a:gd name="T53" fmla="*/ 58 h 102"/>
                  <a:gd name="T54" fmla="*/ 48 w 72"/>
                  <a:gd name="T55" fmla="*/ 57 h 102"/>
                  <a:gd name="T56" fmla="*/ 53 w 72"/>
                  <a:gd name="T57" fmla="*/ 59 h 102"/>
                  <a:gd name="T58" fmla="*/ 53 w 72"/>
                  <a:gd name="T59" fmla="*/ 66 h 102"/>
                  <a:gd name="T60" fmla="*/ 48 w 72"/>
                  <a:gd name="T61" fmla="*/ 70 h 102"/>
                  <a:gd name="T62" fmla="*/ 37 w 72"/>
                  <a:gd name="T63" fmla="*/ 81 h 102"/>
                  <a:gd name="T64" fmla="*/ 45 w 72"/>
                  <a:gd name="T65" fmla="*/ 81 h 102"/>
                  <a:gd name="T66" fmla="*/ 57 w 72"/>
                  <a:gd name="T67" fmla="*/ 89 h 102"/>
                  <a:gd name="T68" fmla="*/ 51 w 72"/>
                  <a:gd name="T69" fmla="*/ 98 h 102"/>
                  <a:gd name="T70" fmla="*/ 26 w 72"/>
                  <a:gd name="T71" fmla="*/ 101 h 102"/>
                  <a:gd name="T72" fmla="*/ 17 w 72"/>
                  <a:gd name="T73" fmla="*/ 96 h 102"/>
                  <a:gd name="T74" fmla="*/ 15 w 72"/>
                  <a:gd name="T75" fmla="*/ 94 h 102"/>
                  <a:gd name="T76" fmla="*/ 19 w 72"/>
                  <a:gd name="T77" fmla="*/ 77 h 102"/>
                  <a:gd name="T78" fmla="*/ 27 w 72"/>
                  <a:gd name="T79" fmla="*/ 70 h 102"/>
                  <a:gd name="T80" fmla="*/ 27 w 72"/>
                  <a:gd name="T81" fmla="*/ 69 h 102"/>
                  <a:gd name="T82" fmla="*/ 21 w 72"/>
                  <a:gd name="T83" fmla="*/ 71 h 102"/>
                  <a:gd name="T84" fmla="*/ 9 w 72"/>
                  <a:gd name="T85" fmla="*/ 76 h 102"/>
                  <a:gd name="T86" fmla="*/ 3 w 72"/>
                  <a:gd name="T87" fmla="*/ 75 h 102"/>
                  <a:gd name="T88" fmla="*/ 4 w 72"/>
                  <a:gd name="T89" fmla="*/ 69 h 102"/>
                  <a:gd name="T90" fmla="*/ 26 w 72"/>
                  <a:gd name="T91" fmla="*/ 60 h 102"/>
                  <a:gd name="T92" fmla="*/ 28 w 72"/>
                  <a:gd name="T93" fmla="*/ 57 h 102"/>
                  <a:gd name="T94" fmla="*/ 29 w 72"/>
                  <a:gd name="T95" fmla="*/ 49 h 102"/>
                  <a:gd name="T96" fmla="*/ 34 w 72"/>
                  <a:gd name="T97" fmla="*/ 29 h 102"/>
                  <a:gd name="T98" fmla="*/ 33 w 72"/>
                  <a:gd name="T99" fmla="*/ 28 h 102"/>
                  <a:gd name="T100" fmla="*/ 26 w 72"/>
                  <a:gd name="T101" fmla="*/ 32 h 102"/>
                  <a:gd name="T102" fmla="*/ 23 w 72"/>
                  <a:gd name="T103" fmla="*/ 36 h 102"/>
                  <a:gd name="T104" fmla="*/ 26 w 72"/>
                  <a:gd name="T105" fmla="*/ 42 h 102"/>
                  <a:gd name="T106" fmla="*/ 31 w 72"/>
                  <a:gd name="T107" fmla="*/ 40 h 102"/>
                  <a:gd name="T108" fmla="*/ 34 w 72"/>
                  <a:gd name="T109" fmla="*/ 29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2" h="102">
                    <a:moveTo>
                      <a:pt x="29" y="49"/>
                    </a:moveTo>
                    <a:cubicBezTo>
                      <a:pt x="19" y="52"/>
                      <a:pt x="18" y="52"/>
                      <a:pt x="15" y="43"/>
                    </a:cubicBezTo>
                    <a:cubicBezTo>
                      <a:pt x="13" y="36"/>
                      <a:pt x="11" y="28"/>
                      <a:pt x="10" y="21"/>
                    </a:cubicBezTo>
                    <a:cubicBezTo>
                      <a:pt x="9" y="19"/>
                      <a:pt x="11" y="16"/>
                      <a:pt x="13" y="15"/>
                    </a:cubicBezTo>
                    <a:cubicBezTo>
                      <a:pt x="16" y="13"/>
                      <a:pt x="18" y="16"/>
                      <a:pt x="19" y="18"/>
                    </a:cubicBezTo>
                    <a:cubicBezTo>
                      <a:pt x="19" y="21"/>
                      <a:pt x="20" y="23"/>
                      <a:pt x="20" y="26"/>
                    </a:cubicBezTo>
                    <a:cubicBezTo>
                      <a:pt x="26" y="25"/>
                      <a:pt x="31" y="24"/>
                      <a:pt x="35" y="22"/>
                    </a:cubicBezTo>
                    <a:cubicBezTo>
                      <a:pt x="37" y="21"/>
                      <a:pt x="38" y="18"/>
                      <a:pt x="40" y="16"/>
                    </a:cubicBezTo>
                    <a:cubicBezTo>
                      <a:pt x="41" y="15"/>
                      <a:pt x="42" y="14"/>
                      <a:pt x="43" y="14"/>
                    </a:cubicBezTo>
                    <a:cubicBezTo>
                      <a:pt x="44" y="15"/>
                      <a:pt x="44" y="17"/>
                      <a:pt x="44" y="19"/>
                    </a:cubicBezTo>
                    <a:cubicBezTo>
                      <a:pt x="44" y="22"/>
                      <a:pt x="43" y="25"/>
                      <a:pt x="43" y="28"/>
                    </a:cubicBezTo>
                    <a:cubicBezTo>
                      <a:pt x="37" y="29"/>
                      <a:pt x="39" y="36"/>
                      <a:pt x="36" y="40"/>
                    </a:cubicBezTo>
                    <a:cubicBezTo>
                      <a:pt x="36" y="41"/>
                      <a:pt x="37" y="41"/>
                      <a:pt x="37" y="42"/>
                    </a:cubicBezTo>
                    <a:cubicBezTo>
                      <a:pt x="39" y="41"/>
                      <a:pt x="42" y="40"/>
                      <a:pt x="44" y="38"/>
                    </a:cubicBezTo>
                    <a:cubicBezTo>
                      <a:pt x="48" y="32"/>
                      <a:pt x="52" y="26"/>
                      <a:pt x="56" y="20"/>
                    </a:cubicBezTo>
                    <a:cubicBezTo>
                      <a:pt x="59" y="15"/>
                      <a:pt x="56" y="9"/>
                      <a:pt x="49" y="9"/>
                    </a:cubicBezTo>
                    <a:cubicBezTo>
                      <a:pt x="42" y="8"/>
                      <a:pt x="34" y="10"/>
                      <a:pt x="28" y="14"/>
                    </a:cubicBezTo>
                    <a:cubicBezTo>
                      <a:pt x="25" y="16"/>
                      <a:pt x="22" y="15"/>
                      <a:pt x="20" y="13"/>
                    </a:cubicBezTo>
                    <a:cubicBezTo>
                      <a:pt x="17" y="9"/>
                      <a:pt x="17" y="7"/>
                      <a:pt x="22" y="6"/>
                    </a:cubicBezTo>
                    <a:cubicBezTo>
                      <a:pt x="31" y="3"/>
                      <a:pt x="40" y="0"/>
                      <a:pt x="50" y="1"/>
                    </a:cubicBezTo>
                    <a:cubicBezTo>
                      <a:pt x="58" y="1"/>
                      <a:pt x="63" y="7"/>
                      <a:pt x="68" y="12"/>
                    </a:cubicBezTo>
                    <a:cubicBezTo>
                      <a:pt x="72" y="15"/>
                      <a:pt x="70" y="20"/>
                      <a:pt x="67" y="24"/>
                    </a:cubicBezTo>
                    <a:cubicBezTo>
                      <a:pt x="61" y="32"/>
                      <a:pt x="55" y="40"/>
                      <a:pt x="49" y="48"/>
                    </a:cubicBezTo>
                    <a:cubicBezTo>
                      <a:pt x="47" y="51"/>
                      <a:pt x="45" y="52"/>
                      <a:pt x="42" y="49"/>
                    </a:cubicBezTo>
                    <a:cubicBezTo>
                      <a:pt x="41" y="48"/>
                      <a:pt x="38" y="47"/>
                      <a:pt x="37" y="47"/>
                    </a:cubicBezTo>
                    <a:cubicBezTo>
                      <a:pt x="36" y="48"/>
                      <a:pt x="35" y="50"/>
                      <a:pt x="35" y="52"/>
                    </a:cubicBezTo>
                    <a:cubicBezTo>
                      <a:pt x="34" y="59"/>
                      <a:pt x="34" y="59"/>
                      <a:pt x="41" y="58"/>
                    </a:cubicBezTo>
                    <a:cubicBezTo>
                      <a:pt x="43" y="57"/>
                      <a:pt x="46" y="56"/>
                      <a:pt x="48" y="57"/>
                    </a:cubicBezTo>
                    <a:cubicBezTo>
                      <a:pt x="50" y="57"/>
                      <a:pt x="53" y="58"/>
                      <a:pt x="53" y="59"/>
                    </a:cubicBezTo>
                    <a:cubicBezTo>
                      <a:pt x="54" y="61"/>
                      <a:pt x="54" y="64"/>
                      <a:pt x="53" y="66"/>
                    </a:cubicBezTo>
                    <a:cubicBezTo>
                      <a:pt x="52" y="68"/>
                      <a:pt x="50" y="69"/>
                      <a:pt x="48" y="70"/>
                    </a:cubicBezTo>
                    <a:cubicBezTo>
                      <a:pt x="44" y="73"/>
                      <a:pt x="39" y="75"/>
                      <a:pt x="37" y="81"/>
                    </a:cubicBezTo>
                    <a:cubicBezTo>
                      <a:pt x="40" y="81"/>
                      <a:pt x="43" y="81"/>
                      <a:pt x="45" y="81"/>
                    </a:cubicBezTo>
                    <a:cubicBezTo>
                      <a:pt x="51" y="81"/>
                      <a:pt x="56" y="84"/>
                      <a:pt x="57" y="89"/>
                    </a:cubicBezTo>
                    <a:cubicBezTo>
                      <a:pt x="58" y="93"/>
                      <a:pt x="55" y="97"/>
                      <a:pt x="51" y="98"/>
                    </a:cubicBezTo>
                    <a:cubicBezTo>
                      <a:pt x="43" y="99"/>
                      <a:pt x="35" y="100"/>
                      <a:pt x="26" y="101"/>
                    </a:cubicBezTo>
                    <a:cubicBezTo>
                      <a:pt x="22" y="102"/>
                      <a:pt x="19" y="100"/>
                      <a:pt x="17" y="96"/>
                    </a:cubicBezTo>
                    <a:cubicBezTo>
                      <a:pt x="16" y="96"/>
                      <a:pt x="16" y="95"/>
                      <a:pt x="15" y="94"/>
                    </a:cubicBezTo>
                    <a:cubicBezTo>
                      <a:pt x="11" y="84"/>
                      <a:pt x="11" y="84"/>
                      <a:pt x="19" y="77"/>
                    </a:cubicBezTo>
                    <a:cubicBezTo>
                      <a:pt x="22" y="75"/>
                      <a:pt x="24" y="72"/>
                      <a:pt x="27" y="70"/>
                    </a:cubicBezTo>
                    <a:cubicBezTo>
                      <a:pt x="27" y="70"/>
                      <a:pt x="27" y="69"/>
                      <a:pt x="27" y="69"/>
                    </a:cubicBezTo>
                    <a:cubicBezTo>
                      <a:pt x="25" y="69"/>
                      <a:pt x="23" y="70"/>
                      <a:pt x="21" y="71"/>
                    </a:cubicBezTo>
                    <a:cubicBezTo>
                      <a:pt x="17" y="72"/>
                      <a:pt x="13" y="74"/>
                      <a:pt x="9" y="76"/>
                    </a:cubicBezTo>
                    <a:cubicBezTo>
                      <a:pt x="7" y="76"/>
                      <a:pt x="5" y="76"/>
                      <a:pt x="3" y="75"/>
                    </a:cubicBezTo>
                    <a:cubicBezTo>
                      <a:pt x="0" y="72"/>
                      <a:pt x="0" y="71"/>
                      <a:pt x="4" y="69"/>
                    </a:cubicBezTo>
                    <a:cubicBezTo>
                      <a:pt x="12" y="66"/>
                      <a:pt x="19" y="63"/>
                      <a:pt x="26" y="60"/>
                    </a:cubicBezTo>
                    <a:cubicBezTo>
                      <a:pt x="27" y="60"/>
                      <a:pt x="28" y="58"/>
                      <a:pt x="28" y="57"/>
                    </a:cubicBezTo>
                    <a:cubicBezTo>
                      <a:pt x="29" y="55"/>
                      <a:pt x="29" y="52"/>
                      <a:pt x="29" y="49"/>
                    </a:cubicBezTo>
                    <a:close/>
                    <a:moveTo>
                      <a:pt x="34" y="29"/>
                    </a:moveTo>
                    <a:cubicBezTo>
                      <a:pt x="34" y="29"/>
                      <a:pt x="34" y="29"/>
                      <a:pt x="33" y="28"/>
                    </a:cubicBezTo>
                    <a:cubicBezTo>
                      <a:pt x="31" y="29"/>
                      <a:pt x="28" y="30"/>
                      <a:pt x="26" y="32"/>
                    </a:cubicBezTo>
                    <a:cubicBezTo>
                      <a:pt x="24" y="32"/>
                      <a:pt x="22" y="34"/>
                      <a:pt x="23" y="36"/>
                    </a:cubicBezTo>
                    <a:cubicBezTo>
                      <a:pt x="23" y="38"/>
                      <a:pt x="25" y="40"/>
                      <a:pt x="26" y="42"/>
                    </a:cubicBezTo>
                    <a:cubicBezTo>
                      <a:pt x="27" y="42"/>
                      <a:pt x="30" y="41"/>
                      <a:pt x="31" y="40"/>
                    </a:cubicBezTo>
                    <a:cubicBezTo>
                      <a:pt x="32" y="37"/>
                      <a:pt x="33" y="33"/>
                      <a:pt x="34" y="29"/>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9" name="Freeform 12">
                <a:extLst>
                  <a:ext uri="{FF2B5EF4-FFF2-40B4-BE49-F238E27FC236}">
                    <a16:creationId xmlns:a16="http://schemas.microsoft.com/office/drawing/2014/main" id="{D88D9717-3185-4A77-8E18-2A8659D441F7}"/>
                  </a:ext>
                </a:extLst>
              </p:cNvPr>
              <p:cNvSpPr>
                <a:spLocks/>
              </p:cNvSpPr>
              <p:nvPr/>
            </p:nvSpPr>
            <p:spPr bwMode="auto">
              <a:xfrm>
                <a:off x="8878184" y="2293480"/>
                <a:ext cx="236904" cy="593388"/>
              </a:xfrm>
              <a:custGeom>
                <a:avLst/>
                <a:gdLst>
                  <a:gd name="T0" fmla="*/ 30 w 39"/>
                  <a:gd name="T1" fmla="*/ 44 h 98"/>
                  <a:gd name="T2" fmla="*/ 36 w 39"/>
                  <a:gd name="T3" fmla="*/ 34 h 98"/>
                  <a:gd name="T4" fmla="*/ 37 w 39"/>
                  <a:gd name="T5" fmla="*/ 51 h 98"/>
                  <a:gd name="T6" fmla="*/ 25 w 39"/>
                  <a:gd name="T7" fmla="*/ 82 h 98"/>
                  <a:gd name="T8" fmla="*/ 21 w 39"/>
                  <a:gd name="T9" fmla="*/ 98 h 98"/>
                  <a:gd name="T10" fmla="*/ 13 w 39"/>
                  <a:gd name="T11" fmla="*/ 96 h 98"/>
                  <a:gd name="T12" fmla="*/ 5 w 39"/>
                  <a:gd name="T13" fmla="*/ 83 h 98"/>
                  <a:gd name="T14" fmla="*/ 11 w 39"/>
                  <a:gd name="T15" fmla="*/ 62 h 98"/>
                  <a:gd name="T16" fmla="*/ 9 w 39"/>
                  <a:gd name="T17" fmla="*/ 43 h 98"/>
                  <a:gd name="T18" fmla="*/ 12 w 39"/>
                  <a:gd name="T19" fmla="*/ 38 h 98"/>
                  <a:gd name="T20" fmla="*/ 18 w 39"/>
                  <a:gd name="T21" fmla="*/ 33 h 98"/>
                  <a:gd name="T22" fmla="*/ 23 w 39"/>
                  <a:gd name="T23" fmla="*/ 12 h 98"/>
                  <a:gd name="T24" fmla="*/ 11 w 39"/>
                  <a:gd name="T25" fmla="*/ 16 h 98"/>
                  <a:gd name="T26" fmla="*/ 2 w 39"/>
                  <a:gd name="T27" fmla="*/ 16 h 98"/>
                  <a:gd name="T28" fmla="*/ 0 w 39"/>
                  <a:gd name="T29" fmla="*/ 12 h 98"/>
                  <a:gd name="T30" fmla="*/ 3 w 39"/>
                  <a:gd name="T31" fmla="*/ 10 h 98"/>
                  <a:gd name="T32" fmla="*/ 16 w 39"/>
                  <a:gd name="T33" fmla="*/ 7 h 98"/>
                  <a:gd name="T34" fmla="*/ 26 w 39"/>
                  <a:gd name="T35" fmla="*/ 2 h 98"/>
                  <a:gd name="T36" fmla="*/ 32 w 39"/>
                  <a:gd name="T37" fmla="*/ 1 h 98"/>
                  <a:gd name="T38" fmla="*/ 35 w 39"/>
                  <a:gd name="T39" fmla="*/ 9 h 98"/>
                  <a:gd name="T40" fmla="*/ 34 w 39"/>
                  <a:gd name="T41" fmla="*/ 11 h 98"/>
                  <a:gd name="T42" fmla="*/ 27 w 39"/>
                  <a:gd name="T43" fmla="*/ 38 h 98"/>
                  <a:gd name="T44" fmla="*/ 28 w 39"/>
                  <a:gd name="T45" fmla="*/ 44 h 98"/>
                  <a:gd name="T46" fmla="*/ 30 w 39"/>
                  <a:gd name="T47" fmla="*/ 44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9" h="98">
                    <a:moveTo>
                      <a:pt x="30" y="44"/>
                    </a:moveTo>
                    <a:cubicBezTo>
                      <a:pt x="32" y="41"/>
                      <a:pt x="34" y="38"/>
                      <a:pt x="36" y="34"/>
                    </a:cubicBezTo>
                    <a:cubicBezTo>
                      <a:pt x="37" y="40"/>
                      <a:pt x="39" y="45"/>
                      <a:pt x="37" y="51"/>
                    </a:cubicBezTo>
                    <a:cubicBezTo>
                      <a:pt x="33" y="61"/>
                      <a:pt x="29" y="72"/>
                      <a:pt x="25" y="82"/>
                    </a:cubicBezTo>
                    <a:cubicBezTo>
                      <a:pt x="23" y="87"/>
                      <a:pt x="23" y="92"/>
                      <a:pt x="21" y="98"/>
                    </a:cubicBezTo>
                    <a:cubicBezTo>
                      <a:pt x="18" y="97"/>
                      <a:pt x="15" y="97"/>
                      <a:pt x="13" y="96"/>
                    </a:cubicBezTo>
                    <a:cubicBezTo>
                      <a:pt x="7" y="94"/>
                      <a:pt x="3" y="89"/>
                      <a:pt x="5" y="83"/>
                    </a:cubicBezTo>
                    <a:cubicBezTo>
                      <a:pt x="7" y="76"/>
                      <a:pt x="9" y="69"/>
                      <a:pt x="11" y="62"/>
                    </a:cubicBezTo>
                    <a:cubicBezTo>
                      <a:pt x="13" y="56"/>
                      <a:pt x="14" y="49"/>
                      <a:pt x="9" y="43"/>
                    </a:cubicBezTo>
                    <a:cubicBezTo>
                      <a:pt x="7" y="39"/>
                      <a:pt x="9" y="38"/>
                      <a:pt x="12" y="38"/>
                    </a:cubicBezTo>
                    <a:cubicBezTo>
                      <a:pt x="17" y="39"/>
                      <a:pt x="17" y="37"/>
                      <a:pt x="18" y="33"/>
                    </a:cubicBezTo>
                    <a:cubicBezTo>
                      <a:pt x="19" y="26"/>
                      <a:pt x="21" y="20"/>
                      <a:pt x="23" y="12"/>
                    </a:cubicBezTo>
                    <a:cubicBezTo>
                      <a:pt x="19" y="13"/>
                      <a:pt x="15" y="15"/>
                      <a:pt x="11" y="16"/>
                    </a:cubicBezTo>
                    <a:cubicBezTo>
                      <a:pt x="8" y="17"/>
                      <a:pt x="5" y="16"/>
                      <a:pt x="2" y="16"/>
                    </a:cubicBezTo>
                    <a:cubicBezTo>
                      <a:pt x="1" y="15"/>
                      <a:pt x="0" y="13"/>
                      <a:pt x="0" y="12"/>
                    </a:cubicBezTo>
                    <a:cubicBezTo>
                      <a:pt x="1" y="11"/>
                      <a:pt x="2" y="10"/>
                      <a:pt x="3" y="10"/>
                    </a:cubicBezTo>
                    <a:cubicBezTo>
                      <a:pt x="7" y="8"/>
                      <a:pt x="12" y="8"/>
                      <a:pt x="16" y="7"/>
                    </a:cubicBezTo>
                    <a:cubicBezTo>
                      <a:pt x="19" y="5"/>
                      <a:pt x="22" y="3"/>
                      <a:pt x="26" y="2"/>
                    </a:cubicBezTo>
                    <a:cubicBezTo>
                      <a:pt x="28" y="1"/>
                      <a:pt x="32" y="0"/>
                      <a:pt x="32" y="1"/>
                    </a:cubicBezTo>
                    <a:cubicBezTo>
                      <a:pt x="34" y="3"/>
                      <a:pt x="35" y="6"/>
                      <a:pt x="35" y="9"/>
                    </a:cubicBezTo>
                    <a:cubicBezTo>
                      <a:pt x="36" y="9"/>
                      <a:pt x="35" y="10"/>
                      <a:pt x="34" y="11"/>
                    </a:cubicBezTo>
                    <a:cubicBezTo>
                      <a:pt x="27" y="19"/>
                      <a:pt x="28" y="29"/>
                      <a:pt x="27" y="38"/>
                    </a:cubicBezTo>
                    <a:cubicBezTo>
                      <a:pt x="27" y="40"/>
                      <a:pt x="28" y="42"/>
                      <a:pt x="28" y="44"/>
                    </a:cubicBezTo>
                    <a:cubicBezTo>
                      <a:pt x="29" y="44"/>
                      <a:pt x="29" y="44"/>
                      <a:pt x="30" y="44"/>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grpSp>
      </p:grpSp>
      <p:pic>
        <p:nvPicPr>
          <p:cNvPr id="57" name="图片 56"/>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9837818" y="252089"/>
            <a:ext cx="1969223" cy="432990"/>
          </a:xfrm>
          <a:prstGeom prst="rect">
            <a:avLst/>
          </a:prstGeom>
        </p:spPr>
      </p:pic>
      <p:grpSp>
        <p:nvGrpSpPr>
          <p:cNvPr id="2" name="组合 1"/>
          <p:cNvGrpSpPr/>
          <p:nvPr userDrawn="1"/>
        </p:nvGrpSpPr>
        <p:grpSpPr>
          <a:xfrm>
            <a:off x="-9524" y="122428"/>
            <a:ext cx="559928" cy="699303"/>
            <a:chOff x="-9524" y="122428"/>
            <a:chExt cx="559928" cy="699303"/>
          </a:xfrm>
        </p:grpSpPr>
        <p:sp>
          <p:nvSpPr>
            <p:cNvPr id="85" name="任意多边形: 形状 56">
              <a:extLst>
                <a:ext uri="{FF2B5EF4-FFF2-40B4-BE49-F238E27FC236}">
                  <a16:creationId xmlns:a16="http://schemas.microsoft.com/office/drawing/2014/main" id="{77A3E9FF-E8D6-4864-AD9A-BC3E704158E7}"/>
                </a:ext>
              </a:extLst>
            </p:cNvPr>
            <p:cNvSpPr/>
            <p:nvPr userDrawn="1"/>
          </p:nvSpPr>
          <p:spPr>
            <a:xfrm>
              <a:off x="-9524" y="122428"/>
              <a:ext cx="559928" cy="699303"/>
            </a:xfrm>
            <a:custGeom>
              <a:avLst/>
              <a:gdLst>
                <a:gd name="connsiteX0" fmla="*/ 0 w 436410"/>
                <a:gd name="connsiteY0" fmla="*/ 0 h 895350"/>
                <a:gd name="connsiteX1" fmla="*/ 436410 w 436410"/>
                <a:gd name="connsiteY1" fmla="*/ 0 h 895350"/>
                <a:gd name="connsiteX2" fmla="*/ 250915 w 436410"/>
                <a:gd name="connsiteY2" fmla="*/ 895350 h 895350"/>
                <a:gd name="connsiteX3" fmla="*/ 0 w 436410"/>
                <a:gd name="connsiteY3" fmla="*/ 895350 h 895350"/>
              </a:gdLst>
              <a:ahLst/>
              <a:cxnLst>
                <a:cxn ang="0">
                  <a:pos x="connsiteX0" y="connsiteY0"/>
                </a:cxn>
                <a:cxn ang="0">
                  <a:pos x="connsiteX1" y="connsiteY1"/>
                </a:cxn>
                <a:cxn ang="0">
                  <a:pos x="connsiteX2" y="connsiteY2"/>
                </a:cxn>
                <a:cxn ang="0">
                  <a:pos x="connsiteX3" y="connsiteY3"/>
                </a:cxn>
              </a:cxnLst>
              <a:rect l="l" t="t" r="r" b="b"/>
              <a:pathLst>
                <a:path w="436410" h="895350">
                  <a:moveTo>
                    <a:pt x="0" y="0"/>
                  </a:moveTo>
                  <a:lnTo>
                    <a:pt x="436410" y="0"/>
                  </a:lnTo>
                  <a:lnTo>
                    <a:pt x="250915" y="895350"/>
                  </a:lnTo>
                  <a:lnTo>
                    <a:pt x="0" y="89535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6" name="任意多边形: 形状 57">
              <a:extLst>
                <a:ext uri="{FF2B5EF4-FFF2-40B4-BE49-F238E27FC236}">
                  <a16:creationId xmlns:a16="http://schemas.microsoft.com/office/drawing/2014/main" id="{0B39D90D-B980-4ADB-95FB-F043B008E76D}"/>
                </a:ext>
              </a:extLst>
            </p:cNvPr>
            <p:cNvSpPr/>
            <p:nvPr userDrawn="1"/>
          </p:nvSpPr>
          <p:spPr>
            <a:xfrm>
              <a:off x="417309" y="379233"/>
              <a:ext cx="96622" cy="221903"/>
            </a:xfrm>
            <a:custGeom>
              <a:avLst/>
              <a:gdLst>
                <a:gd name="connsiteX0" fmla="*/ 144879 w 185359"/>
                <a:gd name="connsiteY0" fmla="*/ 0 h 699303"/>
                <a:gd name="connsiteX1" fmla="*/ 185359 w 185359"/>
                <a:gd name="connsiteY1" fmla="*/ 0 h 699303"/>
                <a:gd name="connsiteX2" fmla="*/ 40480 w 185359"/>
                <a:gd name="connsiteY2" fmla="*/ 699303 h 699303"/>
                <a:gd name="connsiteX3" fmla="*/ 0 w 185359"/>
                <a:gd name="connsiteY3" fmla="*/ 699303 h 699303"/>
              </a:gdLst>
              <a:ahLst/>
              <a:cxnLst>
                <a:cxn ang="0">
                  <a:pos x="connsiteX0" y="connsiteY0"/>
                </a:cxn>
                <a:cxn ang="0">
                  <a:pos x="connsiteX1" y="connsiteY1"/>
                </a:cxn>
                <a:cxn ang="0">
                  <a:pos x="connsiteX2" y="connsiteY2"/>
                </a:cxn>
                <a:cxn ang="0">
                  <a:pos x="connsiteX3" y="connsiteY3"/>
                </a:cxn>
              </a:cxnLst>
              <a:rect l="l" t="t" r="r" b="b"/>
              <a:pathLst>
                <a:path w="185359" h="699303">
                  <a:moveTo>
                    <a:pt x="144879" y="0"/>
                  </a:moveTo>
                  <a:lnTo>
                    <a:pt x="185359" y="0"/>
                  </a:lnTo>
                  <a:lnTo>
                    <a:pt x="40480" y="699303"/>
                  </a:lnTo>
                  <a:lnTo>
                    <a:pt x="0" y="699303"/>
                  </a:lnTo>
                  <a:close/>
                </a:path>
              </a:pathLst>
            </a:custGeom>
            <a:solidFill>
              <a:schemeClr val="accent4"/>
            </a:solidFill>
            <a:ln w="381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87" name="直接连接符 86">
            <a:extLst>
              <a:ext uri="{FF2B5EF4-FFF2-40B4-BE49-F238E27FC236}">
                <a16:creationId xmlns:a16="http://schemas.microsoft.com/office/drawing/2014/main" id="{1375EC85-F9E6-44D2-9F15-53B5B6F75476}"/>
              </a:ext>
            </a:extLst>
          </p:cNvPr>
          <p:cNvCxnSpPr>
            <a:cxnSpLocks/>
          </p:cNvCxnSpPr>
          <p:nvPr userDrawn="1"/>
        </p:nvCxnSpPr>
        <p:spPr>
          <a:xfrm>
            <a:off x="442913" y="821731"/>
            <a:ext cx="11306175"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88" name="矩形 87">
            <a:extLst>
              <a:ext uri="{FF2B5EF4-FFF2-40B4-BE49-F238E27FC236}">
                <a16:creationId xmlns:a16="http://schemas.microsoft.com/office/drawing/2014/main" id="{CE6666C3-355D-4A5C-A830-6BBD90D5F1FE}"/>
              </a:ext>
            </a:extLst>
          </p:cNvPr>
          <p:cNvSpPr/>
          <p:nvPr userDrawn="1"/>
        </p:nvSpPr>
        <p:spPr>
          <a:xfrm>
            <a:off x="12146281" y="336478"/>
            <a:ext cx="45719" cy="26597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0" name="直接连接符 89">
            <a:extLst>
              <a:ext uri="{FF2B5EF4-FFF2-40B4-BE49-F238E27FC236}">
                <a16:creationId xmlns:a16="http://schemas.microsoft.com/office/drawing/2014/main" id="{70DEE229-ACC1-4297-A1E3-DEA16F9B9C28}"/>
              </a:ext>
            </a:extLst>
          </p:cNvPr>
          <p:cNvCxnSpPr>
            <a:cxnSpLocks/>
          </p:cNvCxnSpPr>
          <p:nvPr userDrawn="1"/>
        </p:nvCxnSpPr>
        <p:spPr>
          <a:xfrm>
            <a:off x="442913" y="6264275"/>
            <a:ext cx="11306175"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5063571"/>
      </p:ext>
    </p:extLst>
  </p:cSld>
  <p:clrMapOvr>
    <a:masterClrMapping/>
  </p:clrMapOvr>
  <p:transition spd="med">
    <p:fad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内页样式2-一段一图">
    <p:spTree>
      <p:nvGrpSpPr>
        <p:cNvPr id="1" name=""/>
        <p:cNvGrpSpPr/>
        <p:nvPr/>
      </p:nvGrpSpPr>
      <p:grpSpPr>
        <a:xfrm>
          <a:off x="0" y="0"/>
          <a:ext cx="0" cy="0"/>
          <a:chOff x="0" y="0"/>
          <a:chExt cx="0" cy="0"/>
        </a:xfrm>
      </p:grpSpPr>
      <p:sp>
        <p:nvSpPr>
          <p:cNvPr id="6" name="文本框 5"/>
          <p:cNvSpPr txBox="1">
            <a:spLocks noChangeArrowheads="1"/>
          </p:cNvSpPr>
          <p:nvPr userDrawn="1"/>
        </p:nvSpPr>
        <p:spPr bwMode="auto">
          <a:xfrm>
            <a:off x="11233150" y="6353175"/>
            <a:ext cx="55086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0">
            <a:spAutoFit/>
          </a:bodyPr>
          <a:lstStyle>
            <a:lvl1pPr>
              <a:defRPr>
                <a:solidFill>
                  <a:schemeClr val="tx1"/>
                </a:solidFill>
                <a:latin typeface="Century Gothic" panose="020B0502020202020204" pitchFamily="34" charset="0"/>
                <a:ea typeface="微软雅黑" panose="020B0503020204020204" pitchFamily="34" charset="-122"/>
              </a:defRPr>
            </a:lvl1pPr>
            <a:lvl2pPr marL="742950" indent="-285750">
              <a:defRPr>
                <a:solidFill>
                  <a:schemeClr val="tx1"/>
                </a:solidFill>
                <a:latin typeface="Century Gothic" panose="020B0502020202020204" pitchFamily="34" charset="0"/>
                <a:ea typeface="微软雅黑" panose="020B0503020204020204" pitchFamily="34" charset="-122"/>
              </a:defRPr>
            </a:lvl2pPr>
            <a:lvl3pPr marL="1143000" indent="-228600">
              <a:defRPr>
                <a:solidFill>
                  <a:schemeClr val="tx1"/>
                </a:solidFill>
                <a:latin typeface="Century Gothic" panose="020B0502020202020204" pitchFamily="34" charset="0"/>
                <a:ea typeface="微软雅黑" panose="020B0503020204020204" pitchFamily="34" charset="-122"/>
              </a:defRPr>
            </a:lvl3pPr>
            <a:lvl4pPr marL="1600200" indent="-228600">
              <a:defRPr>
                <a:solidFill>
                  <a:schemeClr val="tx1"/>
                </a:solidFill>
                <a:latin typeface="Century Gothic" panose="020B0502020202020204" pitchFamily="34" charset="0"/>
                <a:ea typeface="微软雅黑" panose="020B0503020204020204" pitchFamily="34" charset="-122"/>
              </a:defRPr>
            </a:lvl4pPr>
            <a:lvl5pPr marL="2057400" indent="-228600">
              <a:defRPr>
                <a:solidFill>
                  <a:schemeClr val="tx1"/>
                </a:solidFill>
                <a:latin typeface="Century Gothic" panose="020B050202020202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9pPr>
          </a:lstStyle>
          <a:p>
            <a:pPr algn="ctr" eaLnBrk="1" hangingPunct="1">
              <a:defRPr/>
            </a:pPr>
            <a:fld id="{4CE2CC6A-3CD6-4EB2-A6B9-76993E7CF1F2}" type="slidenum">
              <a:rPr lang="zh-CN" altLang="en-US" sz="1600" smtClean="0">
                <a:solidFill>
                  <a:schemeClr val="accent3"/>
                </a:solidFill>
                <a:latin typeface="微软雅黑" panose="020B0503020204020204" pitchFamily="34" charset="-122"/>
              </a:rPr>
              <a:pPr algn="ctr" eaLnBrk="1" hangingPunct="1">
                <a:defRPr/>
              </a:pPr>
              <a:t>‹#›</a:t>
            </a:fld>
            <a:endParaRPr lang="zh-CN" altLang="en-US" sz="1600" dirty="0">
              <a:solidFill>
                <a:schemeClr val="accent3"/>
              </a:solidFill>
              <a:latin typeface="微软雅黑" panose="020B0503020204020204" pitchFamily="34" charset="-122"/>
            </a:endParaRPr>
          </a:p>
        </p:txBody>
      </p:sp>
      <p:pic>
        <p:nvPicPr>
          <p:cNvPr id="57" name="图片 56"/>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9837818" y="252089"/>
            <a:ext cx="1969223" cy="432990"/>
          </a:xfrm>
          <a:prstGeom prst="rect">
            <a:avLst/>
          </a:prstGeom>
        </p:spPr>
      </p:pic>
      <p:sp>
        <p:nvSpPr>
          <p:cNvPr id="88" name="矩形 87">
            <a:extLst>
              <a:ext uri="{FF2B5EF4-FFF2-40B4-BE49-F238E27FC236}">
                <a16:creationId xmlns:a16="http://schemas.microsoft.com/office/drawing/2014/main" id="{CE6666C3-355D-4A5C-A830-6BBD90D5F1FE}"/>
              </a:ext>
            </a:extLst>
          </p:cNvPr>
          <p:cNvSpPr/>
          <p:nvPr userDrawn="1"/>
        </p:nvSpPr>
        <p:spPr>
          <a:xfrm>
            <a:off x="12146281" y="336478"/>
            <a:ext cx="45719" cy="26597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232863937"/>
      </p:ext>
    </p:extLst>
  </p:cSld>
  <p:clrMapOvr>
    <a:masterClrMapping/>
  </p:clrMapOvr>
  <p:transition spd="med">
    <p:fad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内页样式3-常规">
    <p:spTree>
      <p:nvGrpSpPr>
        <p:cNvPr id="1" name=""/>
        <p:cNvGrpSpPr/>
        <p:nvPr/>
      </p:nvGrpSpPr>
      <p:grpSpPr>
        <a:xfrm>
          <a:off x="0" y="0"/>
          <a:ext cx="0" cy="0"/>
          <a:chOff x="0" y="0"/>
          <a:chExt cx="0" cy="0"/>
        </a:xfrm>
      </p:grpSpPr>
      <p:sp>
        <p:nvSpPr>
          <p:cNvPr id="32" name="任意多边形: 形状 77">
            <a:extLst>
              <a:ext uri="{FF2B5EF4-FFF2-40B4-BE49-F238E27FC236}">
                <a16:creationId xmlns:a16="http://schemas.microsoft.com/office/drawing/2014/main" id="{234BC7E1-028A-4463-99ED-1994A3ADEC14}"/>
              </a:ext>
            </a:extLst>
          </p:cNvPr>
          <p:cNvSpPr/>
          <p:nvPr userDrawn="1"/>
        </p:nvSpPr>
        <p:spPr>
          <a:xfrm>
            <a:off x="10114068" y="210207"/>
            <a:ext cx="2789025" cy="573228"/>
          </a:xfrm>
          <a:custGeom>
            <a:avLst/>
            <a:gdLst>
              <a:gd name="connsiteX0" fmla="*/ 83399 w 1678507"/>
              <a:gd name="connsiteY0" fmla="*/ 0 h 573228"/>
              <a:gd name="connsiteX1" fmla="*/ 1678507 w 1678507"/>
              <a:gd name="connsiteY1" fmla="*/ 0 h 573228"/>
              <a:gd name="connsiteX2" fmla="*/ 1678507 w 1678507"/>
              <a:gd name="connsiteY2" fmla="*/ 573228 h 573228"/>
              <a:gd name="connsiteX3" fmla="*/ 0 w 1678507"/>
              <a:gd name="connsiteY3" fmla="*/ 573228 h 573228"/>
            </a:gdLst>
            <a:ahLst/>
            <a:cxnLst>
              <a:cxn ang="0">
                <a:pos x="connsiteX0" y="connsiteY0"/>
              </a:cxn>
              <a:cxn ang="0">
                <a:pos x="connsiteX1" y="connsiteY1"/>
              </a:cxn>
              <a:cxn ang="0">
                <a:pos x="connsiteX2" y="connsiteY2"/>
              </a:cxn>
              <a:cxn ang="0">
                <a:pos x="connsiteX3" y="connsiteY3"/>
              </a:cxn>
            </a:cxnLst>
            <a:rect l="l" t="t" r="r" b="b"/>
            <a:pathLst>
              <a:path w="1678507" h="573228">
                <a:moveTo>
                  <a:pt x="83399" y="0"/>
                </a:moveTo>
                <a:lnTo>
                  <a:pt x="1678507" y="0"/>
                </a:lnTo>
                <a:lnTo>
                  <a:pt x="1678507" y="573228"/>
                </a:lnTo>
                <a:lnTo>
                  <a:pt x="0" y="573228"/>
                </a:lnTo>
                <a:close/>
              </a:path>
            </a:pathLst>
          </a:custGeom>
          <a:solidFill>
            <a:schemeClr val="accent1"/>
          </a:solidFill>
          <a:ln>
            <a:noFill/>
          </a:ln>
        </p:spPr>
        <p:style>
          <a:lnRef idx="2">
            <a:schemeClr val="accent3">
              <a:shade val="50000"/>
            </a:schemeClr>
          </a:lnRef>
          <a:fillRef idx="1">
            <a:schemeClr val="accent3"/>
          </a:fillRef>
          <a:effectRef idx="0">
            <a:schemeClr val="accent3"/>
          </a:effectRef>
          <a:fontRef idx="minor">
            <a:schemeClr val="lt1"/>
          </a:fontRef>
        </p:style>
        <p:txBody>
          <a:bodyPr wrap="square" rtlCol="0" anchor="ctr">
            <a:noAutofit/>
          </a:bodyPr>
          <a:lstStyle/>
          <a:p>
            <a:pPr algn="ctr">
              <a:lnSpc>
                <a:spcPct val="120000"/>
              </a:lnSpc>
            </a:pPr>
            <a:endParaRPr lang="zh-CN" altLang="en-US" dirty="0">
              <a:cs typeface="+mn-ea"/>
              <a:sym typeface="+mn-lt"/>
            </a:endParaRPr>
          </a:p>
        </p:txBody>
      </p:sp>
      <p:sp>
        <p:nvSpPr>
          <p:cNvPr id="4" name="平行四边形 3">
            <a:extLst>
              <a:ext uri="{FF2B5EF4-FFF2-40B4-BE49-F238E27FC236}">
                <a16:creationId xmlns:a16="http://schemas.microsoft.com/office/drawing/2014/main" id="{91BC6857-420C-4F20-ABBF-78DDE1D9F36B}"/>
              </a:ext>
            </a:extLst>
          </p:cNvPr>
          <p:cNvSpPr/>
          <p:nvPr userDrawn="1"/>
        </p:nvSpPr>
        <p:spPr>
          <a:xfrm>
            <a:off x="198120" y="302341"/>
            <a:ext cx="746398" cy="342128"/>
          </a:xfrm>
          <a:prstGeom prst="parallelogram">
            <a:avLst>
              <a:gd name="adj" fmla="val 25000"/>
            </a:avLst>
          </a:prstGeom>
          <a:solidFill>
            <a:schemeClr val="accent4"/>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lnSpc>
                <a:spcPct val="120000"/>
              </a:lnSpc>
            </a:pPr>
            <a:endParaRPr lang="zh-CN" altLang="en-US">
              <a:cs typeface="+mn-ea"/>
              <a:sym typeface="+mn-lt"/>
            </a:endParaRPr>
          </a:p>
        </p:txBody>
      </p:sp>
      <p:sp>
        <p:nvSpPr>
          <p:cNvPr id="71" name="文本框 70"/>
          <p:cNvSpPr txBox="1">
            <a:spLocks noChangeArrowheads="1"/>
          </p:cNvSpPr>
          <p:nvPr userDrawn="1"/>
        </p:nvSpPr>
        <p:spPr bwMode="auto">
          <a:xfrm>
            <a:off x="11233150" y="6353175"/>
            <a:ext cx="55086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0">
            <a:spAutoFit/>
          </a:bodyPr>
          <a:lstStyle>
            <a:lvl1pPr>
              <a:defRPr>
                <a:solidFill>
                  <a:schemeClr val="tx1"/>
                </a:solidFill>
                <a:latin typeface="Century Gothic" panose="020B0502020202020204" pitchFamily="34" charset="0"/>
                <a:ea typeface="微软雅黑" panose="020B0503020204020204" pitchFamily="34" charset="-122"/>
              </a:defRPr>
            </a:lvl1pPr>
            <a:lvl2pPr marL="742950" indent="-285750">
              <a:defRPr>
                <a:solidFill>
                  <a:schemeClr val="tx1"/>
                </a:solidFill>
                <a:latin typeface="Century Gothic" panose="020B0502020202020204" pitchFamily="34" charset="0"/>
                <a:ea typeface="微软雅黑" panose="020B0503020204020204" pitchFamily="34" charset="-122"/>
              </a:defRPr>
            </a:lvl2pPr>
            <a:lvl3pPr marL="1143000" indent="-228600">
              <a:defRPr>
                <a:solidFill>
                  <a:schemeClr val="tx1"/>
                </a:solidFill>
                <a:latin typeface="Century Gothic" panose="020B0502020202020204" pitchFamily="34" charset="0"/>
                <a:ea typeface="微软雅黑" panose="020B0503020204020204" pitchFamily="34" charset="-122"/>
              </a:defRPr>
            </a:lvl3pPr>
            <a:lvl4pPr marL="1600200" indent="-228600">
              <a:defRPr>
                <a:solidFill>
                  <a:schemeClr val="tx1"/>
                </a:solidFill>
                <a:latin typeface="Century Gothic" panose="020B0502020202020204" pitchFamily="34" charset="0"/>
                <a:ea typeface="微软雅黑" panose="020B0503020204020204" pitchFamily="34" charset="-122"/>
              </a:defRPr>
            </a:lvl4pPr>
            <a:lvl5pPr marL="2057400" indent="-228600">
              <a:defRPr>
                <a:solidFill>
                  <a:schemeClr val="tx1"/>
                </a:solidFill>
                <a:latin typeface="Century Gothic" panose="020B050202020202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9pPr>
          </a:lstStyle>
          <a:p>
            <a:pPr algn="ctr" eaLnBrk="1" hangingPunct="1">
              <a:defRPr/>
            </a:pPr>
            <a:fld id="{4CE2CC6A-3CD6-4EB2-A6B9-76993E7CF1F2}" type="slidenum">
              <a:rPr lang="zh-CN" altLang="en-US" sz="1600" smtClean="0">
                <a:solidFill>
                  <a:schemeClr val="accent3"/>
                </a:solidFill>
                <a:latin typeface="微软雅黑" panose="020B0503020204020204" pitchFamily="34" charset="-122"/>
              </a:rPr>
              <a:pPr algn="ctr" eaLnBrk="1" hangingPunct="1">
                <a:defRPr/>
              </a:pPr>
              <a:t>‹#›</a:t>
            </a:fld>
            <a:endParaRPr lang="zh-CN" altLang="en-US" sz="1600" dirty="0">
              <a:solidFill>
                <a:schemeClr val="accent3"/>
              </a:solidFill>
              <a:latin typeface="微软雅黑" panose="020B0503020204020204" pitchFamily="34" charset="-122"/>
            </a:endParaRPr>
          </a:p>
        </p:txBody>
      </p:sp>
      <p:grpSp>
        <p:nvGrpSpPr>
          <p:cNvPr id="72" name="组合 71"/>
          <p:cNvGrpSpPr/>
          <p:nvPr userDrawn="1"/>
        </p:nvGrpSpPr>
        <p:grpSpPr>
          <a:xfrm>
            <a:off x="598941" y="6399999"/>
            <a:ext cx="2542613" cy="276499"/>
            <a:chOff x="598941" y="6399999"/>
            <a:chExt cx="2542613" cy="276499"/>
          </a:xfrm>
          <a:solidFill>
            <a:schemeClr val="accent3"/>
          </a:solidFill>
        </p:grpSpPr>
        <p:grpSp>
          <p:nvGrpSpPr>
            <p:cNvPr id="73" name="组合 72">
              <a:extLst>
                <a:ext uri="{FF2B5EF4-FFF2-40B4-BE49-F238E27FC236}">
                  <a16:creationId xmlns:a16="http://schemas.microsoft.com/office/drawing/2014/main" id="{2B6AF4F4-F405-428E-ACB6-6C287CCD9962}"/>
                </a:ext>
              </a:extLst>
            </p:cNvPr>
            <p:cNvGrpSpPr/>
            <p:nvPr/>
          </p:nvGrpSpPr>
          <p:grpSpPr>
            <a:xfrm>
              <a:off x="2055693" y="6402621"/>
              <a:ext cx="1085861" cy="270805"/>
              <a:chOff x="10340336" y="2247899"/>
              <a:chExt cx="2724438" cy="679451"/>
            </a:xfrm>
            <a:grpFill/>
          </p:grpSpPr>
          <p:sp>
            <p:nvSpPr>
              <p:cNvPr id="87" name="Freeform 5">
                <a:extLst>
                  <a:ext uri="{FF2B5EF4-FFF2-40B4-BE49-F238E27FC236}">
                    <a16:creationId xmlns:a16="http://schemas.microsoft.com/office/drawing/2014/main" id="{7EF8326A-A460-4F1F-A35E-22F6C0E02782}"/>
                  </a:ext>
                </a:extLst>
              </p:cNvPr>
              <p:cNvSpPr>
                <a:spLocks/>
              </p:cNvSpPr>
              <p:nvPr/>
            </p:nvSpPr>
            <p:spPr bwMode="auto">
              <a:xfrm>
                <a:off x="11868131" y="2285206"/>
                <a:ext cx="534988" cy="603250"/>
              </a:xfrm>
              <a:custGeom>
                <a:avLst/>
                <a:gdLst>
                  <a:gd name="T0" fmla="*/ 41 w 125"/>
                  <a:gd name="T1" fmla="*/ 16 h 142"/>
                  <a:gd name="T2" fmla="*/ 49 w 125"/>
                  <a:gd name="T3" fmla="*/ 3 h 142"/>
                  <a:gd name="T4" fmla="*/ 62 w 125"/>
                  <a:gd name="T5" fmla="*/ 20 h 142"/>
                  <a:gd name="T6" fmla="*/ 64 w 125"/>
                  <a:gd name="T7" fmla="*/ 33 h 142"/>
                  <a:gd name="T8" fmla="*/ 50 w 125"/>
                  <a:gd name="T9" fmla="*/ 34 h 142"/>
                  <a:gd name="T10" fmla="*/ 58 w 125"/>
                  <a:gd name="T11" fmla="*/ 58 h 142"/>
                  <a:gd name="T12" fmla="*/ 75 w 125"/>
                  <a:gd name="T13" fmla="*/ 59 h 142"/>
                  <a:gd name="T14" fmla="*/ 71 w 125"/>
                  <a:gd name="T15" fmla="*/ 50 h 142"/>
                  <a:gd name="T16" fmla="*/ 81 w 125"/>
                  <a:gd name="T17" fmla="*/ 47 h 142"/>
                  <a:gd name="T18" fmla="*/ 65 w 125"/>
                  <a:gd name="T19" fmla="*/ 42 h 142"/>
                  <a:gd name="T20" fmla="*/ 63 w 125"/>
                  <a:gd name="T21" fmla="*/ 37 h 142"/>
                  <a:gd name="T22" fmla="*/ 85 w 125"/>
                  <a:gd name="T23" fmla="*/ 27 h 142"/>
                  <a:gd name="T24" fmla="*/ 93 w 125"/>
                  <a:gd name="T25" fmla="*/ 2 h 142"/>
                  <a:gd name="T26" fmla="*/ 99 w 125"/>
                  <a:gd name="T27" fmla="*/ 5 h 142"/>
                  <a:gd name="T28" fmla="*/ 111 w 125"/>
                  <a:gd name="T29" fmla="*/ 30 h 142"/>
                  <a:gd name="T30" fmla="*/ 102 w 125"/>
                  <a:gd name="T31" fmla="*/ 34 h 142"/>
                  <a:gd name="T32" fmla="*/ 95 w 125"/>
                  <a:gd name="T33" fmla="*/ 59 h 142"/>
                  <a:gd name="T34" fmla="*/ 123 w 125"/>
                  <a:gd name="T35" fmla="*/ 61 h 142"/>
                  <a:gd name="T36" fmla="*/ 110 w 125"/>
                  <a:gd name="T37" fmla="*/ 71 h 142"/>
                  <a:gd name="T38" fmla="*/ 104 w 125"/>
                  <a:gd name="T39" fmla="*/ 82 h 142"/>
                  <a:gd name="T40" fmla="*/ 112 w 125"/>
                  <a:gd name="T41" fmla="*/ 134 h 142"/>
                  <a:gd name="T42" fmla="*/ 102 w 125"/>
                  <a:gd name="T43" fmla="*/ 140 h 142"/>
                  <a:gd name="T44" fmla="*/ 89 w 125"/>
                  <a:gd name="T45" fmla="*/ 123 h 142"/>
                  <a:gd name="T46" fmla="*/ 101 w 125"/>
                  <a:gd name="T47" fmla="*/ 128 h 142"/>
                  <a:gd name="T48" fmla="*/ 101 w 125"/>
                  <a:gd name="T49" fmla="*/ 92 h 142"/>
                  <a:gd name="T50" fmla="*/ 97 w 125"/>
                  <a:gd name="T51" fmla="*/ 99 h 142"/>
                  <a:gd name="T52" fmla="*/ 90 w 125"/>
                  <a:gd name="T53" fmla="*/ 103 h 142"/>
                  <a:gd name="T54" fmla="*/ 86 w 125"/>
                  <a:gd name="T55" fmla="*/ 110 h 142"/>
                  <a:gd name="T56" fmla="*/ 81 w 125"/>
                  <a:gd name="T57" fmla="*/ 120 h 142"/>
                  <a:gd name="T58" fmla="*/ 88 w 125"/>
                  <a:gd name="T59" fmla="*/ 71 h 142"/>
                  <a:gd name="T60" fmla="*/ 60 w 125"/>
                  <a:gd name="T61" fmla="*/ 87 h 142"/>
                  <a:gd name="T62" fmla="*/ 53 w 125"/>
                  <a:gd name="T63" fmla="*/ 89 h 142"/>
                  <a:gd name="T64" fmla="*/ 51 w 125"/>
                  <a:gd name="T65" fmla="*/ 128 h 142"/>
                  <a:gd name="T66" fmla="*/ 43 w 125"/>
                  <a:gd name="T67" fmla="*/ 134 h 142"/>
                  <a:gd name="T68" fmla="*/ 39 w 125"/>
                  <a:gd name="T69" fmla="*/ 107 h 142"/>
                  <a:gd name="T70" fmla="*/ 33 w 125"/>
                  <a:gd name="T71" fmla="*/ 114 h 142"/>
                  <a:gd name="T72" fmla="*/ 17 w 125"/>
                  <a:gd name="T73" fmla="*/ 108 h 142"/>
                  <a:gd name="T74" fmla="*/ 5 w 125"/>
                  <a:gd name="T75" fmla="*/ 81 h 142"/>
                  <a:gd name="T76" fmla="*/ 34 w 125"/>
                  <a:gd name="T77" fmla="*/ 56 h 142"/>
                  <a:gd name="T78" fmla="*/ 38 w 125"/>
                  <a:gd name="T79" fmla="*/ 33 h 142"/>
                  <a:gd name="T80" fmla="*/ 22 w 125"/>
                  <a:gd name="T81" fmla="*/ 55 h 142"/>
                  <a:gd name="T82" fmla="*/ 14 w 125"/>
                  <a:gd name="T83" fmla="*/ 55 h 142"/>
                  <a:gd name="T84" fmla="*/ 11 w 125"/>
                  <a:gd name="T85" fmla="*/ 36 h 142"/>
                  <a:gd name="T86" fmla="*/ 32 w 125"/>
                  <a:gd name="T87" fmla="*/ 22 h 142"/>
                  <a:gd name="T88" fmla="*/ 28 w 125"/>
                  <a:gd name="T89" fmla="*/ 33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5" h="142">
                    <a:moveTo>
                      <a:pt x="28" y="33"/>
                    </a:moveTo>
                    <a:cubicBezTo>
                      <a:pt x="35" y="29"/>
                      <a:pt x="41" y="25"/>
                      <a:pt x="41" y="16"/>
                    </a:cubicBezTo>
                    <a:cubicBezTo>
                      <a:pt x="41" y="13"/>
                      <a:pt x="43" y="9"/>
                      <a:pt x="44" y="6"/>
                    </a:cubicBezTo>
                    <a:cubicBezTo>
                      <a:pt x="45" y="5"/>
                      <a:pt x="48" y="3"/>
                      <a:pt x="49" y="3"/>
                    </a:cubicBezTo>
                    <a:cubicBezTo>
                      <a:pt x="54" y="4"/>
                      <a:pt x="59" y="9"/>
                      <a:pt x="59" y="15"/>
                    </a:cubicBezTo>
                    <a:cubicBezTo>
                      <a:pt x="59" y="18"/>
                      <a:pt x="60" y="19"/>
                      <a:pt x="62" y="20"/>
                    </a:cubicBezTo>
                    <a:cubicBezTo>
                      <a:pt x="65" y="22"/>
                      <a:pt x="68" y="25"/>
                      <a:pt x="69" y="28"/>
                    </a:cubicBezTo>
                    <a:cubicBezTo>
                      <a:pt x="71" y="32"/>
                      <a:pt x="68" y="34"/>
                      <a:pt x="64" y="33"/>
                    </a:cubicBezTo>
                    <a:cubicBezTo>
                      <a:pt x="62" y="32"/>
                      <a:pt x="60" y="31"/>
                      <a:pt x="57" y="30"/>
                    </a:cubicBezTo>
                    <a:cubicBezTo>
                      <a:pt x="53" y="28"/>
                      <a:pt x="51" y="29"/>
                      <a:pt x="50" y="34"/>
                    </a:cubicBezTo>
                    <a:cubicBezTo>
                      <a:pt x="48" y="45"/>
                      <a:pt x="46" y="56"/>
                      <a:pt x="52" y="66"/>
                    </a:cubicBezTo>
                    <a:cubicBezTo>
                      <a:pt x="54" y="64"/>
                      <a:pt x="56" y="62"/>
                      <a:pt x="58" y="58"/>
                    </a:cubicBezTo>
                    <a:cubicBezTo>
                      <a:pt x="61" y="62"/>
                      <a:pt x="63" y="65"/>
                      <a:pt x="65" y="69"/>
                    </a:cubicBezTo>
                    <a:cubicBezTo>
                      <a:pt x="68" y="66"/>
                      <a:pt x="72" y="62"/>
                      <a:pt x="75" y="59"/>
                    </a:cubicBezTo>
                    <a:cubicBezTo>
                      <a:pt x="76" y="58"/>
                      <a:pt x="75" y="56"/>
                      <a:pt x="75" y="55"/>
                    </a:cubicBezTo>
                    <a:cubicBezTo>
                      <a:pt x="74" y="53"/>
                      <a:pt x="71" y="51"/>
                      <a:pt x="71" y="50"/>
                    </a:cubicBezTo>
                    <a:cubicBezTo>
                      <a:pt x="72" y="47"/>
                      <a:pt x="75" y="46"/>
                      <a:pt x="78" y="47"/>
                    </a:cubicBezTo>
                    <a:cubicBezTo>
                      <a:pt x="79" y="47"/>
                      <a:pt x="80" y="47"/>
                      <a:pt x="81" y="47"/>
                    </a:cubicBezTo>
                    <a:cubicBezTo>
                      <a:pt x="81" y="44"/>
                      <a:pt x="82" y="40"/>
                      <a:pt x="83" y="35"/>
                    </a:cubicBezTo>
                    <a:cubicBezTo>
                      <a:pt x="76" y="38"/>
                      <a:pt x="71" y="40"/>
                      <a:pt x="65" y="42"/>
                    </a:cubicBezTo>
                    <a:cubicBezTo>
                      <a:pt x="61" y="44"/>
                      <a:pt x="60" y="44"/>
                      <a:pt x="57" y="40"/>
                    </a:cubicBezTo>
                    <a:cubicBezTo>
                      <a:pt x="59" y="39"/>
                      <a:pt x="61" y="38"/>
                      <a:pt x="63" y="37"/>
                    </a:cubicBezTo>
                    <a:cubicBezTo>
                      <a:pt x="69" y="35"/>
                      <a:pt x="75" y="33"/>
                      <a:pt x="81" y="30"/>
                    </a:cubicBezTo>
                    <a:cubicBezTo>
                      <a:pt x="83" y="30"/>
                      <a:pt x="84" y="28"/>
                      <a:pt x="85" y="27"/>
                    </a:cubicBezTo>
                    <a:cubicBezTo>
                      <a:pt x="87" y="21"/>
                      <a:pt x="88" y="14"/>
                      <a:pt x="90" y="8"/>
                    </a:cubicBezTo>
                    <a:cubicBezTo>
                      <a:pt x="90" y="6"/>
                      <a:pt x="92" y="3"/>
                      <a:pt x="93" y="2"/>
                    </a:cubicBezTo>
                    <a:cubicBezTo>
                      <a:pt x="94" y="0"/>
                      <a:pt x="96" y="0"/>
                      <a:pt x="98" y="0"/>
                    </a:cubicBezTo>
                    <a:cubicBezTo>
                      <a:pt x="98" y="1"/>
                      <a:pt x="99" y="4"/>
                      <a:pt x="99" y="5"/>
                    </a:cubicBezTo>
                    <a:cubicBezTo>
                      <a:pt x="93" y="12"/>
                      <a:pt x="94" y="20"/>
                      <a:pt x="92" y="28"/>
                    </a:cubicBezTo>
                    <a:cubicBezTo>
                      <a:pt x="98" y="31"/>
                      <a:pt x="105" y="25"/>
                      <a:pt x="111" y="30"/>
                    </a:cubicBezTo>
                    <a:cubicBezTo>
                      <a:pt x="109" y="33"/>
                      <a:pt x="107" y="36"/>
                      <a:pt x="103" y="35"/>
                    </a:cubicBezTo>
                    <a:cubicBezTo>
                      <a:pt x="103" y="34"/>
                      <a:pt x="102" y="34"/>
                      <a:pt x="102" y="34"/>
                    </a:cubicBezTo>
                    <a:cubicBezTo>
                      <a:pt x="92" y="34"/>
                      <a:pt x="88" y="39"/>
                      <a:pt x="90" y="49"/>
                    </a:cubicBezTo>
                    <a:cubicBezTo>
                      <a:pt x="91" y="52"/>
                      <a:pt x="93" y="55"/>
                      <a:pt x="95" y="59"/>
                    </a:cubicBezTo>
                    <a:cubicBezTo>
                      <a:pt x="99" y="59"/>
                      <a:pt x="104" y="58"/>
                      <a:pt x="109" y="57"/>
                    </a:cubicBezTo>
                    <a:cubicBezTo>
                      <a:pt x="114" y="56"/>
                      <a:pt x="119" y="58"/>
                      <a:pt x="123" y="61"/>
                    </a:cubicBezTo>
                    <a:cubicBezTo>
                      <a:pt x="125" y="63"/>
                      <a:pt x="125" y="66"/>
                      <a:pt x="122" y="67"/>
                    </a:cubicBezTo>
                    <a:cubicBezTo>
                      <a:pt x="118" y="69"/>
                      <a:pt x="114" y="71"/>
                      <a:pt x="110" y="71"/>
                    </a:cubicBezTo>
                    <a:cubicBezTo>
                      <a:pt x="103" y="70"/>
                      <a:pt x="99" y="75"/>
                      <a:pt x="95" y="79"/>
                    </a:cubicBezTo>
                    <a:cubicBezTo>
                      <a:pt x="98" y="80"/>
                      <a:pt x="102" y="80"/>
                      <a:pt x="104" y="82"/>
                    </a:cubicBezTo>
                    <a:cubicBezTo>
                      <a:pt x="106" y="83"/>
                      <a:pt x="108" y="86"/>
                      <a:pt x="109" y="88"/>
                    </a:cubicBezTo>
                    <a:cubicBezTo>
                      <a:pt x="110" y="104"/>
                      <a:pt x="111" y="119"/>
                      <a:pt x="112" y="134"/>
                    </a:cubicBezTo>
                    <a:cubicBezTo>
                      <a:pt x="112" y="137"/>
                      <a:pt x="110" y="140"/>
                      <a:pt x="110" y="142"/>
                    </a:cubicBezTo>
                    <a:cubicBezTo>
                      <a:pt x="107" y="141"/>
                      <a:pt x="104" y="141"/>
                      <a:pt x="102" y="140"/>
                    </a:cubicBezTo>
                    <a:cubicBezTo>
                      <a:pt x="97" y="136"/>
                      <a:pt x="93" y="131"/>
                      <a:pt x="90" y="127"/>
                    </a:cubicBezTo>
                    <a:cubicBezTo>
                      <a:pt x="89" y="126"/>
                      <a:pt x="89" y="124"/>
                      <a:pt x="89" y="123"/>
                    </a:cubicBezTo>
                    <a:cubicBezTo>
                      <a:pt x="92" y="125"/>
                      <a:pt x="96" y="127"/>
                      <a:pt x="100" y="130"/>
                    </a:cubicBezTo>
                    <a:cubicBezTo>
                      <a:pt x="100" y="129"/>
                      <a:pt x="101" y="129"/>
                      <a:pt x="101" y="128"/>
                    </a:cubicBezTo>
                    <a:cubicBezTo>
                      <a:pt x="101" y="121"/>
                      <a:pt x="101" y="113"/>
                      <a:pt x="101" y="105"/>
                    </a:cubicBezTo>
                    <a:cubicBezTo>
                      <a:pt x="101" y="101"/>
                      <a:pt x="101" y="96"/>
                      <a:pt x="101" y="92"/>
                    </a:cubicBezTo>
                    <a:cubicBezTo>
                      <a:pt x="99" y="85"/>
                      <a:pt x="96" y="84"/>
                      <a:pt x="90" y="90"/>
                    </a:cubicBezTo>
                    <a:cubicBezTo>
                      <a:pt x="92" y="93"/>
                      <a:pt x="97" y="93"/>
                      <a:pt x="97" y="99"/>
                    </a:cubicBezTo>
                    <a:cubicBezTo>
                      <a:pt x="94" y="98"/>
                      <a:pt x="91" y="97"/>
                      <a:pt x="88" y="96"/>
                    </a:cubicBezTo>
                    <a:cubicBezTo>
                      <a:pt x="84" y="100"/>
                      <a:pt x="84" y="101"/>
                      <a:pt x="90" y="103"/>
                    </a:cubicBezTo>
                    <a:cubicBezTo>
                      <a:pt x="95" y="106"/>
                      <a:pt x="98" y="111"/>
                      <a:pt x="96" y="112"/>
                    </a:cubicBezTo>
                    <a:cubicBezTo>
                      <a:pt x="92" y="115"/>
                      <a:pt x="89" y="112"/>
                      <a:pt x="86" y="110"/>
                    </a:cubicBezTo>
                    <a:cubicBezTo>
                      <a:pt x="85" y="110"/>
                      <a:pt x="84" y="109"/>
                      <a:pt x="83" y="108"/>
                    </a:cubicBezTo>
                    <a:cubicBezTo>
                      <a:pt x="82" y="112"/>
                      <a:pt x="82" y="116"/>
                      <a:pt x="81" y="120"/>
                    </a:cubicBezTo>
                    <a:cubicBezTo>
                      <a:pt x="74" y="118"/>
                      <a:pt x="72" y="114"/>
                      <a:pt x="73" y="108"/>
                    </a:cubicBezTo>
                    <a:cubicBezTo>
                      <a:pt x="76" y="95"/>
                      <a:pt x="81" y="83"/>
                      <a:pt x="88" y="71"/>
                    </a:cubicBezTo>
                    <a:cubicBezTo>
                      <a:pt x="84" y="74"/>
                      <a:pt x="80" y="76"/>
                      <a:pt x="76" y="78"/>
                    </a:cubicBezTo>
                    <a:cubicBezTo>
                      <a:pt x="71" y="81"/>
                      <a:pt x="65" y="84"/>
                      <a:pt x="60" y="87"/>
                    </a:cubicBezTo>
                    <a:cubicBezTo>
                      <a:pt x="60" y="87"/>
                      <a:pt x="60" y="87"/>
                      <a:pt x="59" y="87"/>
                    </a:cubicBezTo>
                    <a:cubicBezTo>
                      <a:pt x="57" y="88"/>
                      <a:pt x="54" y="88"/>
                      <a:pt x="53" y="89"/>
                    </a:cubicBezTo>
                    <a:cubicBezTo>
                      <a:pt x="51" y="93"/>
                      <a:pt x="49" y="97"/>
                      <a:pt x="49" y="101"/>
                    </a:cubicBezTo>
                    <a:cubicBezTo>
                      <a:pt x="49" y="110"/>
                      <a:pt x="50" y="119"/>
                      <a:pt x="51" y="128"/>
                    </a:cubicBezTo>
                    <a:cubicBezTo>
                      <a:pt x="51" y="131"/>
                      <a:pt x="51" y="134"/>
                      <a:pt x="51" y="137"/>
                    </a:cubicBezTo>
                    <a:cubicBezTo>
                      <a:pt x="48" y="136"/>
                      <a:pt x="45" y="136"/>
                      <a:pt x="43" y="134"/>
                    </a:cubicBezTo>
                    <a:cubicBezTo>
                      <a:pt x="40" y="132"/>
                      <a:pt x="37" y="130"/>
                      <a:pt x="38" y="125"/>
                    </a:cubicBezTo>
                    <a:cubicBezTo>
                      <a:pt x="40" y="119"/>
                      <a:pt x="39" y="113"/>
                      <a:pt x="39" y="107"/>
                    </a:cubicBezTo>
                    <a:cubicBezTo>
                      <a:pt x="38" y="107"/>
                      <a:pt x="38" y="107"/>
                      <a:pt x="37" y="106"/>
                    </a:cubicBezTo>
                    <a:cubicBezTo>
                      <a:pt x="36" y="109"/>
                      <a:pt x="34" y="111"/>
                      <a:pt x="33" y="114"/>
                    </a:cubicBezTo>
                    <a:cubicBezTo>
                      <a:pt x="30" y="120"/>
                      <a:pt x="25" y="122"/>
                      <a:pt x="21" y="120"/>
                    </a:cubicBezTo>
                    <a:cubicBezTo>
                      <a:pt x="16" y="118"/>
                      <a:pt x="15" y="113"/>
                      <a:pt x="17" y="108"/>
                    </a:cubicBezTo>
                    <a:cubicBezTo>
                      <a:pt x="20" y="99"/>
                      <a:pt x="23" y="91"/>
                      <a:pt x="26" y="81"/>
                    </a:cubicBezTo>
                    <a:cubicBezTo>
                      <a:pt x="19" y="90"/>
                      <a:pt x="12" y="85"/>
                      <a:pt x="5" y="81"/>
                    </a:cubicBezTo>
                    <a:cubicBezTo>
                      <a:pt x="0" y="79"/>
                      <a:pt x="0" y="76"/>
                      <a:pt x="5" y="73"/>
                    </a:cubicBezTo>
                    <a:cubicBezTo>
                      <a:pt x="15" y="68"/>
                      <a:pt x="25" y="62"/>
                      <a:pt x="34" y="56"/>
                    </a:cubicBezTo>
                    <a:cubicBezTo>
                      <a:pt x="35" y="55"/>
                      <a:pt x="37" y="54"/>
                      <a:pt x="37" y="52"/>
                    </a:cubicBezTo>
                    <a:cubicBezTo>
                      <a:pt x="38" y="46"/>
                      <a:pt x="38" y="39"/>
                      <a:pt x="38" y="33"/>
                    </a:cubicBezTo>
                    <a:cubicBezTo>
                      <a:pt x="38" y="32"/>
                      <a:pt x="38" y="32"/>
                      <a:pt x="37" y="32"/>
                    </a:cubicBezTo>
                    <a:cubicBezTo>
                      <a:pt x="32" y="40"/>
                      <a:pt x="27" y="48"/>
                      <a:pt x="22" y="55"/>
                    </a:cubicBezTo>
                    <a:cubicBezTo>
                      <a:pt x="22" y="56"/>
                      <a:pt x="22" y="56"/>
                      <a:pt x="23" y="57"/>
                    </a:cubicBezTo>
                    <a:cubicBezTo>
                      <a:pt x="20" y="56"/>
                      <a:pt x="17" y="56"/>
                      <a:pt x="14" y="55"/>
                    </a:cubicBezTo>
                    <a:cubicBezTo>
                      <a:pt x="9" y="53"/>
                      <a:pt x="7" y="49"/>
                      <a:pt x="9" y="44"/>
                    </a:cubicBezTo>
                    <a:cubicBezTo>
                      <a:pt x="10" y="42"/>
                      <a:pt x="10" y="39"/>
                      <a:pt x="11" y="36"/>
                    </a:cubicBezTo>
                    <a:cubicBezTo>
                      <a:pt x="13" y="28"/>
                      <a:pt x="18" y="23"/>
                      <a:pt x="26" y="20"/>
                    </a:cubicBezTo>
                    <a:cubicBezTo>
                      <a:pt x="27" y="19"/>
                      <a:pt x="30" y="20"/>
                      <a:pt x="32" y="22"/>
                    </a:cubicBezTo>
                    <a:cubicBezTo>
                      <a:pt x="34" y="23"/>
                      <a:pt x="32" y="25"/>
                      <a:pt x="31" y="27"/>
                    </a:cubicBezTo>
                    <a:cubicBezTo>
                      <a:pt x="29" y="28"/>
                      <a:pt x="29" y="31"/>
                      <a:pt x="28" y="33"/>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8" name="Freeform 6">
                <a:extLst>
                  <a:ext uri="{FF2B5EF4-FFF2-40B4-BE49-F238E27FC236}">
                    <a16:creationId xmlns:a16="http://schemas.microsoft.com/office/drawing/2014/main" id="{CC1FA68D-3307-481A-8E89-D3CB2E8693F4}"/>
                  </a:ext>
                </a:extLst>
              </p:cNvPr>
              <p:cNvSpPr>
                <a:spLocks/>
              </p:cNvSpPr>
              <p:nvPr/>
            </p:nvSpPr>
            <p:spPr bwMode="auto">
              <a:xfrm>
                <a:off x="12756799" y="2388393"/>
                <a:ext cx="307975" cy="463550"/>
              </a:xfrm>
              <a:custGeom>
                <a:avLst/>
                <a:gdLst>
                  <a:gd name="T0" fmla="*/ 33 w 72"/>
                  <a:gd name="T1" fmla="*/ 76 h 109"/>
                  <a:gd name="T2" fmla="*/ 44 w 72"/>
                  <a:gd name="T3" fmla="*/ 73 h 109"/>
                  <a:gd name="T4" fmla="*/ 59 w 72"/>
                  <a:gd name="T5" fmla="*/ 71 h 109"/>
                  <a:gd name="T6" fmla="*/ 69 w 72"/>
                  <a:gd name="T7" fmla="*/ 92 h 109"/>
                  <a:gd name="T8" fmla="*/ 66 w 72"/>
                  <a:gd name="T9" fmla="*/ 94 h 109"/>
                  <a:gd name="T10" fmla="*/ 49 w 72"/>
                  <a:gd name="T11" fmla="*/ 96 h 109"/>
                  <a:gd name="T12" fmla="*/ 28 w 72"/>
                  <a:gd name="T13" fmla="*/ 106 h 109"/>
                  <a:gd name="T14" fmla="*/ 16 w 72"/>
                  <a:gd name="T15" fmla="*/ 106 h 109"/>
                  <a:gd name="T16" fmla="*/ 1 w 72"/>
                  <a:gd name="T17" fmla="*/ 80 h 109"/>
                  <a:gd name="T18" fmla="*/ 2 w 72"/>
                  <a:gd name="T19" fmla="*/ 74 h 109"/>
                  <a:gd name="T20" fmla="*/ 23 w 72"/>
                  <a:gd name="T21" fmla="*/ 31 h 109"/>
                  <a:gd name="T22" fmla="*/ 22 w 72"/>
                  <a:gd name="T23" fmla="*/ 26 h 109"/>
                  <a:gd name="T24" fmla="*/ 12 w 72"/>
                  <a:gd name="T25" fmla="*/ 16 h 109"/>
                  <a:gd name="T26" fmla="*/ 15 w 72"/>
                  <a:gd name="T27" fmla="*/ 10 h 109"/>
                  <a:gd name="T28" fmla="*/ 32 w 72"/>
                  <a:gd name="T29" fmla="*/ 5 h 109"/>
                  <a:gd name="T30" fmla="*/ 60 w 72"/>
                  <a:gd name="T31" fmla="*/ 18 h 109"/>
                  <a:gd name="T32" fmla="*/ 59 w 72"/>
                  <a:gd name="T33" fmla="*/ 26 h 109"/>
                  <a:gd name="T34" fmla="*/ 52 w 72"/>
                  <a:gd name="T35" fmla="*/ 36 h 109"/>
                  <a:gd name="T36" fmla="*/ 34 w 72"/>
                  <a:gd name="T37" fmla="*/ 72 h 109"/>
                  <a:gd name="T38" fmla="*/ 33 w 72"/>
                  <a:gd name="T39" fmla="*/ 76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2" h="109">
                    <a:moveTo>
                      <a:pt x="33" y="76"/>
                    </a:moveTo>
                    <a:cubicBezTo>
                      <a:pt x="37" y="74"/>
                      <a:pt x="40" y="73"/>
                      <a:pt x="44" y="73"/>
                    </a:cubicBezTo>
                    <a:cubicBezTo>
                      <a:pt x="49" y="72"/>
                      <a:pt x="54" y="71"/>
                      <a:pt x="59" y="71"/>
                    </a:cubicBezTo>
                    <a:cubicBezTo>
                      <a:pt x="66" y="72"/>
                      <a:pt x="72" y="85"/>
                      <a:pt x="69" y="92"/>
                    </a:cubicBezTo>
                    <a:cubicBezTo>
                      <a:pt x="68" y="93"/>
                      <a:pt x="67" y="94"/>
                      <a:pt x="66" y="94"/>
                    </a:cubicBezTo>
                    <a:cubicBezTo>
                      <a:pt x="60" y="95"/>
                      <a:pt x="54" y="94"/>
                      <a:pt x="49" y="96"/>
                    </a:cubicBezTo>
                    <a:cubicBezTo>
                      <a:pt x="42" y="99"/>
                      <a:pt x="35" y="102"/>
                      <a:pt x="28" y="106"/>
                    </a:cubicBezTo>
                    <a:cubicBezTo>
                      <a:pt x="24" y="108"/>
                      <a:pt x="21" y="109"/>
                      <a:pt x="16" y="106"/>
                    </a:cubicBezTo>
                    <a:cubicBezTo>
                      <a:pt x="7" y="100"/>
                      <a:pt x="3" y="90"/>
                      <a:pt x="1" y="80"/>
                    </a:cubicBezTo>
                    <a:cubicBezTo>
                      <a:pt x="0" y="78"/>
                      <a:pt x="1" y="76"/>
                      <a:pt x="2" y="74"/>
                    </a:cubicBezTo>
                    <a:cubicBezTo>
                      <a:pt x="9" y="60"/>
                      <a:pt x="16" y="45"/>
                      <a:pt x="23" y="31"/>
                    </a:cubicBezTo>
                    <a:cubicBezTo>
                      <a:pt x="23" y="30"/>
                      <a:pt x="23" y="28"/>
                      <a:pt x="22" y="26"/>
                    </a:cubicBezTo>
                    <a:cubicBezTo>
                      <a:pt x="19" y="23"/>
                      <a:pt x="15" y="20"/>
                      <a:pt x="12" y="16"/>
                    </a:cubicBezTo>
                    <a:cubicBezTo>
                      <a:pt x="10" y="13"/>
                      <a:pt x="11" y="11"/>
                      <a:pt x="15" y="10"/>
                    </a:cubicBezTo>
                    <a:cubicBezTo>
                      <a:pt x="21" y="9"/>
                      <a:pt x="26" y="7"/>
                      <a:pt x="32" y="5"/>
                    </a:cubicBezTo>
                    <a:cubicBezTo>
                      <a:pt x="44" y="0"/>
                      <a:pt x="57" y="6"/>
                      <a:pt x="60" y="18"/>
                    </a:cubicBezTo>
                    <a:cubicBezTo>
                      <a:pt x="61" y="21"/>
                      <a:pt x="60" y="24"/>
                      <a:pt x="59" y="26"/>
                    </a:cubicBezTo>
                    <a:cubicBezTo>
                      <a:pt x="57" y="29"/>
                      <a:pt x="54" y="33"/>
                      <a:pt x="52" y="36"/>
                    </a:cubicBezTo>
                    <a:cubicBezTo>
                      <a:pt x="46" y="48"/>
                      <a:pt x="40" y="60"/>
                      <a:pt x="34" y="72"/>
                    </a:cubicBezTo>
                    <a:cubicBezTo>
                      <a:pt x="34" y="72"/>
                      <a:pt x="34" y="74"/>
                      <a:pt x="33" y="76"/>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grpSp>
            <p:nvGrpSpPr>
              <p:cNvPr id="89" name="组合 88">
                <a:extLst>
                  <a:ext uri="{FF2B5EF4-FFF2-40B4-BE49-F238E27FC236}">
                    <a16:creationId xmlns:a16="http://schemas.microsoft.com/office/drawing/2014/main" id="{C7A6E3E5-9A1F-4E06-9E71-F1D7E5C11C32}"/>
                  </a:ext>
                </a:extLst>
              </p:cNvPr>
              <p:cNvGrpSpPr/>
              <p:nvPr/>
            </p:nvGrpSpPr>
            <p:grpSpPr>
              <a:xfrm>
                <a:off x="10340336" y="2247899"/>
                <a:ext cx="547688" cy="679451"/>
                <a:chOff x="5548313" y="2084388"/>
                <a:chExt cx="547688" cy="679451"/>
              </a:xfrm>
              <a:grpFill/>
            </p:grpSpPr>
            <p:sp>
              <p:nvSpPr>
                <p:cNvPr id="94" name="Freeform 7">
                  <a:extLst>
                    <a:ext uri="{FF2B5EF4-FFF2-40B4-BE49-F238E27FC236}">
                      <a16:creationId xmlns:a16="http://schemas.microsoft.com/office/drawing/2014/main" id="{02368C72-9CA0-44B0-93EC-F396645A3423}"/>
                    </a:ext>
                  </a:extLst>
                </p:cNvPr>
                <p:cNvSpPr>
                  <a:spLocks/>
                </p:cNvSpPr>
                <p:nvPr/>
              </p:nvSpPr>
              <p:spPr bwMode="auto">
                <a:xfrm>
                  <a:off x="5548313" y="2084388"/>
                  <a:ext cx="547688" cy="446088"/>
                </a:xfrm>
                <a:custGeom>
                  <a:avLst/>
                  <a:gdLst>
                    <a:gd name="T0" fmla="*/ 101 w 128"/>
                    <a:gd name="T1" fmla="*/ 58 h 105"/>
                    <a:gd name="T2" fmla="*/ 74 w 128"/>
                    <a:gd name="T3" fmla="*/ 56 h 105"/>
                    <a:gd name="T4" fmla="*/ 68 w 128"/>
                    <a:gd name="T5" fmla="*/ 57 h 105"/>
                    <a:gd name="T6" fmla="*/ 51 w 128"/>
                    <a:gd name="T7" fmla="*/ 59 h 105"/>
                    <a:gd name="T8" fmla="*/ 36 w 128"/>
                    <a:gd name="T9" fmla="*/ 65 h 105"/>
                    <a:gd name="T10" fmla="*/ 28 w 128"/>
                    <a:gd name="T11" fmla="*/ 73 h 105"/>
                    <a:gd name="T12" fmla="*/ 16 w 128"/>
                    <a:gd name="T13" fmla="*/ 102 h 105"/>
                    <a:gd name="T14" fmla="*/ 13 w 128"/>
                    <a:gd name="T15" fmla="*/ 104 h 105"/>
                    <a:gd name="T16" fmla="*/ 1 w 128"/>
                    <a:gd name="T17" fmla="*/ 98 h 105"/>
                    <a:gd name="T18" fmla="*/ 0 w 128"/>
                    <a:gd name="T19" fmla="*/ 93 h 105"/>
                    <a:gd name="T20" fmla="*/ 15 w 128"/>
                    <a:gd name="T21" fmla="*/ 60 h 105"/>
                    <a:gd name="T22" fmla="*/ 16 w 128"/>
                    <a:gd name="T23" fmla="*/ 58 h 105"/>
                    <a:gd name="T24" fmla="*/ 20 w 128"/>
                    <a:gd name="T25" fmla="*/ 52 h 105"/>
                    <a:gd name="T26" fmla="*/ 32 w 128"/>
                    <a:gd name="T27" fmla="*/ 54 h 105"/>
                    <a:gd name="T28" fmla="*/ 39 w 128"/>
                    <a:gd name="T29" fmla="*/ 55 h 105"/>
                    <a:gd name="T30" fmla="*/ 72 w 128"/>
                    <a:gd name="T31" fmla="*/ 21 h 105"/>
                    <a:gd name="T32" fmla="*/ 74 w 128"/>
                    <a:gd name="T33" fmla="*/ 16 h 105"/>
                    <a:gd name="T34" fmla="*/ 74 w 128"/>
                    <a:gd name="T35" fmla="*/ 11 h 105"/>
                    <a:gd name="T36" fmla="*/ 71 w 128"/>
                    <a:gd name="T37" fmla="*/ 11 h 105"/>
                    <a:gd name="T38" fmla="*/ 68 w 128"/>
                    <a:gd name="T39" fmla="*/ 15 h 105"/>
                    <a:gd name="T40" fmla="*/ 68 w 128"/>
                    <a:gd name="T41" fmla="*/ 21 h 105"/>
                    <a:gd name="T42" fmla="*/ 59 w 128"/>
                    <a:gd name="T43" fmla="*/ 29 h 105"/>
                    <a:gd name="T44" fmla="*/ 53 w 128"/>
                    <a:gd name="T45" fmla="*/ 27 h 105"/>
                    <a:gd name="T46" fmla="*/ 47 w 128"/>
                    <a:gd name="T47" fmla="*/ 24 h 105"/>
                    <a:gd name="T48" fmla="*/ 47 w 128"/>
                    <a:gd name="T49" fmla="*/ 32 h 105"/>
                    <a:gd name="T50" fmla="*/ 47 w 128"/>
                    <a:gd name="T51" fmla="*/ 34 h 105"/>
                    <a:gd name="T52" fmla="*/ 43 w 128"/>
                    <a:gd name="T53" fmla="*/ 45 h 105"/>
                    <a:gd name="T54" fmla="*/ 31 w 128"/>
                    <a:gd name="T55" fmla="*/ 39 h 105"/>
                    <a:gd name="T56" fmla="*/ 29 w 128"/>
                    <a:gd name="T57" fmla="*/ 23 h 105"/>
                    <a:gd name="T58" fmla="*/ 33 w 128"/>
                    <a:gd name="T59" fmla="*/ 14 h 105"/>
                    <a:gd name="T60" fmla="*/ 36 w 128"/>
                    <a:gd name="T61" fmla="*/ 9 h 105"/>
                    <a:gd name="T62" fmla="*/ 42 w 128"/>
                    <a:gd name="T63" fmla="*/ 13 h 105"/>
                    <a:gd name="T64" fmla="*/ 44 w 128"/>
                    <a:gd name="T65" fmla="*/ 16 h 105"/>
                    <a:gd name="T66" fmla="*/ 57 w 128"/>
                    <a:gd name="T67" fmla="*/ 14 h 105"/>
                    <a:gd name="T68" fmla="*/ 62 w 128"/>
                    <a:gd name="T69" fmla="*/ 11 h 105"/>
                    <a:gd name="T70" fmla="*/ 84 w 128"/>
                    <a:gd name="T71" fmla="*/ 0 h 105"/>
                    <a:gd name="T72" fmla="*/ 96 w 128"/>
                    <a:gd name="T73" fmla="*/ 7 h 105"/>
                    <a:gd name="T74" fmla="*/ 96 w 128"/>
                    <a:gd name="T75" fmla="*/ 20 h 105"/>
                    <a:gd name="T76" fmla="*/ 83 w 128"/>
                    <a:gd name="T77" fmla="*/ 43 h 105"/>
                    <a:gd name="T78" fmla="*/ 94 w 128"/>
                    <a:gd name="T79" fmla="*/ 44 h 105"/>
                    <a:gd name="T80" fmla="*/ 122 w 128"/>
                    <a:gd name="T81" fmla="*/ 59 h 105"/>
                    <a:gd name="T82" fmla="*/ 120 w 128"/>
                    <a:gd name="T83" fmla="*/ 73 h 105"/>
                    <a:gd name="T84" fmla="*/ 98 w 128"/>
                    <a:gd name="T85" fmla="*/ 73 h 105"/>
                    <a:gd name="T86" fmla="*/ 97 w 128"/>
                    <a:gd name="T87" fmla="*/ 66 h 105"/>
                    <a:gd name="T88" fmla="*/ 101 w 128"/>
                    <a:gd name="T89" fmla="*/ 58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8" h="105">
                      <a:moveTo>
                        <a:pt x="101" y="58"/>
                      </a:moveTo>
                      <a:cubicBezTo>
                        <a:pt x="94" y="52"/>
                        <a:pt x="81" y="52"/>
                        <a:pt x="74" y="56"/>
                      </a:cubicBezTo>
                      <a:cubicBezTo>
                        <a:pt x="73" y="57"/>
                        <a:pt x="70" y="58"/>
                        <a:pt x="68" y="57"/>
                      </a:cubicBezTo>
                      <a:cubicBezTo>
                        <a:pt x="62" y="56"/>
                        <a:pt x="57" y="57"/>
                        <a:pt x="51" y="59"/>
                      </a:cubicBezTo>
                      <a:cubicBezTo>
                        <a:pt x="46" y="61"/>
                        <a:pt x="41" y="63"/>
                        <a:pt x="36" y="65"/>
                      </a:cubicBezTo>
                      <a:cubicBezTo>
                        <a:pt x="32" y="67"/>
                        <a:pt x="29" y="69"/>
                        <a:pt x="28" y="73"/>
                      </a:cubicBezTo>
                      <a:cubicBezTo>
                        <a:pt x="24" y="82"/>
                        <a:pt x="20" y="92"/>
                        <a:pt x="16" y="102"/>
                      </a:cubicBezTo>
                      <a:cubicBezTo>
                        <a:pt x="16" y="103"/>
                        <a:pt x="14" y="105"/>
                        <a:pt x="13" y="104"/>
                      </a:cubicBezTo>
                      <a:cubicBezTo>
                        <a:pt x="9" y="103"/>
                        <a:pt x="5" y="100"/>
                        <a:pt x="1" y="98"/>
                      </a:cubicBezTo>
                      <a:cubicBezTo>
                        <a:pt x="0" y="97"/>
                        <a:pt x="0" y="95"/>
                        <a:pt x="0" y="93"/>
                      </a:cubicBezTo>
                      <a:cubicBezTo>
                        <a:pt x="5" y="82"/>
                        <a:pt x="10" y="71"/>
                        <a:pt x="15" y="60"/>
                      </a:cubicBezTo>
                      <a:cubicBezTo>
                        <a:pt x="15" y="59"/>
                        <a:pt x="16" y="59"/>
                        <a:pt x="16" y="58"/>
                      </a:cubicBezTo>
                      <a:cubicBezTo>
                        <a:pt x="18" y="56"/>
                        <a:pt x="19" y="52"/>
                        <a:pt x="20" y="52"/>
                      </a:cubicBezTo>
                      <a:cubicBezTo>
                        <a:pt x="24" y="52"/>
                        <a:pt x="29" y="52"/>
                        <a:pt x="32" y="54"/>
                      </a:cubicBezTo>
                      <a:cubicBezTo>
                        <a:pt x="35" y="55"/>
                        <a:pt x="36" y="56"/>
                        <a:pt x="39" y="55"/>
                      </a:cubicBezTo>
                      <a:cubicBezTo>
                        <a:pt x="57" y="50"/>
                        <a:pt x="66" y="37"/>
                        <a:pt x="72" y="21"/>
                      </a:cubicBezTo>
                      <a:cubicBezTo>
                        <a:pt x="72" y="20"/>
                        <a:pt x="73" y="18"/>
                        <a:pt x="74" y="16"/>
                      </a:cubicBezTo>
                      <a:cubicBezTo>
                        <a:pt x="74" y="14"/>
                        <a:pt x="74" y="13"/>
                        <a:pt x="74" y="11"/>
                      </a:cubicBezTo>
                      <a:cubicBezTo>
                        <a:pt x="74" y="11"/>
                        <a:pt x="72" y="10"/>
                        <a:pt x="71" y="11"/>
                      </a:cubicBezTo>
                      <a:cubicBezTo>
                        <a:pt x="70" y="12"/>
                        <a:pt x="68" y="13"/>
                        <a:pt x="68" y="15"/>
                      </a:cubicBezTo>
                      <a:cubicBezTo>
                        <a:pt x="67" y="17"/>
                        <a:pt x="68" y="19"/>
                        <a:pt x="68" y="21"/>
                      </a:cubicBezTo>
                      <a:cubicBezTo>
                        <a:pt x="69" y="28"/>
                        <a:pt x="68" y="30"/>
                        <a:pt x="59" y="29"/>
                      </a:cubicBezTo>
                      <a:cubicBezTo>
                        <a:pt x="57" y="29"/>
                        <a:pt x="55" y="28"/>
                        <a:pt x="53" y="27"/>
                      </a:cubicBezTo>
                      <a:cubicBezTo>
                        <a:pt x="51" y="26"/>
                        <a:pt x="49" y="25"/>
                        <a:pt x="47" y="24"/>
                      </a:cubicBezTo>
                      <a:cubicBezTo>
                        <a:pt x="47" y="27"/>
                        <a:pt x="47" y="29"/>
                        <a:pt x="47" y="32"/>
                      </a:cubicBezTo>
                      <a:cubicBezTo>
                        <a:pt x="47" y="33"/>
                        <a:pt x="47" y="33"/>
                        <a:pt x="47" y="34"/>
                      </a:cubicBezTo>
                      <a:cubicBezTo>
                        <a:pt x="47" y="38"/>
                        <a:pt x="48" y="43"/>
                        <a:pt x="43" y="45"/>
                      </a:cubicBezTo>
                      <a:cubicBezTo>
                        <a:pt x="39" y="46"/>
                        <a:pt x="34" y="44"/>
                        <a:pt x="31" y="39"/>
                      </a:cubicBezTo>
                      <a:cubicBezTo>
                        <a:pt x="28" y="34"/>
                        <a:pt x="25" y="29"/>
                        <a:pt x="29" y="23"/>
                      </a:cubicBezTo>
                      <a:cubicBezTo>
                        <a:pt x="31" y="20"/>
                        <a:pt x="31" y="17"/>
                        <a:pt x="33" y="14"/>
                      </a:cubicBezTo>
                      <a:cubicBezTo>
                        <a:pt x="34" y="12"/>
                        <a:pt x="35" y="9"/>
                        <a:pt x="36" y="9"/>
                      </a:cubicBezTo>
                      <a:cubicBezTo>
                        <a:pt x="38" y="10"/>
                        <a:pt x="40" y="11"/>
                        <a:pt x="42" y="13"/>
                      </a:cubicBezTo>
                      <a:cubicBezTo>
                        <a:pt x="42" y="13"/>
                        <a:pt x="43" y="15"/>
                        <a:pt x="44" y="16"/>
                      </a:cubicBezTo>
                      <a:cubicBezTo>
                        <a:pt x="48" y="13"/>
                        <a:pt x="52" y="11"/>
                        <a:pt x="57" y="14"/>
                      </a:cubicBezTo>
                      <a:cubicBezTo>
                        <a:pt x="58" y="15"/>
                        <a:pt x="61" y="13"/>
                        <a:pt x="62" y="11"/>
                      </a:cubicBezTo>
                      <a:cubicBezTo>
                        <a:pt x="69" y="5"/>
                        <a:pt x="75" y="0"/>
                        <a:pt x="84" y="0"/>
                      </a:cubicBezTo>
                      <a:cubicBezTo>
                        <a:pt x="89" y="0"/>
                        <a:pt x="93" y="2"/>
                        <a:pt x="96" y="7"/>
                      </a:cubicBezTo>
                      <a:cubicBezTo>
                        <a:pt x="99" y="11"/>
                        <a:pt x="98" y="15"/>
                        <a:pt x="96" y="20"/>
                      </a:cubicBezTo>
                      <a:cubicBezTo>
                        <a:pt x="91" y="27"/>
                        <a:pt x="87" y="35"/>
                        <a:pt x="83" y="43"/>
                      </a:cubicBezTo>
                      <a:cubicBezTo>
                        <a:pt x="88" y="43"/>
                        <a:pt x="91" y="44"/>
                        <a:pt x="94" y="44"/>
                      </a:cubicBezTo>
                      <a:cubicBezTo>
                        <a:pt x="105" y="46"/>
                        <a:pt x="115" y="50"/>
                        <a:pt x="122" y="59"/>
                      </a:cubicBezTo>
                      <a:cubicBezTo>
                        <a:pt x="128" y="65"/>
                        <a:pt x="127" y="68"/>
                        <a:pt x="120" y="73"/>
                      </a:cubicBezTo>
                      <a:cubicBezTo>
                        <a:pt x="113" y="77"/>
                        <a:pt x="105" y="77"/>
                        <a:pt x="98" y="73"/>
                      </a:cubicBezTo>
                      <a:cubicBezTo>
                        <a:pt x="95" y="71"/>
                        <a:pt x="95" y="69"/>
                        <a:pt x="97" y="66"/>
                      </a:cubicBezTo>
                      <a:cubicBezTo>
                        <a:pt x="98" y="64"/>
                        <a:pt x="100" y="61"/>
                        <a:pt x="101" y="5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5" name="Freeform 8">
                  <a:extLst>
                    <a:ext uri="{FF2B5EF4-FFF2-40B4-BE49-F238E27FC236}">
                      <a16:creationId xmlns:a16="http://schemas.microsoft.com/office/drawing/2014/main" id="{68AB8704-3F31-41E0-B209-31D0A83BAA2E}"/>
                    </a:ext>
                  </a:extLst>
                </p:cNvPr>
                <p:cNvSpPr>
                  <a:spLocks/>
                </p:cNvSpPr>
                <p:nvPr/>
              </p:nvSpPr>
              <p:spPr bwMode="auto">
                <a:xfrm>
                  <a:off x="5664200" y="2355851"/>
                  <a:ext cx="341313" cy="407988"/>
                </a:xfrm>
                <a:custGeom>
                  <a:avLst/>
                  <a:gdLst>
                    <a:gd name="T0" fmla="*/ 46 w 80"/>
                    <a:gd name="T1" fmla="*/ 29 h 96"/>
                    <a:gd name="T2" fmla="*/ 65 w 80"/>
                    <a:gd name="T3" fmla="*/ 29 h 96"/>
                    <a:gd name="T4" fmla="*/ 79 w 80"/>
                    <a:gd name="T5" fmla="*/ 41 h 96"/>
                    <a:gd name="T6" fmla="*/ 74 w 80"/>
                    <a:gd name="T7" fmla="*/ 43 h 96"/>
                    <a:gd name="T8" fmla="*/ 60 w 80"/>
                    <a:gd name="T9" fmla="*/ 43 h 96"/>
                    <a:gd name="T10" fmla="*/ 52 w 80"/>
                    <a:gd name="T11" fmla="*/ 50 h 96"/>
                    <a:gd name="T12" fmla="*/ 49 w 80"/>
                    <a:gd name="T13" fmla="*/ 87 h 96"/>
                    <a:gd name="T14" fmla="*/ 37 w 80"/>
                    <a:gd name="T15" fmla="*/ 95 h 96"/>
                    <a:gd name="T16" fmla="*/ 21 w 80"/>
                    <a:gd name="T17" fmla="*/ 68 h 96"/>
                    <a:gd name="T18" fmla="*/ 22 w 80"/>
                    <a:gd name="T19" fmla="*/ 62 h 96"/>
                    <a:gd name="T20" fmla="*/ 30 w 80"/>
                    <a:gd name="T21" fmla="*/ 72 h 96"/>
                    <a:gd name="T22" fmla="*/ 40 w 80"/>
                    <a:gd name="T23" fmla="*/ 70 h 96"/>
                    <a:gd name="T24" fmla="*/ 43 w 80"/>
                    <a:gd name="T25" fmla="*/ 46 h 96"/>
                    <a:gd name="T26" fmla="*/ 24 w 80"/>
                    <a:gd name="T27" fmla="*/ 52 h 96"/>
                    <a:gd name="T28" fmla="*/ 19 w 80"/>
                    <a:gd name="T29" fmla="*/ 54 h 96"/>
                    <a:gd name="T30" fmla="*/ 6 w 80"/>
                    <a:gd name="T31" fmla="*/ 54 h 96"/>
                    <a:gd name="T32" fmla="*/ 2 w 80"/>
                    <a:gd name="T33" fmla="*/ 40 h 96"/>
                    <a:gd name="T34" fmla="*/ 6 w 80"/>
                    <a:gd name="T35" fmla="*/ 37 h 96"/>
                    <a:gd name="T36" fmla="*/ 28 w 80"/>
                    <a:gd name="T37" fmla="*/ 33 h 96"/>
                    <a:gd name="T38" fmla="*/ 33 w 80"/>
                    <a:gd name="T39" fmla="*/ 32 h 96"/>
                    <a:gd name="T40" fmla="*/ 36 w 80"/>
                    <a:gd name="T41" fmla="*/ 22 h 96"/>
                    <a:gd name="T42" fmla="*/ 46 w 80"/>
                    <a:gd name="T43" fmla="*/ 12 h 96"/>
                    <a:gd name="T44" fmla="*/ 45 w 80"/>
                    <a:gd name="T45" fmla="*/ 10 h 96"/>
                    <a:gd name="T46" fmla="*/ 26 w 80"/>
                    <a:gd name="T47" fmla="*/ 17 h 96"/>
                    <a:gd name="T48" fmla="*/ 15 w 80"/>
                    <a:gd name="T49" fmla="*/ 24 h 96"/>
                    <a:gd name="T50" fmla="*/ 5 w 80"/>
                    <a:gd name="T51" fmla="*/ 22 h 96"/>
                    <a:gd name="T52" fmla="*/ 1 w 80"/>
                    <a:gd name="T53" fmla="*/ 17 h 96"/>
                    <a:gd name="T54" fmla="*/ 36 w 80"/>
                    <a:gd name="T55" fmla="*/ 2 h 96"/>
                    <a:gd name="T56" fmla="*/ 55 w 80"/>
                    <a:gd name="T57" fmla="*/ 0 h 96"/>
                    <a:gd name="T58" fmla="*/ 61 w 80"/>
                    <a:gd name="T59" fmla="*/ 6 h 96"/>
                    <a:gd name="T60" fmla="*/ 59 w 80"/>
                    <a:gd name="T61" fmla="*/ 13 h 96"/>
                    <a:gd name="T62" fmla="*/ 46 w 80"/>
                    <a:gd name="T63" fmla="*/ 29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 h="96">
                      <a:moveTo>
                        <a:pt x="46" y="29"/>
                      </a:moveTo>
                      <a:cubicBezTo>
                        <a:pt x="53" y="30"/>
                        <a:pt x="59" y="31"/>
                        <a:pt x="65" y="29"/>
                      </a:cubicBezTo>
                      <a:cubicBezTo>
                        <a:pt x="71" y="27"/>
                        <a:pt x="80" y="34"/>
                        <a:pt x="79" y="41"/>
                      </a:cubicBezTo>
                      <a:cubicBezTo>
                        <a:pt x="79" y="42"/>
                        <a:pt x="76" y="43"/>
                        <a:pt x="74" y="43"/>
                      </a:cubicBezTo>
                      <a:cubicBezTo>
                        <a:pt x="70" y="43"/>
                        <a:pt x="65" y="43"/>
                        <a:pt x="60" y="43"/>
                      </a:cubicBezTo>
                      <a:cubicBezTo>
                        <a:pt x="53" y="42"/>
                        <a:pt x="52" y="44"/>
                        <a:pt x="52" y="50"/>
                      </a:cubicBezTo>
                      <a:cubicBezTo>
                        <a:pt x="51" y="62"/>
                        <a:pt x="51" y="75"/>
                        <a:pt x="49" y="87"/>
                      </a:cubicBezTo>
                      <a:cubicBezTo>
                        <a:pt x="48" y="95"/>
                        <a:pt x="45" y="96"/>
                        <a:pt x="37" y="95"/>
                      </a:cubicBezTo>
                      <a:cubicBezTo>
                        <a:pt x="25" y="92"/>
                        <a:pt x="15" y="82"/>
                        <a:pt x="21" y="68"/>
                      </a:cubicBezTo>
                      <a:cubicBezTo>
                        <a:pt x="21" y="66"/>
                        <a:pt x="21" y="64"/>
                        <a:pt x="22" y="62"/>
                      </a:cubicBezTo>
                      <a:cubicBezTo>
                        <a:pt x="24" y="65"/>
                        <a:pt x="27" y="69"/>
                        <a:pt x="30" y="72"/>
                      </a:cubicBezTo>
                      <a:cubicBezTo>
                        <a:pt x="33" y="76"/>
                        <a:pt x="39" y="75"/>
                        <a:pt x="40" y="70"/>
                      </a:cubicBezTo>
                      <a:cubicBezTo>
                        <a:pt x="41" y="62"/>
                        <a:pt x="42" y="54"/>
                        <a:pt x="43" y="46"/>
                      </a:cubicBezTo>
                      <a:cubicBezTo>
                        <a:pt x="35" y="45"/>
                        <a:pt x="30" y="49"/>
                        <a:pt x="24" y="52"/>
                      </a:cubicBezTo>
                      <a:cubicBezTo>
                        <a:pt x="22" y="52"/>
                        <a:pt x="21" y="54"/>
                        <a:pt x="19" y="54"/>
                      </a:cubicBezTo>
                      <a:cubicBezTo>
                        <a:pt x="14" y="58"/>
                        <a:pt x="11" y="57"/>
                        <a:pt x="6" y="54"/>
                      </a:cubicBezTo>
                      <a:cubicBezTo>
                        <a:pt x="3" y="51"/>
                        <a:pt x="0" y="44"/>
                        <a:pt x="2" y="40"/>
                      </a:cubicBezTo>
                      <a:cubicBezTo>
                        <a:pt x="2" y="39"/>
                        <a:pt x="5" y="37"/>
                        <a:pt x="6" y="37"/>
                      </a:cubicBezTo>
                      <a:cubicBezTo>
                        <a:pt x="14" y="39"/>
                        <a:pt x="20" y="35"/>
                        <a:pt x="28" y="33"/>
                      </a:cubicBezTo>
                      <a:cubicBezTo>
                        <a:pt x="29" y="33"/>
                        <a:pt x="31" y="32"/>
                        <a:pt x="33" y="32"/>
                      </a:cubicBezTo>
                      <a:cubicBezTo>
                        <a:pt x="31" y="27"/>
                        <a:pt x="31" y="24"/>
                        <a:pt x="36" y="22"/>
                      </a:cubicBezTo>
                      <a:cubicBezTo>
                        <a:pt x="39" y="19"/>
                        <a:pt x="42" y="15"/>
                        <a:pt x="46" y="12"/>
                      </a:cubicBezTo>
                      <a:cubicBezTo>
                        <a:pt x="45" y="11"/>
                        <a:pt x="45" y="11"/>
                        <a:pt x="45" y="10"/>
                      </a:cubicBezTo>
                      <a:cubicBezTo>
                        <a:pt x="38" y="13"/>
                        <a:pt x="32" y="15"/>
                        <a:pt x="26" y="17"/>
                      </a:cubicBezTo>
                      <a:cubicBezTo>
                        <a:pt x="22" y="19"/>
                        <a:pt x="18" y="22"/>
                        <a:pt x="15" y="24"/>
                      </a:cubicBezTo>
                      <a:cubicBezTo>
                        <a:pt x="11" y="26"/>
                        <a:pt x="7" y="27"/>
                        <a:pt x="5" y="22"/>
                      </a:cubicBezTo>
                      <a:cubicBezTo>
                        <a:pt x="4" y="20"/>
                        <a:pt x="3" y="19"/>
                        <a:pt x="1" y="17"/>
                      </a:cubicBezTo>
                      <a:cubicBezTo>
                        <a:pt x="13" y="12"/>
                        <a:pt x="25" y="6"/>
                        <a:pt x="36" y="2"/>
                      </a:cubicBezTo>
                      <a:cubicBezTo>
                        <a:pt x="42" y="0"/>
                        <a:pt x="49" y="0"/>
                        <a:pt x="55" y="0"/>
                      </a:cubicBezTo>
                      <a:cubicBezTo>
                        <a:pt x="57" y="0"/>
                        <a:pt x="60" y="4"/>
                        <a:pt x="61" y="6"/>
                      </a:cubicBezTo>
                      <a:cubicBezTo>
                        <a:pt x="62" y="8"/>
                        <a:pt x="61" y="11"/>
                        <a:pt x="59" y="13"/>
                      </a:cubicBezTo>
                      <a:cubicBezTo>
                        <a:pt x="55" y="18"/>
                        <a:pt x="51" y="23"/>
                        <a:pt x="46"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90" name="组合 89">
                <a:extLst>
                  <a:ext uri="{FF2B5EF4-FFF2-40B4-BE49-F238E27FC236}">
                    <a16:creationId xmlns:a16="http://schemas.microsoft.com/office/drawing/2014/main" id="{B92E7EB9-3312-4310-B5FA-50F0FA6CFB99}"/>
                  </a:ext>
                </a:extLst>
              </p:cNvPr>
              <p:cNvGrpSpPr/>
              <p:nvPr/>
            </p:nvGrpSpPr>
            <p:grpSpPr>
              <a:xfrm>
                <a:off x="11192276" y="2400300"/>
                <a:ext cx="322175" cy="373063"/>
                <a:chOff x="3792874" y="3138488"/>
                <a:chExt cx="322175" cy="373063"/>
              </a:xfrm>
              <a:grpFill/>
            </p:grpSpPr>
            <p:sp>
              <p:nvSpPr>
                <p:cNvPr id="91" name="Freeform 15">
                  <a:extLst>
                    <a:ext uri="{FF2B5EF4-FFF2-40B4-BE49-F238E27FC236}">
                      <a16:creationId xmlns:a16="http://schemas.microsoft.com/office/drawing/2014/main" id="{4A24723D-38DD-4916-B1AF-76A903317407}"/>
                    </a:ext>
                  </a:extLst>
                </p:cNvPr>
                <p:cNvSpPr>
                  <a:spLocks/>
                </p:cNvSpPr>
                <p:nvPr/>
              </p:nvSpPr>
              <p:spPr bwMode="auto">
                <a:xfrm>
                  <a:off x="3792874" y="3235325"/>
                  <a:ext cx="112625" cy="246063"/>
                </a:xfrm>
                <a:custGeom>
                  <a:avLst/>
                  <a:gdLst>
                    <a:gd name="T0" fmla="*/ 16 w 39"/>
                    <a:gd name="T1" fmla="*/ 29 h 58"/>
                    <a:gd name="T2" fmla="*/ 27 w 39"/>
                    <a:gd name="T3" fmla="*/ 7 h 58"/>
                    <a:gd name="T4" fmla="*/ 31 w 39"/>
                    <a:gd name="T5" fmla="*/ 1 h 58"/>
                    <a:gd name="T6" fmla="*/ 34 w 39"/>
                    <a:gd name="T7" fmla="*/ 6 h 58"/>
                    <a:gd name="T8" fmla="*/ 35 w 39"/>
                    <a:gd name="T9" fmla="*/ 26 h 58"/>
                    <a:gd name="T10" fmla="*/ 20 w 39"/>
                    <a:gd name="T11" fmla="*/ 52 h 58"/>
                    <a:gd name="T12" fmla="*/ 9 w 39"/>
                    <a:gd name="T13" fmla="*/ 57 h 58"/>
                    <a:gd name="T14" fmla="*/ 1 w 39"/>
                    <a:gd name="T15" fmla="*/ 43 h 58"/>
                    <a:gd name="T16" fmla="*/ 4 w 39"/>
                    <a:gd name="T17" fmla="*/ 6 h 58"/>
                    <a:gd name="T18" fmla="*/ 8 w 39"/>
                    <a:gd name="T19" fmla="*/ 0 h 58"/>
                    <a:gd name="T20" fmla="*/ 15 w 39"/>
                    <a:gd name="T21" fmla="*/ 6 h 58"/>
                    <a:gd name="T22" fmla="*/ 14 w 39"/>
                    <a:gd name="T23" fmla="*/ 20 h 58"/>
                    <a:gd name="T24" fmla="*/ 14 w 39"/>
                    <a:gd name="T25" fmla="*/ 28 h 58"/>
                    <a:gd name="T26" fmla="*/ 16 w 39"/>
                    <a:gd name="T27" fmla="*/ 29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9" h="58">
                      <a:moveTo>
                        <a:pt x="16" y="29"/>
                      </a:moveTo>
                      <a:cubicBezTo>
                        <a:pt x="19" y="21"/>
                        <a:pt x="23" y="14"/>
                        <a:pt x="27" y="7"/>
                      </a:cubicBezTo>
                      <a:cubicBezTo>
                        <a:pt x="28" y="5"/>
                        <a:pt x="29" y="3"/>
                        <a:pt x="31" y="1"/>
                      </a:cubicBezTo>
                      <a:cubicBezTo>
                        <a:pt x="32" y="3"/>
                        <a:pt x="33" y="4"/>
                        <a:pt x="34" y="6"/>
                      </a:cubicBezTo>
                      <a:cubicBezTo>
                        <a:pt x="37" y="12"/>
                        <a:pt x="39" y="19"/>
                        <a:pt x="35" y="26"/>
                      </a:cubicBezTo>
                      <a:cubicBezTo>
                        <a:pt x="30" y="34"/>
                        <a:pt x="25" y="43"/>
                        <a:pt x="20" y="52"/>
                      </a:cubicBezTo>
                      <a:cubicBezTo>
                        <a:pt x="18" y="56"/>
                        <a:pt x="12" y="58"/>
                        <a:pt x="9" y="57"/>
                      </a:cubicBezTo>
                      <a:cubicBezTo>
                        <a:pt x="2" y="54"/>
                        <a:pt x="0" y="50"/>
                        <a:pt x="1" y="43"/>
                      </a:cubicBezTo>
                      <a:cubicBezTo>
                        <a:pt x="2" y="31"/>
                        <a:pt x="3" y="18"/>
                        <a:pt x="4" y="6"/>
                      </a:cubicBezTo>
                      <a:cubicBezTo>
                        <a:pt x="4" y="4"/>
                        <a:pt x="4" y="0"/>
                        <a:pt x="8" y="0"/>
                      </a:cubicBezTo>
                      <a:cubicBezTo>
                        <a:pt x="11" y="0"/>
                        <a:pt x="15" y="1"/>
                        <a:pt x="15" y="6"/>
                      </a:cubicBezTo>
                      <a:cubicBezTo>
                        <a:pt x="15" y="10"/>
                        <a:pt x="14" y="15"/>
                        <a:pt x="14" y="20"/>
                      </a:cubicBezTo>
                      <a:cubicBezTo>
                        <a:pt x="14" y="23"/>
                        <a:pt x="14" y="25"/>
                        <a:pt x="14" y="28"/>
                      </a:cubicBezTo>
                      <a:cubicBezTo>
                        <a:pt x="14" y="28"/>
                        <a:pt x="15" y="28"/>
                        <a:pt x="16"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2" name="Freeform 16">
                  <a:extLst>
                    <a:ext uri="{FF2B5EF4-FFF2-40B4-BE49-F238E27FC236}">
                      <a16:creationId xmlns:a16="http://schemas.microsoft.com/office/drawing/2014/main" id="{FB4C6AFE-87EF-4FB7-829C-F7529116EE44}"/>
                    </a:ext>
                  </a:extLst>
                </p:cNvPr>
                <p:cNvSpPr>
                  <a:spLocks/>
                </p:cNvSpPr>
                <p:nvPr/>
              </p:nvSpPr>
              <p:spPr bwMode="auto">
                <a:xfrm>
                  <a:off x="3980111" y="3138488"/>
                  <a:ext cx="134938" cy="373063"/>
                </a:xfrm>
                <a:custGeom>
                  <a:avLst/>
                  <a:gdLst>
                    <a:gd name="T0" fmla="*/ 9 w 47"/>
                    <a:gd name="T1" fmla="*/ 73 h 88"/>
                    <a:gd name="T2" fmla="*/ 3 w 47"/>
                    <a:gd name="T3" fmla="*/ 67 h 88"/>
                    <a:gd name="T4" fmla="*/ 3 w 47"/>
                    <a:gd name="T5" fmla="*/ 57 h 88"/>
                    <a:gd name="T6" fmla="*/ 20 w 47"/>
                    <a:gd name="T7" fmla="*/ 38 h 88"/>
                    <a:gd name="T8" fmla="*/ 33 w 47"/>
                    <a:gd name="T9" fmla="*/ 20 h 88"/>
                    <a:gd name="T10" fmla="*/ 33 w 47"/>
                    <a:gd name="T11" fmla="*/ 4 h 88"/>
                    <a:gd name="T12" fmla="*/ 32 w 47"/>
                    <a:gd name="T13" fmla="*/ 1 h 88"/>
                    <a:gd name="T14" fmla="*/ 33 w 47"/>
                    <a:gd name="T15" fmla="*/ 0 h 88"/>
                    <a:gd name="T16" fmla="*/ 41 w 47"/>
                    <a:gd name="T17" fmla="*/ 6 h 88"/>
                    <a:gd name="T18" fmla="*/ 43 w 47"/>
                    <a:gd name="T19" fmla="*/ 26 h 88"/>
                    <a:gd name="T20" fmla="*/ 29 w 47"/>
                    <a:gd name="T21" fmla="*/ 48 h 88"/>
                    <a:gd name="T22" fmla="*/ 30 w 47"/>
                    <a:gd name="T23" fmla="*/ 52 h 88"/>
                    <a:gd name="T24" fmla="*/ 40 w 47"/>
                    <a:gd name="T25" fmla="*/ 73 h 88"/>
                    <a:gd name="T26" fmla="*/ 41 w 47"/>
                    <a:gd name="T27" fmla="*/ 84 h 88"/>
                    <a:gd name="T28" fmla="*/ 37 w 47"/>
                    <a:gd name="T29" fmla="*/ 86 h 88"/>
                    <a:gd name="T30" fmla="*/ 31 w 47"/>
                    <a:gd name="T31" fmla="*/ 75 h 88"/>
                    <a:gd name="T32" fmla="*/ 28 w 47"/>
                    <a:gd name="T33" fmla="*/ 60 h 88"/>
                    <a:gd name="T34" fmla="*/ 22 w 47"/>
                    <a:gd name="T35" fmla="*/ 59 h 88"/>
                    <a:gd name="T36" fmla="*/ 9 w 47"/>
                    <a:gd name="T37" fmla="*/ 73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7" h="88">
                      <a:moveTo>
                        <a:pt x="9" y="73"/>
                      </a:moveTo>
                      <a:cubicBezTo>
                        <a:pt x="7" y="71"/>
                        <a:pt x="5" y="69"/>
                        <a:pt x="3" y="67"/>
                      </a:cubicBezTo>
                      <a:cubicBezTo>
                        <a:pt x="1" y="64"/>
                        <a:pt x="0" y="61"/>
                        <a:pt x="3" y="57"/>
                      </a:cubicBezTo>
                      <a:cubicBezTo>
                        <a:pt x="9" y="51"/>
                        <a:pt x="14" y="45"/>
                        <a:pt x="20" y="38"/>
                      </a:cubicBezTo>
                      <a:cubicBezTo>
                        <a:pt x="24" y="32"/>
                        <a:pt x="28" y="26"/>
                        <a:pt x="33" y="20"/>
                      </a:cubicBezTo>
                      <a:cubicBezTo>
                        <a:pt x="36" y="15"/>
                        <a:pt x="36" y="9"/>
                        <a:pt x="33" y="4"/>
                      </a:cubicBezTo>
                      <a:cubicBezTo>
                        <a:pt x="32" y="3"/>
                        <a:pt x="32" y="2"/>
                        <a:pt x="32" y="1"/>
                      </a:cubicBezTo>
                      <a:cubicBezTo>
                        <a:pt x="32" y="1"/>
                        <a:pt x="33" y="0"/>
                        <a:pt x="33" y="0"/>
                      </a:cubicBezTo>
                      <a:cubicBezTo>
                        <a:pt x="36" y="2"/>
                        <a:pt x="39" y="4"/>
                        <a:pt x="41" y="6"/>
                      </a:cubicBezTo>
                      <a:cubicBezTo>
                        <a:pt x="46" y="11"/>
                        <a:pt x="47" y="20"/>
                        <a:pt x="43" y="26"/>
                      </a:cubicBezTo>
                      <a:cubicBezTo>
                        <a:pt x="39" y="33"/>
                        <a:pt x="34" y="40"/>
                        <a:pt x="29" y="48"/>
                      </a:cubicBezTo>
                      <a:cubicBezTo>
                        <a:pt x="29" y="49"/>
                        <a:pt x="29" y="52"/>
                        <a:pt x="30" y="52"/>
                      </a:cubicBezTo>
                      <a:cubicBezTo>
                        <a:pt x="38" y="57"/>
                        <a:pt x="38" y="65"/>
                        <a:pt x="40" y="73"/>
                      </a:cubicBezTo>
                      <a:cubicBezTo>
                        <a:pt x="41" y="76"/>
                        <a:pt x="41" y="80"/>
                        <a:pt x="41" y="84"/>
                      </a:cubicBezTo>
                      <a:cubicBezTo>
                        <a:pt x="41" y="87"/>
                        <a:pt x="39" y="88"/>
                        <a:pt x="37" y="86"/>
                      </a:cubicBezTo>
                      <a:cubicBezTo>
                        <a:pt x="33" y="83"/>
                        <a:pt x="31" y="81"/>
                        <a:pt x="31" y="75"/>
                      </a:cubicBezTo>
                      <a:cubicBezTo>
                        <a:pt x="31" y="70"/>
                        <a:pt x="30" y="65"/>
                        <a:pt x="28" y="60"/>
                      </a:cubicBezTo>
                      <a:cubicBezTo>
                        <a:pt x="27" y="55"/>
                        <a:pt x="25" y="56"/>
                        <a:pt x="22" y="59"/>
                      </a:cubicBezTo>
                      <a:cubicBezTo>
                        <a:pt x="18" y="64"/>
                        <a:pt x="14" y="68"/>
                        <a:pt x="9"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3" name="Freeform 17">
                  <a:extLst>
                    <a:ext uri="{FF2B5EF4-FFF2-40B4-BE49-F238E27FC236}">
                      <a16:creationId xmlns:a16="http://schemas.microsoft.com/office/drawing/2014/main" id="{7BBE01C1-D3BA-489E-BE5E-C63059DA7AF9}"/>
                    </a:ext>
                  </a:extLst>
                </p:cNvPr>
                <p:cNvSpPr>
                  <a:spLocks/>
                </p:cNvSpPr>
                <p:nvPr/>
              </p:nvSpPr>
              <p:spPr bwMode="auto">
                <a:xfrm>
                  <a:off x="3872924" y="3138488"/>
                  <a:ext cx="75438" cy="79375"/>
                </a:xfrm>
                <a:custGeom>
                  <a:avLst/>
                  <a:gdLst>
                    <a:gd name="T0" fmla="*/ 0 w 26"/>
                    <a:gd name="T1" fmla="*/ 0 h 19"/>
                    <a:gd name="T2" fmla="*/ 20 w 26"/>
                    <a:gd name="T3" fmla="*/ 1 h 19"/>
                    <a:gd name="T4" fmla="*/ 23 w 26"/>
                    <a:gd name="T5" fmla="*/ 12 h 19"/>
                    <a:gd name="T6" fmla="*/ 12 w 26"/>
                    <a:gd name="T7" fmla="*/ 18 h 19"/>
                    <a:gd name="T8" fmla="*/ 3 w 26"/>
                    <a:gd name="T9" fmla="*/ 11 h 19"/>
                    <a:gd name="T10" fmla="*/ 0 w 26"/>
                    <a:gd name="T11" fmla="*/ 0 h 19"/>
                  </a:gdLst>
                  <a:ahLst/>
                  <a:cxnLst>
                    <a:cxn ang="0">
                      <a:pos x="T0" y="T1"/>
                    </a:cxn>
                    <a:cxn ang="0">
                      <a:pos x="T2" y="T3"/>
                    </a:cxn>
                    <a:cxn ang="0">
                      <a:pos x="T4" y="T5"/>
                    </a:cxn>
                    <a:cxn ang="0">
                      <a:pos x="T6" y="T7"/>
                    </a:cxn>
                    <a:cxn ang="0">
                      <a:pos x="T8" y="T9"/>
                    </a:cxn>
                    <a:cxn ang="0">
                      <a:pos x="T10" y="T11"/>
                    </a:cxn>
                  </a:cxnLst>
                  <a:rect l="0" t="0" r="r" b="b"/>
                  <a:pathLst>
                    <a:path w="26" h="19">
                      <a:moveTo>
                        <a:pt x="0" y="0"/>
                      </a:moveTo>
                      <a:cubicBezTo>
                        <a:pt x="8" y="1"/>
                        <a:pt x="14" y="1"/>
                        <a:pt x="20" y="1"/>
                      </a:cubicBezTo>
                      <a:cubicBezTo>
                        <a:pt x="24" y="1"/>
                        <a:pt x="26" y="8"/>
                        <a:pt x="23" y="12"/>
                      </a:cubicBezTo>
                      <a:cubicBezTo>
                        <a:pt x="21" y="16"/>
                        <a:pt x="17" y="19"/>
                        <a:pt x="12" y="18"/>
                      </a:cubicBezTo>
                      <a:cubicBezTo>
                        <a:pt x="8" y="18"/>
                        <a:pt x="5" y="15"/>
                        <a:pt x="3" y="11"/>
                      </a:cubicBezTo>
                      <a:cubicBezTo>
                        <a:pt x="2" y="8"/>
                        <a:pt x="1" y="4"/>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grpSp>
          <p:nvGrpSpPr>
            <p:cNvPr id="74" name="组合 73">
              <a:extLst>
                <a:ext uri="{FF2B5EF4-FFF2-40B4-BE49-F238E27FC236}">
                  <a16:creationId xmlns:a16="http://schemas.microsoft.com/office/drawing/2014/main" id="{E582171C-E91E-4DDB-B720-D9EDE8C54B5C}"/>
                </a:ext>
              </a:extLst>
            </p:cNvPr>
            <p:cNvGrpSpPr/>
            <p:nvPr/>
          </p:nvGrpSpPr>
          <p:grpSpPr>
            <a:xfrm>
              <a:off x="598941" y="6399999"/>
              <a:ext cx="1102619" cy="276499"/>
              <a:chOff x="6738929" y="2270918"/>
              <a:chExt cx="2766486" cy="693738"/>
            </a:xfrm>
            <a:grpFill/>
          </p:grpSpPr>
          <p:grpSp>
            <p:nvGrpSpPr>
              <p:cNvPr id="75" name="组合 74">
                <a:extLst>
                  <a:ext uri="{FF2B5EF4-FFF2-40B4-BE49-F238E27FC236}">
                    <a16:creationId xmlns:a16="http://schemas.microsoft.com/office/drawing/2014/main" id="{4EB45816-40C4-4065-9181-C29D2BECD84E}"/>
                  </a:ext>
                </a:extLst>
              </p:cNvPr>
              <p:cNvGrpSpPr/>
              <p:nvPr/>
            </p:nvGrpSpPr>
            <p:grpSpPr>
              <a:xfrm>
                <a:off x="8180494" y="2355056"/>
                <a:ext cx="484188" cy="509588"/>
                <a:chOff x="6113463" y="3541713"/>
                <a:chExt cx="484188" cy="509588"/>
              </a:xfrm>
              <a:grpFill/>
            </p:grpSpPr>
            <p:sp>
              <p:nvSpPr>
                <p:cNvPr id="85" name="Freeform 9">
                  <a:extLst>
                    <a:ext uri="{FF2B5EF4-FFF2-40B4-BE49-F238E27FC236}">
                      <a16:creationId xmlns:a16="http://schemas.microsoft.com/office/drawing/2014/main" id="{70888479-5294-457A-8111-462CE4F104F2}"/>
                    </a:ext>
                  </a:extLst>
                </p:cNvPr>
                <p:cNvSpPr>
                  <a:spLocks noEditPoints="1"/>
                </p:cNvSpPr>
                <p:nvPr/>
              </p:nvSpPr>
              <p:spPr bwMode="auto">
                <a:xfrm>
                  <a:off x="6113463" y="3579813"/>
                  <a:ext cx="252413" cy="428625"/>
                </a:xfrm>
                <a:custGeom>
                  <a:avLst/>
                  <a:gdLst>
                    <a:gd name="T0" fmla="*/ 39 w 59"/>
                    <a:gd name="T1" fmla="*/ 78 h 101"/>
                    <a:gd name="T2" fmla="*/ 17 w 59"/>
                    <a:gd name="T3" fmla="*/ 94 h 101"/>
                    <a:gd name="T4" fmla="*/ 8 w 59"/>
                    <a:gd name="T5" fmla="*/ 94 h 101"/>
                    <a:gd name="T6" fmla="*/ 0 w 59"/>
                    <a:gd name="T7" fmla="*/ 79 h 101"/>
                    <a:gd name="T8" fmla="*/ 17 w 59"/>
                    <a:gd name="T9" fmla="*/ 73 h 101"/>
                    <a:gd name="T10" fmla="*/ 10 w 59"/>
                    <a:gd name="T11" fmla="*/ 68 h 101"/>
                    <a:gd name="T12" fmla="*/ 8 w 59"/>
                    <a:gd name="T13" fmla="*/ 60 h 101"/>
                    <a:gd name="T14" fmla="*/ 18 w 59"/>
                    <a:gd name="T15" fmla="*/ 23 h 101"/>
                    <a:gd name="T16" fmla="*/ 26 w 59"/>
                    <a:gd name="T17" fmla="*/ 17 h 101"/>
                    <a:gd name="T18" fmla="*/ 36 w 59"/>
                    <a:gd name="T19" fmla="*/ 26 h 101"/>
                    <a:gd name="T20" fmla="*/ 36 w 59"/>
                    <a:gd name="T21" fmla="*/ 27 h 101"/>
                    <a:gd name="T22" fmla="*/ 43 w 59"/>
                    <a:gd name="T23" fmla="*/ 40 h 101"/>
                    <a:gd name="T24" fmla="*/ 42 w 59"/>
                    <a:gd name="T25" fmla="*/ 12 h 101"/>
                    <a:gd name="T26" fmla="*/ 21 w 59"/>
                    <a:gd name="T27" fmla="*/ 5 h 101"/>
                    <a:gd name="T28" fmla="*/ 44 w 59"/>
                    <a:gd name="T29" fmla="*/ 1 h 101"/>
                    <a:gd name="T30" fmla="*/ 57 w 59"/>
                    <a:gd name="T31" fmla="*/ 17 h 101"/>
                    <a:gd name="T32" fmla="*/ 56 w 59"/>
                    <a:gd name="T33" fmla="*/ 48 h 101"/>
                    <a:gd name="T34" fmla="*/ 57 w 59"/>
                    <a:gd name="T35" fmla="*/ 55 h 101"/>
                    <a:gd name="T36" fmla="*/ 55 w 59"/>
                    <a:gd name="T37" fmla="*/ 64 h 101"/>
                    <a:gd name="T38" fmla="*/ 54 w 59"/>
                    <a:gd name="T39" fmla="*/ 71 h 101"/>
                    <a:gd name="T40" fmla="*/ 52 w 59"/>
                    <a:gd name="T41" fmla="*/ 95 h 101"/>
                    <a:gd name="T42" fmla="*/ 49 w 59"/>
                    <a:gd name="T43" fmla="*/ 101 h 101"/>
                    <a:gd name="T44" fmla="*/ 43 w 59"/>
                    <a:gd name="T45" fmla="*/ 98 h 101"/>
                    <a:gd name="T46" fmla="*/ 38 w 59"/>
                    <a:gd name="T47" fmla="*/ 86 h 101"/>
                    <a:gd name="T48" fmla="*/ 39 w 59"/>
                    <a:gd name="T49" fmla="*/ 78 h 101"/>
                    <a:gd name="T50" fmla="*/ 42 w 59"/>
                    <a:gd name="T51" fmla="*/ 47 h 101"/>
                    <a:gd name="T52" fmla="*/ 32 w 59"/>
                    <a:gd name="T53" fmla="*/ 44 h 101"/>
                    <a:gd name="T54" fmla="*/ 29 w 59"/>
                    <a:gd name="T55" fmla="*/ 64 h 101"/>
                    <a:gd name="T56" fmla="*/ 42 w 59"/>
                    <a:gd name="T57" fmla="*/ 4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9" h="101">
                      <a:moveTo>
                        <a:pt x="39" y="78"/>
                      </a:moveTo>
                      <a:cubicBezTo>
                        <a:pt x="31" y="84"/>
                        <a:pt x="24" y="89"/>
                        <a:pt x="17" y="94"/>
                      </a:cubicBezTo>
                      <a:cubicBezTo>
                        <a:pt x="14" y="97"/>
                        <a:pt x="11" y="96"/>
                        <a:pt x="8" y="94"/>
                      </a:cubicBezTo>
                      <a:cubicBezTo>
                        <a:pt x="4" y="90"/>
                        <a:pt x="0" y="86"/>
                        <a:pt x="0" y="79"/>
                      </a:cubicBezTo>
                      <a:cubicBezTo>
                        <a:pt x="6" y="82"/>
                        <a:pt x="12" y="80"/>
                        <a:pt x="17" y="73"/>
                      </a:cubicBezTo>
                      <a:cubicBezTo>
                        <a:pt x="15" y="72"/>
                        <a:pt x="13" y="70"/>
                        <a:pt x="10" y="68"/>
                      </a:cubicBezTo>
                      <a:cubicBezTo>
                        <a:pt x="7" y="66"/>
                        <a:pt x="7" y="63"/>
                        <a:pt x="8" y="60"/>
                      </a:cubicBezTo>
                      <a:cubicBezTo>
                        <a:pt x="11" y="48"/>
                        <a:pt x="15" y="36"/>
                        <a:pt x="18" y="23"/>
                      </a:cubicBezTo>
                      <a:cubicBezTo>
                        <a:pt x="19" y="20"/>
                        <a:pt x="20" y="16"/>
                        <a:pt x="26" y="17"/>
                      </a:cubicBezTo>
                      <a:cubicBezTo>
                        <a:pt x="32" y="18"/>
                        <a:pt x="36" y="21"/>
                        <a:pt x="36" y="26"/>
                      </a:cubicBezTo>
                      <a:cubicBezTo>
                        <a:pt x="36" y="26"/>
                        <a:pt x="36" y="27"/>
                        <a:pt x="36" y="27"/>
                      </a:cubicBezTo>
                      <a:cubicBezTo>
                        <a:pt x="35" y="33"/>
                        <a:pt x="38" y="37"/>
                        <a:pt x="43" y="40"/>
                      </a:cubicBezTo>
                      <a:cubicBezTo>
                        <a:pt x="43" y="31"/>
                        <a:pt x="42" y="22"/>
                        <a:pt x="42" y="12"/>
                      </a:cubicBezTo>
                      <a:cubicBezTo>
                        <a:pt x="30" y="16"/>
                        <a:pt x="20" y="12"/>
                        <a:pt x="21" y="5"/>
                      </a:cubicBezTo>
                      <a:cubicBezTo>
                        <a:pt x="29" y="3"/>
                        <a:pt x="36" y="1"/>
                        <a:pt x="44" y="1"/>
                      </a:cubicBezTo>
                      <a:cubicBezTo>
                        <a:pt x="54" y="0"/>
                        <a:pt x="59" y="8"/>
                        <a:pt x="57" y="17"/>
                      </a:cubicBezTo>
                      <a:cubicBezTo>
                        <a:pt x="56" y="27"/>
                        <a:pt x="56" y="38"/>
                        <a:pt x="56" y="48"/>
                      </a:cubicBezTo>
                      <a:cubicBezTo>
                        <a:pt x="56" y="50"/>
                        <a:pt x="57" y="52"/>
                        <a:pt x="57" y="55"/>
                      </a:cubicBezTo>
                      <a:cubicBezTo>
                        <a:pt x="57" y="58"/>
                        <a:pt x="56" y="61"/>
                        <a:pt x="55" y="64"/>
                      </a:cubicBezTo>
                      <a:cubicBezTo>
                        <a:pt x="55" y="66"/>
                        <a:pt x="54" y="68"/>
                        <a:pt x="54" y="71"/>
                      </a:cubicBezTo>
                      <a:cubicBezTo>
                        <a:pt x="53" y="79"/>
                        <a:pt x="53" y="87"/>
                        <a:pt x="52" y="95"/>
                      </a:cubicBezTo>
                      <a:cubicBezTo>
                        <a:pt x="52" y="97"/>
                        <a:pt x="51" y="100"/>
                        <a:pt x="49" y="101"/>
                      </a:cubicBezTo>
                      <a:cubicBezTo>
                        <a:pt x="47" y="101"/>
                        <a:pt x="44" y="100"/>
                        <a:pt x="43" y="98"/>
                      </a:cubicBezTo>
                      <a:cubicBezTo>
                        <a:pt x="39" y="95"/>
                        <a:pt x="36" y="92"/>
                        <a:pt x="38" y="86"/>
                      </a:cubicBezTo>
                      <a:cubicBezTo>
                        <a:pt x="39" y="84"/>
                        <a:pt x="39" y="81"/>
                        <a:pt x="39" y="78"/>
                      </a:cubicBezTo>
                      <a:close/>
                      <a:moveTo>
                        <a:pt x="42" y="47"/>
                      </a:moveTo>
                      <a:cubicBezTo>
                        <a:pt x="39" y="46"/>
                        <a:pt x="36" y="45"/>
                        <a:pt x="32" y="44"/>
                      </a:cubicBezTo>
                      <a:cubicBezTo>
                        <a:pt x="31" y="51"/>
                        <a:pt x="30" y="57"/>
                        <a:pt x="29" y="64"/>
                      </a:cubicBezTo>
                      <a:cubicBezTo>
                        <a:pt x="39" y="61"/>
                        <a:pt x="42" y="57"/>
                        <a:pt x="42" y="4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6" name="Freeform 10">
                  <a:extLst>
                    <a:ext uri="{FF2B5EF4-FFF2-40B4-BE49-F238E27FC236}">
                      <a16:creationId xmlns:a16="http://schemas.microsoft.com/office/drawing/2014/main" id="{3C581795-C09D-460E-9472-8181F266F0EF}"/>
                    </a:ext>
                  </a:extLst>
                </p:cNvPr>
                <p:cNvSpPr>
                  <a:spLocks noEditPoints="1"/>
                </p:cNvSpPr>
                <p:nvPr/>
              </p:nvSpPr>
              <p:spPr bwMode="auto">
                <a:xfrm>
                  <a:off x="6361113" y="3541713"/>
                  <a:ext cx="236538" cy="509588"/>
                </a:xfrm>
                <a:custGeom>
                  <a:avLst/>
                  <a:gdLst>
                    <a:gd name="T0" fmla="*/ 11 w 55"/>
                    <a:gd name="T1" fmla="*/ 89 h 120"/>
                    <a:gd name="T2" fmla="*/ 10 w 55"/>
                    <a:gd name="T3" fmla="*/ 100 h 120"/>
                    <a:gd name="T4" fmla="*/ 6 w 55"/>
                    <a:gd name="T5" fmla="*/ 104 h 120"/>
                    <a:gd name="T6" fmla="*/ 1 w 55"/>
                    <a:gd name="T7" fmla="*/ 99 h 120"/>
                    <a:gd name="T8" fmla="*/ 3 w 55"/>
                    <a:gd name="T9" fmla="*/ 84 h 120"/>
                    <a:gd name="T10" fmla="*/ 14 w 55"/>
                    <a:gd name="T11" fmla="*/ 37 h 120"/>
                    <a:gd name="T12" fmla="*/ 22 w 55"/>
                    <a:gd name="T13" fmla="*/ 11 h 120"/>
                    <a:gd name="T14" fmla="*/ 26 w 55"/>
                    <a:gd name="T15" fmla="*/ 19 h 120"/>
                    <a:gd name="T16" fmla="*/ 20 w 55"/>
                    <a:gd name="T17" fmla="*/ 40 h 120"/>
                    <a:gd name="T18" fmla="*/ 27 w 55"/>
                    <a:gd name="T19" fmla="*/ 35 h 120"/>
                    <a:gd name="T20" fmla="*/ 35 w 55"/>
                    <a:gd name="T21" fmla="*/ 30 h 120"/>
                    <a:gd name="T22" fmla="*/ 33 w 55"/>
                    <a:gd name="T23" fmla="*/ 9 h 120"/>
                    <a:gd name="T24" fmla="*/ 28 w 55"/>
                    <a:gd name="T25" fmla="*/ 8 h 120"/>
                    <a:gd name="T26" fmla="*/ 19 w 55"/>
                    <a:gd name="T27" fmla="*/ 12 h 120"/>
                    <a:gd name="T28" fmla="*/ 12 w 55"/>
                    <a:gd name="T29" fmla="*/ 15 h 120"/>
                    <a:gd name="T30" fmla="*/ 9 w 55"/>
                    <a:gd name="T31" fmla="*/ 11 h 120"/>
                    <a:gd name="T32" fmla="*/ 11 w 55"/>
                    <a:gd name="T33" fmla="*/ 8 h 120"/>
                    <a:gd name="T34" fmla="*/ 31 w 55"/>
                    <a:gd name="T35" fmla="*/ 0 h 120"/>
                    <a:gd name="T36" fmla="*/ 45 w 55"/>
                    <a:gd name="T37" fmla="*/ 15 h 120"/>
                    <a:gd name="T38" fmla="*/ 44 w 55"/>
                    <a:gd name="T39" fmla="*/ 46 h 120"/>
                    <a:gd name="T40" fmla="*/ 48 w 55"/>
                    <a:gd name="T41" fmla="*/ 54 h 120"/>
                    <a:gd name="T42" fmla="*/ 48 w 55"/>
                    <a:gd name="T43" fmla="*/ 71 h 120"/>
                    <a:gd name="T44" fmla="*/ 44 w 55"/>
                    <a:gd name="T45" fmla="*/ 77 h 120"/>
                    <a:gd name="T46" fmla="*/ 44 w 55"/>
                    <a:gd name="T47" fmla="*/ 110 h 120"/>
                    <a:gd name="T48" fmla="*/ 44 w 55"/>
                    <a:gd name="T49" fmla="*/ 114 h 120"/>
                    <a:gd name="T50" fmla="*/ 41 w 55"/>
                    <a:gd name="T51" fmla="*/ 120 h 120"/>
                    <a:gd name="T52" fmla="*/ 32 w 55"/>
                    <a:gd name="T53" fmla="*/ 118 h 120"/>
                    <a:gd name="T54" fmla="*/ 13 w 55"/>
                    <a:gd name="T55" fmla="*/ 91 h 120"/>
                    <a:gd name="T56" fmla="*/ 12 w 55"/>
                    <a:gd name="T57" fmla="*/ 89 h 120"/>
                    <a:gd name="T58" fmla="*/ 11 w 55"/>
                    <a:gd name="T59" fmla="*/ 89 h 120"/>
                    <a:gd name="T60" fmla="*/ 24 w 55"/>
                    <a:gd name="T61" fmla="*/ 76 h 120"/>
                    <a:gd name="T62" fmla="*/ 23 w 55"/>
                    <a:gd name="T63" fmla="*/ 74 h 120"/>
                    <a:gd name="T64" fmla="*/ 27 w 55"/>
                    <a:gd name="T65" fmla="*/ 71 h 120"/>
                    <a:gd name="T66" fmla="*/ 33 w 55"/>
                    <a:gd name="T67" fmla="*/ 67 h 120"/>
                    <a:gd name="T68" fmla="*/ 32 w 55"/>
                    <a:gd name="T69" fmla="*/ 63 h 120"/>
                    <a:gd name="T70" fmla="*/ 22 w 55"/>
                    <a:gd name="T71" fmla="*/ 52 h 120"/>
                    <a:gd name="T72" fmla="*/ 18 w 55"/>
                    <a:gd name="T73" fmla="*/ 89 h 120"/>
                    <a:gd name="T74" fmla="*/ 33 w 55"/>
                    <a:gd name="T75" fmla="*/ 107 h 120"/>
                    <a:gd name="T76" fmla="*/ 35 w 55"/>
                    <a:gd name="T77" fmla="*/ 77 h 120"/>
                    <a:gd name="T78" fmla="*/ 31 w 55"/>
                    <a:gd name="T79" fmla="*/ 75 h 120"/>
                    <a:gd name="T80" fmla="*/ 24 w 55"/>
                    <a:gd name="T81" fmla="*/ 76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5" h="120">
                      <a:moveTo>
                        <a:pt x="11" y="89"/>
                      </a:moveTo>
                      <a:cubicBezTo>
                        <a:pt x="10" y="93"/>
                        <a:pt x="10" y="96"/>
                        <a:pt x="10" y="100"/>
                      </a:cubicBezTo>
                      <a:cubicBezTo>
                        <a:pt x="9" y="102"/>
                        <a:pt x="9" y="104"/>
                        <a:pt x="6" y="104"/>
                      </a:cubicBezTo>
                      <a:cubicBezTo>
                        <a:pt x="3" y="104"/>
                        <a:pt x="0" y="103"/>
                        <a:pt x="1" y="99"/>
                      </a:cubicBezTo>
                      <a:cubicBezTo>
                        <a:pt x="2" y="94"/>
                        <a:pt x="2" y="89"/>
                        <a:pt x="3" y="84"/>
                      </a:cubicBezTo>
                      <a:cubicBezTo>
                        <a:pt x="7" y="68"/>
                        <a:pt x="10" y="53"/>
                        <a:pt x="14" y="37"/>
                      </a:cubicBezTo>
                      <a:cubicBezTo>
                        <a:pt x="16" y="29"/>
                        <a:pt x="19" y="20"/>
                        <a:pt x="22" y="11"/>
                      </a:cubicBezTo>
                      <a:cubicBezTo>
                        <a:pt x="26" y="13"/>
                        <a:pt x="27" y="15"/>
                        <a:pt x="26" y="19"/>
                      </a:cubicBezTo>
                      <a:cubicBezTo>
                        <a:pt x="24" y="25"/>
                        <a:pt x="22" y="32"/>
                        <a:pt x="20" y="40"/>
                      </a:cubicBezTo>
                      <a:cubicBezTo>
                        <a:pt x="23" y="37"/>
                        <a:pt x="25" y="36"/>
                        <a:pt x="27" y="35"/>
                      </a:cubicBezTo>
                      <a:cubicBezTo>
                        <a:pt x="30" y="33"/>
                        <a:pt x="34" y="32"/>
                        <a:pt x="35" y="30"/>
                      </a:cubicBezTo>
                      <a:cubicBezTo>
                        <a:pt x="36" y="23"/>
                        <a:pt x="37" y="16"/>
                        <a:pt x="33" y="9"/>
                      </a:cubicBezTo>
                      <a:cubicBezTo>
                        <a:pt x="33" y="8"/>
                        <a:pt x="30" y="7"/>
                        <a:pt x="28" y="8"/>
                      </a:cubicBezTo>
                      <a:cubicBezTo>
                        <a:pt x="25" y="9"/>
                        <a:pt x="22" y="11"/>
                        <a:pt x="19" y="12"/>
                      </a:cubicBezTo>
                      <a:cubicBezTo>
                        <a:pt x="17" y="13"/>
                        <a:pt x="15" y="15"/>
                        <a:pt x="12" y="15"/>
                      </a:cubicBezTo>
                      <a:cubicBezTo>
                        <a:pt x="11" y="15"/>
                        <a:pt x="9" y="13"/>
                        <a:pt x="9" y="11"/>
                      </a:cubicBezTo>
                      <a:cubicBezTo>
                        <a:pt x="8" y="11"/>
                        <a:pt x="10" y="9"/>
                        <a:pt x="11" y="8"/>
                      </a:cubicBezTo>
                      <a:cubicBezTo>
                        <a:pt x="17" y="4"/>
                        <a:pt x="23" y="0"/>
                        <a:pt x="31" y="0"/>
                      </a:cubicBezTo>
                      <a:cubicBezTo>
                        <a:pt x="41" y="1"/>
                        <a:pt x="46" y="5"/>
                        <a:pt x="45" y="15"/>
                      </a:cubicBezTo>
                      <a:cubicBezTo>
                        <a:pt x="45" y="25"/>
                        <a:pt x="45" y="36"/>
                        <a:pt x="44" y="46"/>
                      </a:cubicBezTo>
                      <a:cubicBezTo>
                        <a:pt x="44" y="50"/>
                        <a:pt x="45" y="52"/>
                        <a:pt x="48" y="54"/>
                      </a:cubicBezTo>
                      <a:cubicBezTo>
                        <a:pt x="55" y="60"/>
                        <a:pt x="55" y="66"/>
                        <a:pt x="48" y="71"/>
                      </a:cubicBezTo>
                      <a:cubicBezTo>
                        <a:pt x="45" y="72"/>
                        <a:pt x="44" y="74"/>
                        <a:pt x="44" y="77"/>
                      </a:cubicBezTo>
                      <a:cubicBezTo>
                        <a:pt x="45" y="88"/>
                        <a:pt x="44" y="99"/>
                        <a:pt x="44" y="110"/>
                      </a:cubicBezTo>
                      <a:cubicBezTo>
                        <a:pt x="44" y="112"/>
                        <a:pt x="45" y="113"/>
                        <a:pt x="44" y="114"/>
                      </a:cubicBezTo>
                      <a:cubicBezTo>
                        <a:pt x="43" y="116"/>
                        <a:pt x="42" y="120"/>
                        <a:pt x="41" y="120"/>
                      </a:cubicBezTo>
                      <a:cubicBezTo>
                        <a:pt x="38" y="120"/>
                        <a:pt x="34" y="120"/>
                        <a:pt x="32" y="118"/>
                      </a:cubicBezTo>
                      <a:cubicBezTo>
                        <a:pt x="25" y="109"/>
                        <a:pt x="19" y="100"/>
                        <a:pt x="13" y="91"/>
                      </a:cubicBezTo>
                      <a:cubicBezTo>
                        <a:pt x="12" y="90"/>
                        <a:pt x="12" y="90"/>
                        <a:pt x="12" y="89"/>
                      </a:cubicBezTo>
                      <a:cubicBezTo>
                        <a:pt x="11" y="89"/>
                        <a:pt x="11" y="89"/>
                        <a:pt x="11" y="89"/>
                      </a:cubicBezTo>
                      <a:close/>
                      <a:moveTo>
                        <a:pt x="24" y="76"/>
                      </a:moveTo>
                      <a:cubicBezTo>
                        <a:pt x="23" y="75"/>
                        <a:pt x="23" y="75"/>
                        <a:pt x="23" y="74"/>
                      </a:cubicBezTo>
                      <a:cubicBezTo>
                        <a:pt x="24" y="73"/>
                        <a:pt x="26" y="72"/>
                        <a:pt x="27" y="71"/>
                      </a:cubicBezTo>
                      <a:cubicBezTo>
                        <a:pt x="29" y="70"/>
                        <a:pt x="31" y="69"/>
                        <a:pt x="33" y="67"/>
                      </a:cubicBezTo>
                      <a:cubicBezTo>
                        <a:pt x="35" y="66"/>
                        <a:pt x="35" y="63"/>
                        <a:pt x="32" y="63"/>
                      </a:cubicBezTo>
                      <a:cubicBezTo>
                        <a:pt x="27" y="61"/>
                        <a:pt x="24" y="58"/>
                        <a:pt x="22" y="52"/>
                      </a:cubicBezTo>
                      <a:cubicBezTo>
                        <a:pt x="17" y="65"/>
                        <a:pt x="13" y="77"/>
                        <a:pt x="18" y="89"/>
                      </a:cubicBezTo>
                      <a:cubicBezTo>
                        <a:pt x="21" y="97"/>
                        <a:pt x="27" y="101"/>
                        <a:pt x="33" y="107"/>
                      </a:cubicBezTo>
                      <a:cubicBezTo>
                        <a:pt x="34" y="97"/>
                        <a:pt x="34" y="87"/>
                        <a:pt x="35" y="77"/>
                      </a:cubicBezTo>
                      <a:cubicBezTo>
                        <a:pt x="35" y="77"/>
                        <a:pt x="32" y="75"/>
                        <a:pt x="31" y="75"/>
                      </a:cubicBezTo>
                      <a:cubicBezTo>
                        <a:pt x="29" y="75"/>
                        <a:pt x="26" y="76"/>
                        <a:pt x="24" y="7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76" name="组合 75">
                <a:extLst>
                  <a:ext uri="{FF2B5EF4-FFF2-40B4-BE49-F238E27FC236}">
                    <a16:creationId xmlns:a16="http://schemas.microsoft.com/office/drawing/2014/main" id="{C43281D5-D15F-4210-8FEF-5D0B83A54FD6}"/>
                  </a:ext>
                </a:extLst>
              </p:cNvPr>
              <p:cNvGrpSpPr/>
              <p:nvPr/>
            </p:nvGrpSpPr>
            <p:grpSpPr>
              <a:xfrm>
                <a:off x="6738929" y="2270918"/>
                <a:ext cx="549275" cy="693738"/>
                <a:chOff x="6108700" y="2066926"/>
                <a:chExt cx="549275" cy="693738"/>
              </a:xfrm>
              <a:grpFill/>
            </p:grpSpPr>
            <p:sp>
              <p:nvSpPr>
                <p:cNvPr id="83" name="Freeform 13">
                  <a:extLst>
                    <a:ext uri="{FF2B5EF4-FFF2-40B4-BE49-F238E27FC236}">
                      <a16:creationId xmlns:a16="http://schemas.microsoft.com/office/drawing/2014/main" id="{0965091B-D712-42AC-844D-24578409DB9A}"/>
                    </a:ext>
                  </a:extLst>
                </p:cNvPr>
                <p:cNvSpPr>
                  <a:spLocks noEditPoints="1"/>
                </p:cNvSpPr>
                <p:nvPr/>
              </p:nvSpPr>
              <p:spPr bwMode="auto">
                <a:xfrm>
                  <a:off x="6108700" y="2066926"/>
                  <a:ext cx="549275" cy="655638"/>
                </a:xfrm>
                <a:custGeom>
                  <a:avLst/>
                  <a:gdLst>
                    <a:gd name="T0" fmla="*/ 54 w 128"/>
                    <a:gd name="T1" fmla="*/ 76 h 154"/>
                    <a:gd name="T2" fmla="*/ 66 w 128"/>
                    <a:gd name="T3" fmla="*/ 53 h 154"/>
                    <a:gd name="T4" fmla="*/ 49 w 128"/>
                    <a:gd name="T5" fmla="*/ 47 h 154"/>
                    <a:gd name="T6" fmla="*/ 64 w 128"/>
                    <a:gd name="T7" fmla="*/ 44 h 154"/>
                    <a:gd name="T8" fmla="*/ 83 w 128"/>
                    <a:gd name="T9" fmla="*/ 6 h 154"/>
                    <a:gd name="T10" fmla="*/ 91 w 128"/>
                    <a:gd name="T11" fmla="*/ 11 h 154"/>
                    <a:gd name="T12" fmla="*/ 96 w 128"/>
                    <a:gd name="T13" fmla="*/ 36 h 154"/>
                    <a:gd name="T14" fmla="*/ 106 w 128"/>
                    <a:gd name="T15" fmla="*/ 41 h 154"/>
                    <a:gd name="T16" fmla="*/ 82 w 128"/>
                    <a:gd name="T17" fmla="*/ 50 h 154"/>
                    <a:gd name="T18" fmla="*/ 71 w 128"/>
                    <a:gd name="T19" fmla="*/ 65 h 154"/>
                    <a:gd name="T20" fmla="*/ 110 w 128"/>
                    <a:gd name="T21" fmla="*/ 74 h 154"/>
                    <a:gd name="T22" fmla="*/ 101 w 128"/>
                    <a:gd name="T23" fmla="*/ 87 h 154"/>
                    <a:gd name="T24" fmla="*/ 111 w 128"/>
                    <a:gd name="T25" fmla="*/ 98 h 154"/>
                    <a:gd name="T26" fmla="*/ 92 w 128"/>
                    <a:gd name="T27" fmla="*/ 104 h 154"/>
                    <a:gd name="T28" fmla="*/ 86 w 128"/>
                    <a:gd name="T29" fmla="*/ 116 h 154"/>
                    <a:gd name="T30" fmla="*/ 124 w 128"/>
                    <a:gd name="T31" fmla="*/ 112 h 154"/>
                    <a:gd name="T32" fmla="*/ 120 w 128"/>
                    <a:gd name="T33" fmla="*/ 122 h 154"/>
                    <a:gd name="T34" fmla="*/ 111 w 128"/>
                    <a:gd name="T35" fmla="*/ 144 h 154"/>
                    <a:gd name="T36" fmla="*/ 105 w 128"/>
                    <a:gd name="T37" fmla="*/ 153 h 154"/>
                    <a:gd name="T38" fmla="*/ 55 w 128"/>
                    <a:gd name="T39" fmla="*/ 129 h 154"/>
                    <a:gd name="T40" fmla="*/ 53 w 128"/>
                    <a:gd name="T41" fmla="*/ 121 h 154"/>
                    <a:gd name="T42" fmla="*/ 61 w 128"/>
                    <a:gd name="T43" fmla="*/ 125 h 154"/>
                    <a:gd name="T44" fmla="*/ 94 w 128"/>
                    <a:gd name="T45" fmla="*/ 140 h 154"/>
                    <a:gd name="T46" fmla="*/ 85 w 128"/>
                    <a:gd name="T47" fmla="*/ 127 h 154"/>
                    <a:gd name="T48" fmla="*/ 71 w 128"/>
                    <a:gd name="T49" fmla="*/ 108 h 154"/>
                    <a:gd name="T50" fmla="*/ 52 w 128"/>
                    <a:gd name="T51" fmla="*/ 113 h 154"/>
                    <a:gd name="T52" fmla="*/ 38 w 128"/>
                    <a:gd name="T53" fmla="*/ 97 h 154"/>
                    <a:gd name="T54" fmla="*/ 51 w 128"/>
                    <a:gd name="T55" fmla="*/ 97 h 154"/>
                    <a:gd name="T56" fmla="*/ 34 w 128"/>
                    <a:gd name="T57" fmla="*/ 93 h 154"/>
                    <a:gd name="T58" fmla="*/ 35 w 128"/>
                    <a:gd name="T59" fmla="*/ 105 h 154"/>
                    <a:gd name="T60" fmla="*/ 26 w 128"/>
                    <a:gd name="T61" fmla="*/ 154 h 154"/>
                    <a:gd name="T62" fmla="*/ 20 w 128"/>
                    <a:gd name="T63" fmla="*/ 118 h 154"/>
                    <a:gd name="T64" fmla="*/ 0 w 128"/>
                    <a:gd name="T65" fmla="*/ 103 h 154"/>
                    <a:gd name="T66" fmla="*/ 19 w 128"/>
                    <a:gd name="T67" fmla="*/ 72 h 154"/>
                    <a:gd name="T68" fmla="*/ 25 w 128"/>
                    <a:gd name="T69" fmla="*/ 51 h 154"/>
                    <a:gd name="T70" fmla="*/ 39 w 128"/>
                    <a:gd name="T71" fmla="*/ 14 h 154"/>
                    <a:gd name="T72" fmla="*/ 51 w 128"/>
                    <a:gd name="T73" fmla="*/ 24 h 154"/>
                    <a:gd name="T74" fmla="*/ 39 w 128"/>
                    <a:gd name="T75" fmla="*/ 44 h 154"/>
                    <a:gd name="T76" fmla="*/ 48 w 128"/>
                    <a:gd name="T77" fmla="*/ 73 h 154"/>
                    <a:gd name="T78" fmla="*/ 81 w 128"/>
                    <a:gd name="T79" fmla="*/ 90 h 154"/>
                    <a:gd name="T80" fmla="*/ 92 w 128"/>
                    <a:gd name="T81" fmla="*/ 71 h 154"/>
                    <a:gd name="T82" fmla="*/ 81 w 128"/>
                    <a:gd name="T83" fmla="*/ 80 h 154"/>
                    <a:gd name="T84" fmla="*/ 76 w 128"/>
                    <a:gd name="T85" fmla="*/ 73 h 154"/>
                    <a:gd name="T86" fmla="*/ 67 w 128"/>
                    <a:gd name="T87" fmla="*/ 79 h 154"/>
                    <a:gd name="T88" fmla="*/ 76 w 128"/>
                    <a:gd name="T89" fmla="*/ 73 h 154"/>
                    <a:gd name="T90" fmla="*/ 56 w 128"/>
                    <a:gd name="T91" fmla="*/ 88 h 154"/>
                    <a:gd name="T92" fmla="*/ 63 w 128"/>
                    <a:gd name="T93" fmla="*/ 81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28" h="154">
                      <a:moveTo>
                        <a:pt x="48" y="73"/>
                      </a:moveTo>
                      <a:cubicBezTo>
                        <a:pt x="50" y="74"/>
                        <a:pt x="52" y="75"/>
                        <a:pt x="54" y="76"/>
                      </a:cubicBezTo>
                      <a:cubicBezTo>
                        <a:pt x="57" y="74"/>
                        <a:pt x="60" y="72"/>
                        <a:pt x="63" y="70"/>
                      </a:cubicBezTo>
                      <a:cubicBezTo>
                        <a:pt x="58" y="63"/>
                        <a:pt x="65" y="59"/>
                        <a:pt x="66" y="53"/>
                      </a:cubicBezTo>
                      <a:cubicBezTo>
                        <a:pt x="63" y="53"/>
                        <a:pt x="59" y="53"/>
                        <a:pt x="56" y="52"/>
                      </a:cubicBezTo>
                      <a:cubicBezTo>
                        <a:pt x="54" y="51"/>
                        <a:pt x="51" y="49"/>
                        <a:pt x="49" y="47"/>
                      </a:cubicBezTo>
                      <a:cubicBezTo>
                        <a:pt x="49" y="46"/>
                        <a:pt x="50" y="46"/>
                        <a:pt x="50" y="46"/>
                      </a:cubicBezTo>
                      <a:cubicBezTo>
                        <a:pt x="55" y="45"/>
                        <a:pt x="59" y="45"/>
                        <a:pt x="64" y="44"/>
                      </a:cubicBezTo>
                      <a:cubicBezTo>
                        <a:pt x="68" y="44"/>
                        <a:pt x="70" y="42"/>
                        <a:pt x="71" y="38"/>
                      </a:cubicBezTo>
                      <a:cubicBezTo>
                        <a:pt x="75" y="27"/>
                        <a:pt x="79" y="16"/>
                        <a:pt x="83" y="6"/>
                      </a:cubicBezTo>
                      <a:cubicBezTo>
                        <a:pt x="84" y="3"/>
                        <a:pt x="84" y="0"/>
                        <a:pt x="88" y="2"/>
                      </a:cubicBezTo>
                      <a:cubicBezTo>
                        <a:pt x="92" y="4"/>
                        <a:pt x="94" y="9"/>
                        <a:pt x="91" y="11"/>
                      </a:cubicBezTo>
                      <a:cubicBezTo>
                        <a:pt x="83" y="19"/>
                        <a:pt x="83" y="30"/>
                        <a:pt x="80" y="41"/>
                      </a:cubicBezTo>
                      <a:cubicBezTo>
                        <a:pt x="85" y="39"/>
                        <a:pt x="91" y="37"/>
                        <a:pt x="96" y="36"/>
                      </a:cubicBezTo>
                      <a:cubicBezTo>
                        <a:pt x="98" y="35"/>
                        <a:pt x="101" y="35"/>
                        <a:pt x="102" y="36"/>
                      </a:cubicBezTo>
                      <a:cubicBezTo>
                        <a:pt x="104" y="37"/>
                        <a:pt x="106" y="39"/>
                        <a:pt x="106" y="41"/>
                      </a:cubicBezTo>
                      <a:cubicBezTo>
                        <a:pt x="106" y="42"/>
                        <a:pt x="105" y="44"/>
                        <a:pt x="103" y="44"/>
                      </a:cubicBezTo>
                      <a:cubicBezTo>
                        <a:pt x="96" y="46"/>
                        <a:pt x="89" y="48"/>
                        <a:pt x="82" y="50"/>
                      </a:cubicBezTo>
                      <a:cubicBezTo>
                        <a:pt x="78" y="50"/>
                        <a:pt x="77" y="51"/>
                        <a:pt x="76" y="54"/>
                      </a:cubicBezTo>
                      <a:cubicBezTo>
                        <a:pt x="74" y="58"/>
                        <a:pt x="73" y="61"/>
                        <a:pt x="71" y="65"/>
                      </a:cubicBezTo>
                      <a:cubicBezTo>
                        <a:pt x="82" y="63"/>
                        <a:pt x="92" y="62"/>
                        <a:pt x="102" y="66"/>
                      </a:cubicBezTo>
                      <a:cubicBezTo>
                        <a:pt x="106" y="67"/>
                        <a:pt x="110" y="69"/>
                        <a:pt x="110" y="74"/>
                      </a:cubicBezTo>
                      <a:cubicBezTo>
                        <a:pt x="111" y="79"/>
                        <a:pt x="109" y="83"/>
                        <a:pt x="104" y="85"/>
                      </a:cubicBezTo>
                      <a:cubicBezTo>
                        <a:pt x="103" y="85"/>
                        <a:pt x="102" y="86"/>
                        <a:pt x="101" y="87"/>
                      </a:cubicBezTo>
                      <a:cubicBezTo>
                        <a:pt x="103" y="88"/>
                        <a:pt x="105" y="88"/>
                        <a:pt x="106" y="89"/>
                      </a:cubicBezTo>
                      <a:cubicBezTo>
                        <a:pt x="110" y="91"/>
                        <a:pt x="112" y="94"/>
                        <a:pt x="111" y="98"/>
                      </a:cubicBezTo>
                      <a:cubicBezTo>
                        <a:pt x="110" y="102"/>
                        <a:pt x="107" y="103"/>
                        <a:pt x="104" y="103"/>
                      </a:cubicBezTo>
                      <a:cubicBezTo>
                        <a:pt x="100" y="103"/>
                        <a:pt x="96" y="104"/>
                        <a:pt x="92" y="104"/>
                      </a:cubicBezTo>
                      <a:cubicBezTo>
                        <a:pt x="86" y="105"/>
                        <a:pt x="81" y="111"/>
                        <a:pt x="82" y="117"/>
                      </a:cubicBezTo>
                      <a:cubicBezTo>
                        <a:pt x="83" y="117"/>
                        <a:pt x="85" y="117"/>
                        <a:pt x="86" y="116"/>
                      </a:cubicBezTo>
                      <a:cubicBezTo>
                        <a:pt x="95" y="111"/>
                        <a:pt x="104" y="109"/>
                        <a:pt x="114" y="109"/>
                      </a:cubicBezTo>
                      <a:cubicBezTo>
                        <a:pt x="118" y="110"/>
                        <a:pt x="121" y="111"/>
                        <a:pt x="124" y="112"/>
                      </a:cubicBezTo>
                      <a:cubicBezTo>
                        <a:pt x="128" y="114"/>
                        <a:pt x="128" y="117"/>
                        <a:pt x="126" y="120"/>
                      </a:cubicBezTo>
                      <a:cubicBezTo>
                        <a:pt x="125" y="123"/>
                        <a:pt x="122" y="123"/>
                        <a:pt x="120" y="122"/>
                      </a:cubicBezTo>
                      <a:cubicBezTo>
                        <a:pt x="111" y="118"/>
                        <a:pt x="104" y="120"/>
                        <a:pt x="97" y="123"/>
                      </a:cubicBezTo>
                      <a:cubicBezTo>
                        <a:pt x="101" y="130"/>
                        <a:pt x="106" y="137"/>
                        <a:pt x="111" y="144"/>
                      </a:cubicBezTo>
                      <a:cubicBezTo>
                        <a:pt x="112" y="146"/>
                        <a:pt x="112" y="150"/>
                        <a:pt x="111" y="152"/>
                      </a:cubicBezTo>
                      <a:cubicBezTo>
                        <a:pt x="111" y="153"/>
                        <a:pt x="107" y="153"/>
                        <a:pt x="105" y="153"/>
                      </a:cubicBezTo>
                      <a:cubicBezTo>
                        <a:pt x="91" y="150"/>
                        <a:pt x="77" y="146"/>
                        <a:pt x="66" y="138"/>
                      </a:cubicBezTo>
                      <a:cubicBezTo>
                        <a:pt x="62" y="135"/>
                        <a:pt x="59" y="132"/>
                        <a:pt x="55" y="129"/>
                      </a:cubicBezTo>
                      <a:cubicBezTo>
                        <a:pt x="54" y="128"/>
                        <a:pt x="53" y="127"/>
                        <a:pt x="53" y="126"/>
                      </a:cubicBezTo>
                      <a:cubicBezTo>
                        <a:pt x="53" y="124"/>
                        <a:pt x="53" y="122"/>
                        <a:pt x="53" y="121"/>
                      </a:cubicBezTo>
                      <a:cubicBezTo>
                        <a:pt x="55" y="121"/>
                        <a:pt x="57" y="121"/>
                        <a:pt x="58" y="121"/>
                      </a:cubicBezTo>
                      <a:cubicBezTo>
                        <a:pt x="59" y="122"/>
                        <a:pt x="60" y="123"/>
                        <a:pt x="61" y="125"/>
                      </a:cubicBezTo>
                      <a:cubicBezTo>
                        <a:pt x="70" y="134"/>
                        <a:pt x="80" y="139"/>
                        <a:pt x="92" y="140"/>
                      </a:cubicBezTo>
                      <a:cubicBezTo>
                        <a:pt x="93" y="140"/>
                        <a:pt x="93" y="140"/>
                        <a:pt x="94" y="140"/>
                      </a:cubicBezTo>
                      <a:cubicBezTo>
                        <a:pt x="92" y="136"/>
                        <a:pt x="90" y="132"/>
                        <a:pt x="88" y="128"/>
                      </a:cubicBezTo>
                      <a:cubicBezTo>
                        <a:pt x="88" y="128"/>
                        <a:pt x="86" y="127"/>
                        <a:pt x="85" y="127"/>
                      </a:cubicBezTo>
                      <a:cubicBezTo>
                        <a:pt x="71" y="126"/>
                        <a:pt x="70" y="124"/>
                        <a:pt x="71" y="111"/>
                      </a:cubicBezTo>
                      <a:cubicBezTo>
                        <a:pt x="71" y="110"/>
                        <a:pt x="71" y="109"/>
                        <a:pt x="71" y="108"/>
                      </a:cubicBezTo>
                      <a:cubicBezTo>
                        <a:pt x="68" y="109"/>
                        <a:pt x="65" y="109"/>
                        <a:pt x="62" y="110"/>
                      </a:cubicBezTo>
                      <a:cubicBezTo>
                        <a:pt x="59" y="111"/>
                        <a:pt x="55" y="112"/>
                        <a:pt x="52" y="113"/>
                      </a:cubicBezTo>
                      <a:cubicBezTo>
                        <a:pt x="48" y="114"/>
                        <a:pt x="44" y="115"/>
                        <a:pt x="41" y="111"/>
                      </a:cubicBezTo>
                      <a:cubicBezTo>
                        <a:pt x="37" y="107"/>
                        <a:pt x="37" y="102"/>
                        <a:pt x="38" y="97"/>
                      </a:cubicBezTo>
                      <a:cubicBezTo>
                        <a:pt x="38" y="96"/>
                        <a:pt x="40" y="96"/>
                        <a:pt x="42" y="96"/>
                      </a:cubicBezTo>
                      <a:cubicBezTo>
                        <a:pt x="45" y="96"/>
                        <a:pt x="48" y="96"/>
                        <a:pt x="51" y="97"/>
                      </a:cubicBezTo>
                      <a:cubicBezTo>
                        <a:pt x="48" y="90"/>
                        <a:pt x="46" y="84"/>
                        <a:pt x="43" y="78"/>
                      </a:cubicBezTo>
                      <a:cubicBezTo>
                        <a:pt x="40" y="83"/>
                        <a:pt x="37" y="88"/>
                        <a:pt x="34" y="93"/>
                      </a:cubicBezTo>
                      <a:cubicBezTo>
                        <a:pt x="33" y="94"/>
                        <a:pt x="33" y="96"/>
                        <a:pt x="34" y="98"/>
                      </a:cubicBezTo>
                      <a:cubicBezTo>
                        <a:pt x="34" y="100"/>
                        <a:pt x="35" y="103"/>
                        <a:pt x="35" y="105"/>
                      </a:cubicBezTo>
                      <a:cubicBezTo>
                        <a:pt x="32" y="121"/>
                        <a:pt x="29" y="136"/>
                        <a:pt x="27" y="151"/>
                      </a:cubicBezTo>
                      <a:cubicBezTo>
                        <a:pt x="26" y="152"/>
                        <a:pt x="26" y="153"/>
                        <a:pt x="26" y="154"/>
                      </a:cubicBezTo>
                      <a:cubicBezTo>
                        <a:pt x="17" y="153"/>
                        <a:pt x="14" y="149"/>
                        <a:pt x="15" y="141"/>
                      </a:cubicBezTo>
                      <a:cubicBezTo>
                        <a:pt x="17" y="134"/>
                        <a:pt x="18" y="126"/>
                        <a:pt x="20" y="118"/>
                      </a:cubicBezTo>
                      <a:cubicBezTo>
                        <a:pt x="15" y="123"/>
                        <a:pt x="12" y="122"/>
                        <a:pt x="7" y="118"/>
                      </a:cubicBezTo>
                      <a:cubicBezTo>
                        <a:pt x="3" y="114"/>
                        <a:pt x="0" y="109"/>
                        <a:pt x="0" y="103"/>
                      </a:cubicBezTo>
                      <a:cubicBezTo>
                        <a:pt x="0" y="102"/>
                        <a:pt x="1" y="101"/>
                        <a:pt x="1" y="100"/>
                      </a:cubicBezTo>
                      <a:cubicBezTo>
                        <a:pt x="7" y="91"/>
                        <a:pt x="14" y="82"/>
                        <a:pt x="19" y="72"/>
                      </a:cubicBezTo>
                      <a:cubicBezTo>
                        <a:pt x="22" y="67"/>
                        <a:pt x="24" y="61"/>
                        <a:pt x="26" y="55"/>
                      </a:cubicBezTo>
                      <a:cubicBezTo>
                        <a:pt x="27" y="54"/>
                        <a:pt x="25" y="53"/>
                        <a:pt x="25" y="51"/>
                      </a:cubicBezTo>
                      <a:cubicBezTo>
                        <a:pt x="18" y="43"/>
                        <a:pt x="18" y="39"/>
                        <a:pt x="23" y="30"/>
                      </a:cubicBezTo>
                      <a:cubicBezTo>
                        <a:pt x="27" y="23"/>
                        <a:pt x="32" y="17"/>
                        <a:pt x="39" y="14"/>
                      </a:cubicBezTo>
                      <a:cubicBezTo>
                        <a:pt x="45" y="11"/>
                        <a:pt x="50" y="12"/>
                        <a:pt x="53" y="16"/>
                      </a:cubicBezTo>
                      <a:cubicBezTo>
                        <a:pt x="56" y="20"/>
                        <a:pt x="56" y="22"/>
                        <a:pt x="51" y="24"/>
                      </a:cubicBezTo>
                      <a:cubicBezTo>
                        <a:pt x="44" y="26"/>
                        <a:pt x="41" y="31"/>
                        <a:pt x="37" y="36"/>
                      </a:cubicBezTo>
                      <a:cubicBezTo>
                        <a:pt x="36" y="39"/>
                        <a:pt x="36" y="42"/>
                        <a:pt x="39" y="44"/>
                      </a:cubicBezTo>
                      <a:cubicBezTo>
                        <a:pt x="41" y="45"/>
                        <a:pt x="42" y="47"/>
                        <a:pt x="43" y="48"/>
                      </a:cubicBezTo>
                      <a:cubicBezTo>
                        <a:pt x="52" y="58"/>
                        <a:pt x="54" y="62"/>
                        <a:pt x="48" y="73"/>
                      </a:cubicBezTo>
                      <a:close/>
                      <a:moveTo>
                        <a:pt x="79" y="89"/>
                      </a:moveTo>
                      <a:cubicBezTo>
                        <a:pt x="80" y="89"/>
                        <a:pt x="80" y="90"/>
                        <a:pt x="81" y="90"/>
                      </a:cubicBezTo>
                      <a:cubicBezTo>
                        <a:pt x="85" y="86"/>
                        <a:pt x="90" y="81"/>
                        <a:pt x="95" y="76"/>
                      </a:cubicBezTo>
                      <a:cubicBezTo>
                        <a:pt x="97" y="73"/>
                        <a:pt x="95" y="71"/>
                        <a:pt x="92" y="71"/>
                      </a:cubicBezTo>
                      <a:cubicBezTo>
                        <a:pt x="88" y="71"/>
                        <a:pt x="85" y="71"/>
                        <a:pt x="81" y="71"/>
                      </a:cubicBezTo>
                      <a:cubicBezTo>
                        <a:pt x="81" y="75"/>
                        <a:pt x="81" y="77"/>
                        <a:pt x="81" y="80"/>
                      </a:cubicBezTo>
                      <a:cubicBezTo>
                        <a:pt x="81" y="83"/>
                        <a:pt x="80" y="86"/>
                        <a:pt x="79" y="89"/>
                      </a:cubicBezTo>
                      <a:close/>
                      <a:moveTo>
                        <a:pt x="76" y="73"/>
                      </a:moveTo>
                      <a:cubicBezTo>
                        <a:pt x="73" y="74"/>
                        <a:pt x="71" y="75"/>
                        <a:pt x="69" y="77"/>
                      </a:cubicBezTo>
                      <a:cubicBezTo>
                        <a:pt x="68" y="77"/>
                        <a:pt x="67" y="78"/>
                        <a:pt x="67" y="79"/>
                      </a:cubicBezTo>
                      <a:cubicBezTo>
                        <a:pt x="67" y="84"/>
                        <a:pt x="68" y="88"/>
                        <a:pt x="68" y="92"/>
                      </a:cubicBezTo>
                      <a:cubicBezTo>
                        <a:pt x="74" y="91"/>
                        <a:pt x="77" y="83"/>
                        <a:pt x="76" y="73"/>
                      </a:cubicBezTo>
                      <a:close/>
                      <a:moveTo>
                        <a:pt x="63" y="81"/>
                      </a:moveTo>
                      <a:cubicBezTo>
                        <a:pt x="55" y="84"/>
                        <a:pt x="54" y="85"/>
                        <a:pt x="56" y="88"/>
                      </a:cubicBezTo>
                      <a:cubicBezTo>
                        <a:pt x="58" y="94"/>
                        <a:pt x="60" y="95"/>
                        <a:pt x="65" y="93"/>
                      </a:cubicBezTo>
                      <a:cubicBezTo>
                        <a:pt x="64" y="89"/>
                        <a:pt x="63" y="85"/>
                        <a:pt x="63" y="8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4" name="Freeform 14">
                  <a:extLst>
                    <a:ext uri="{FF2B5EF4-FFF2-40B4-BE49-F238E27FC236}">
                      <a16:creationId xmlns:a16="http://schemas.microsoft.com/office/drawing/2014/main" id="{EDF1A89C-87D3-4066-B020-1AF4B9A41344}"/>
                    </a:ext>
                  </a:extLst>
                </p:cNvPr>
                <p:cNvSpPr>
                  <a:spLocks/>
                </p:cNvSpPr>
                <p:nvPr/>
              </p:nvSpPr>
              <p:spPr bwMode="auto">
                <a:xfrm>
                  <a:off x="6259513" y="2578101"/>
                  <a:ext cx="68263" cy="182563"/>
                </a:xfrm>
                <a:custGeom>
                  <a:avLst/>
                  <a:gdLst>
                    <a:gd name="T0" fmla="*/ 9 w 16"/>
                    <a:gd name="T1" fmla="*/ 0 h 43"/>
                    <a:gd name="T2" fmla="*/ 15 w 16"/>
                    <a:gd name="T3" fmla="*/ 11 h 43"/>
                    <a:gd name="T4" fmla="*/ 9 w 16"/>
                    <a:gd name="T5" fmla="*/ 43 h 43"/>
                    <a:gd name="T6" fmla="*/ 2 w 16"/>
                    <a:gd name="T7" fmla="*/ 39 h 43"/>
                    <a:gd name="T8" fmla="*/ 0 w 16"/>
                    <a:gd name="T9" fmla="*/ 35 h 43"/>
                    <a:gd name="T10" fmla="*/ 9 w 16"/>
                    <a:gd name="T11" fmla="*/ 0 h 43"/>
                  </a:gdLst>
                  <a:ahLst/>
                  <a:cxnLst>
                    <a:cxn ang="0">
                      <a:pos x="T0" y="T1"/>
                    </a:cxn>
                    <a:cxn ang="0">
                      <a:pos x="T2" y="T3"/>
                    </a:cxn>
                    <a:cxn ang="0">
                      <a:pos x="T4" y="T5"/>
                    </a:cxn>
                    <a:cxn ang="0">
                      <a:pos x="T6" y="T7"/>
                    </a:cxn>
                    <a:cxn ang="0">
                      <a:pos x="T8" y="T9"/>
                    </a:cxn>
                    <a:cxn ang="0">
                      <a:pos x="T10" y="T11"/>
                    </a:cxn>
                  </a:cxnLst>
                  <a:rect l="0" t="0" r="r" b="b"/>
                  <a:pathLst>
                    <a:path w="16" h="43">
                      <a:moveTo>
                        <a:pt x="9" y="0"/>
                      </a:moveTo>
                      <a:cubicBezTo>
                        <a:pt x="15" y="3"/>
                        <a:pt x="16" y="6"/>
                        <a:pt x="15" y="11"/>
                      </a:cubicBezTo>
                      <a:cubicBezTo>
                        <a:pt x="12" y="21"/>
                        <a:pt x="11" y="32"/>
                        <a:pt x="9" y="43"/>
                      </a:cubicBezTo>
                      <a:cubicBezTo>
                        <a:pt x="6" y="41"/>
                        <a:pt x="4" y="40"/>
                        <a:pt x="2" y="39"/>
                      </a:cubicBezTo>
                      <a:cubicBezTo>
                        <a:pt x="1" y="38"/>
                        <a:pt x="0" y="37"/>
                        <a:pt x="0" y="35"/>
                      </a:cubicBezTo>
                      <a:cubicBezTo>
                        <a:pt x="3" y="24"/>
                        <a:pt x="6" y="12"/>
                        <a:pt x="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77" name="组合 76">
                <a:extLst>
                  <a:ext uri="{FF2B5EF4-FFF2-40B4-BE49-F238E27FC236}">
                    <a16:creationId xmlns:a16="http://schemas.microsoft.com/office/drawing/2014/main" id="{CD1C2EA2-DECB-4C4E-997D-8417E76BE944}"/>
                  </a:ext>
                </a:extLst>
              </p:cNvPr>
              <p:cNvGrpSpPr/>
              <p:nvPr/>
            </p:nvGrpSpPr>
            <p:grpSpPr>
              <a:xfrm>
                <a:off x="7532962" y="2451100"/>
                <a:ext cx="368300" cy="317500"/>
                <a:chOff x="6186488" y="2930526"/>
                <a:chExt cx="368300" cy="317500"/>
              </a:xfrm>
              <a:grpFill/>
            </p:grpSpPr>
            <p:sp>
              <p:nvSpPr>
                <p:cNvPr id="80" name="Freeform 18">
                  <a:extLst>
                    <a:ext uri="{FF2B5EF4-FFF2-40B4-BE49-F238E27FC236}">
                      <a16:creationId xmlns:a16="http://schemas.microsoft.com/office/drawing/2014/main" id="{58E0037C-7932-4788-ADA9-47256329EEB7}"/>
                    </a:ext>
                  </a:extLst>
                </p:cNvPr>
                <p:cNvSpPr>
                  <a:spLocks/>
                </p:cNvSpPr>
                <p:nvPr/>
              </p:nvSpPr>
              <p:spPr bwMode="auto">
                <a:xfrm>
                  <a:off x="6310313" y="2930526"/>
                  <a:ext cx="244475" cy="317500"/>
                </a:xfrm>
                <a:custGeom>
                  <a:avLst/>
                  <a:gdLst>
                    <a:gd name="T0" fmla="*/ 49 w 57"/>
                    <a:gd name="T1" fmla="*/ 74 h 75"/>
                    <a:gd name="T2" fmla="*/ 40 w 57"/>
                    <a:gd name="T3" fmla="*/ 67 h 75"/>
                    <a:gd name="T4" fmla="*/ 33 w 57"/>
                    <a:gd name="T5" fmla="*/ 48 h 75"/>
                    <a:gd name="T6" fmla="*/ 27 w 57"/>
                    <a:gd name="T7" fmla="*/ 46 h 75"/>
                    <a:gd name="T8" fmla="*/ 11 w 57"/>
                    <a:gd name="T9" fmla="*/ 60 h 75"/>
                    <a:gd name="T10" fmla="*/ 5 w 57"/>
                    <a:gd name="T11" fmla="*/ 60 h 75"/>
                    <a:gd name="T12" fmla="*/ 6 w 57"/>
                    <a:gd name="T13" fmla="*/ 46 h 75"/>
                    <a:gd name="T14" fmla="*/ 27 w 57"/>
                    <a:gd name="T15" fmla="*/ 26 h 75"/>
                    <a:gd name="T16" fmla="*/ 40 w 57"/>
                    <a:gd name="T17" fmla="*/ 10 h 75"/>
                    <a:gd name="T18" fmla="*/ 41 w 57"/>
                    <a:gd name="T19" fmla="*/ 6 h 75"/>
                    <a:gd name="T20" fmla="*/ 45 w 57"/>
                    <a:gd name="T21" fmla="*/ 0 h 75"/>
                    <a:gd name="T22" fmla="*/ 53 w 57"/>
                    <a:gd name="T23" fmla="*/ 3 h 75"/>
                    <a:gd name="T24" fmla="*/ 53 w 57"/>
                    <a:gd name="T25" fmla="*/ 20 h 75"/>
                    <a:gd name="T26" fmla="*/ 37 w 57"/>
                    <a:gd name="T27" fmla="*/ 38 h 75"/>
                    <a:gd name="T28" fmla="*/ 49 w 57"/>
                    <a:gd name="T29" fmla="*/ 74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7" h="75">
                      <a:moveTo>
                        <a:pt x="49" y="74"/>
                      </a:moveTo>
                      <a:cubicBezTo>
                        <a:pt x="43" y="75"/>
                        <a:pt x="41" y="72"/>
                        <a:pt x="40" y="67"/>
                      </a:cubicBezTo>
                      <a:cubicBezTo>
                        <a:pt x="38" y="61"/>
                        <a:pt x="35" y="54"/>
                        <a:pt x="33" y="48"/>
                      </a:cubicBezTo>
                      <a:cubicBezTo>
                        <a:pt x="32" y="45"/>
                        <a:pt x="30" y="44"/>
                        <a:pt x="27" y="46"/>
                      </a:cubicBezTo>
                      <a:cubicBezTo>
                        <a:pt x="22" y="51"/>
                        <a:pt x="16" y="55"/>
                        <a:pt x="11" y="60"/>
                      </a:cubicBezTo>
                      <a:cubicBezTo>
                        <a:pt x="8" y="63"/>
                        <a:pt x="7" y="62"/>
                        <a:pt x="5" y="60"/>
                      </a:cubicBezTo>
                      <a:cubicBezTo>
                        <a:pt x="0" y="54"/>
                        <a:pt x="0" y="51"/>
                        <a:pt x="6" y="46"/>
                      </a:cubicBezTo>
                      <a:cubicBezTo>
                        <a:pt x="13" y="39"/>
                        <a:pt x="20" y="33"/>
                        <a:pt x="27" y="26"/>
                      </a:cubicBezTo>
                      <a:cubicBezTo>
                        <a:pt x="32" y="21"/>
                        <a:pt x="36" y="15"/>
                        <a:pt x="40" y="10"/>
                      </a:cubicBezTo>
                      <a:cubicBezTo>
                        <a:pt x="40" y="9"/>
                        <a:pt x="41" y="7"/>
                        <a:pt x="41" y="6"/>
                      </a:cubicBezTo>
                      <a:cubicBezTo>
                        <a:pt x="40" y="3"/>
                        <a:pt x="42" y="0"/>
                        <a:pt x="45" y="0"/>
                      </a:cubicBezTo>
                      <a:cubicBezTo>
                        <a:pt x="48" y="0"/>
                        <a:pt x="51" y="1"/>
                        <a:pt x="53" y="3"/>
                      </a:cubicBezTo>
                      <a:cubicBezTo>
                        <a:pt x="57" y="6"/>
                        <a:pt x="57" y="16"/>
                        <a:pt x="53" y="20"/>
                      </a:cubicBezTo>
                      <a:cubicBezTo>
                        <a:pt x="48" y="26"/>
                        <a:pt x="42" y="32"/>
                        <a:pt x="37" y="38"/>
                      </a:cubicBezTo>
                      <a:cubicBezTo>
                        <a:pt x="44" y="49"/>
                        <a:pt x="49" y="61"/>
                        <a:pt x="49" y="7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1" name="Freeform 19">
                  <a:extLst>
                    <a:ext uri="{FF2B5EF4-FFF2-40B4-BE49-F238E27FC236}">
                      <a16:creationId xmlns:a16="http://schemas.microsoft.com/office/drawing/2014/main" id="{B78F413E-1D51-491F-A6EC-02810949F837}"/>
                    </a:ext>
                  </a:extLst>
                </p:cNvPr>
                <p:cNvSpPr>
                  <a:spLocks/>
                </p:cNvSpPr>
                <p:nvPr/>
              </p:nvSpPr>
              <p:spPr bwMode="auto">
                <a:xfrm>
                  <a:off x="6186488" y="3009901"/>
                  <a:ext cx="123825" cy="234950"/>
                </a:xfrm>
                <a:custGeom>
                  <a:avLst/>
                  <a:gdLst>
                    <a:gd name="T0" fmla="*/ 12 w 29"/>
                    <a:gd name="T1" fmla="*/ 30 h 55"/>
                    <a:gd name="T2" fmla="*/ 20 w 29"/>
                    <a:gd name="T3" fmla="*/ 7 h 55"/>
                    <a:gd name="T4" fmla="*/ 25 w 29"/>
                    <a:gd name="T5" fmla="*/ 1 h 55"/>
                    <a:gd name="T6" fmla="*/ 26 w 29"/>
                    <a:gd name="T7" fmla="*/ 9 h 55"/>
                    <a:gd name="T8" fmla="*/ 16 w 29"/>
                    <a:gd name="T9" fmla="*/ 39 h 55"/>
                    <a:gd name="T10" fmla="*/ 13 w 29"/>
                    <a:gd name="T11" fmla="*/ 52 h 55"/>
                    <a:gd name="T12" fmla="*/ 7 w 29"/>
                    <a:gd name="T13" fmla="*/ 54 h 55"/>
                    <a:gd name="T14" fmla="*/ 2 w 29"/>
                    <a:gd name="T15" fmla="*/ 41 h 55"/>
                    <a:gd name="T16" fmla="*/ 3 w 29"/>
                    <a:gd name="T17" fmla="*/ 32 h 55"/>
                    <a:gd name="T18" fmla="*/ 2 w 29"/>
                    <a:gd name="T19" fmla="*/ 6 h 55"/>
                    <a:gd name="T20" fmla="*/ 6 w 29"/>
                    <a:gd name="T21" fmla="*/ 5 h 55"/>
                    <a:gd name="T22" fmla="*/ 10 w 29"/>
                    <a:gd name="T23" fmla="*/ 14 h 55"/>
                    <a:gd name="T24" fmla="*/ 11 w 29"/>
                    <a:gd name="T25" fmla="*/ 30 h 55"/>
                    <a:gd name="T26" fmla="*/ 12 w 29"/>
                    <a:gd name="T27" fmla="*/ 3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55">
                      <a:moveTo>
                        <a:pt x="12" y="30"/>
                      </a:moveTo>
                      <a:cubicBezTo>
                        <a:pt x="15" y="23"/>
                        <a:pt x="17" y="15"/>
                        <a:pt x="20" y="7"/>
                      </a:cubicBezTo>
                      <a:cubicBezTo>
                        <a:pt x="21" y="5"/>
                        <a:pt x="21" y="0"/>
                        <a:pt x="25" y="1"/>
                      </a:cubicBezTo>
                      <a:cubicBezTo>
                        <a:pt x="29" y="2"/>
                        <a:pt x="27" y="6"/>
                        <a:pt x="26" y="9"/>
                      </a:cubicBezTo>
                      <a:cubicBezTo>
                        <a:pt x="23" y="19"/>
                        <a:pt x="19" y="29"/>
                        <a:pt x="16" y="39"/>
                      </a:cubicBezTo>
                      <a:cubicBezTo>
                        <a:pt x="15" y="43"/>
                        <a:pt x="14" y="48"/>
                        <a:pt x="13" y="52"/>
                      </a:cubicBezTo>
                      <a:cubicBezTo>
                        <a:pt x="12" y="55"/>
                        <a:pt x="10" y="55"/>
                        <a:pt x="7" y="54"/>
                      </a:cubicBezTo>
                      <a:cubicBezTo>
                        <a:pt x="1" y="50"/>
                        <a:pt x="0" y="49"/>
                        <a:pt x="2" y="41"/>
                      </a:cubicBezTo>
                      <a:cubicBezTo>
                        <a:pt x="3" y="38"/>
                        <a:pt x="3" y="35"/>
                        <a:pt x="3" y="32"/>
                      </a:cubicBezTo>
                      <a:cubicBezTo>
                        <a:pt x="3" y="23"/>
                        <a:pt x="2" y="15"/>
                        <a:pt x="2" y="6"/>
                      </a:cubicBezTo>
                      <a:cubicBezTo>
                        <a:pt x="2" y="3"/>
                        <a:pt x="5" y="3"/>
                        <a:pt x="6" y="5"/>
                      </a:cubicBezTo>
                      <a:cubicBezTo>
                        <a:pt x="8" y="7"/>
                        <a:pt x="10" y="11"/>
                        <a:pt x="10" y="14"/>
                      </a:cubicBezTo>
                      <a:cubicBezTo>
                        <a:pt x="11" y="19"/>
                        <a:pt x="11" y="25"/>
                        <a:pt x="11" y="30"/>
                      </a:cubicBezTo>
                      <a:cubicBezTo>
                        <a:pt x="11" y="30"/>
                        <a:pt x="12" y="30"/>
                        <a:pt x="12"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2" name="Freeform 20">
                  <a:extLst>
                    <a:ext uri="{FF2B5EF4-FFF2-40B4-BE49-F238E27FC236}">
                      <a16:creationId xmlns:a16="http://schemas.microsoft.com/office/drawing/2014/main" id="{28D425C4-CE02-4413-BBE1-2E9FA0CC0E90}"/>
                    </a:ext>
                  </a:extLst>
                </p:cNvPr>
                <p:cNvSpPr>
                  <a:spLocks/>
                </p:cNvSpPr>
                <p:nvPr/>
              </p:nvSpPr>
              <p:spPr bwMode="auto">
                <a:xfrm>
                  <a:off x="6259513" y="2933701"/>
                  <a:ext cx="114300" cy="73025"/>
                </a:xfrm>
                <a:custGeom>
                  <a:avLst/>
                  <a:gdLst>
                    <a:gd name="T0" fmla="*/ 27 w 27"/>
                    <a:gd name="T1" fmla="*/ 1 h 17"/>
                    <a:gd name="T2" fmla="*/ 16 w 27"/>
                    <a:gd name="T3" fmla="*/ 14 h 17"/>
                    <a:gd name="T4" fmla="*/ 5 w 27"/>
                    <a:gd name="T5" fmla="*/ 13 h 17"/>
                    <a:gd name="T6" fmla="*/ 0 w 27"/>
                    <a:gd name="T7" fmla="*/ 4 h 17"/>
                    <a:gd name="T8" fmla="*/ 9 w 27"/>
                    <a:gd name="T9" fmla="*/ 2 h 17"/>
                    <a:gd name="T10" fmla="*/ 27 w 27"/>
                    <a:gd name="T11" fmla="*/ 0 h 17"/>
                    <a:gd name="T12" fmla="*/ 27 w 27"/>
                    <a:gd name="T13" fmla="*/ 1 h 17"/>
                  </a:gdLst>
                  <a:ahLst/>
                  <a:cxnLst>
                    <a:cxn ang="0">
                      <a:pos x="T0" y="T1"/>
                    </a:cxn>
                    <a:cxn ang="0">
                      <a:pos x="T2" y="T3"/>
                    </a:cxn>
                    <a:cxn ang="0">
                      <a:pos x="T4" y="T5"/>
                    </a:cxn>
                    <a:cxn ang="0">
                      <a:pos x="T6" y="T7"/>
                    </a:cxn>
                    <a:cxn ang="0">
                      <a:pos x="T8" y="T9"/>
                    </a:cxn>
                    <a:cxn ang="0">
                      <a:pos x="T10" y="T11"/>
                    </a:cxn>
                    <a:cxn ang="0">
                      <a:pos x="T12" y="T13"/>
                    </a:cxn>
                  </a:cxnLst>
                  <a:rect l="0" t="0" r="r" b="b"/>
                  <a:pathLst>
                    <a:path w="27" h="17">
                      <a:moveTo>
                        <a:pt x="27" y="1"/>
                      </a:moveTo>
                      <a:cubicBezTo>
                        <a:pt x="24" y="6"/>
                        <a:pt x="20" y="10"/>
                        <a:pt x="16" y="14"/>
                      </a:cubicBezTo>
                      <a:cubicBezTo>
                        <a:pt x="14" y="17"/>
                        <a:pt x="8" y="16"/>
                        <a:pt x="5" y="13"/>
                      </a:cubicBezTo>
                      <a:cubicBezTo>
                        <a:pt x="3" y="10"/>
                        <a:pt x="1" y="7"/>
                        <a:pt x="0" y="4"/>
                      </a:cubicBezTo>
                      <a:cubicBezTo>
                        <a:pt x="3" y="3"/>
                        <a:pt x="6" y="2"/>
                        <a:pt x="9" y="2"/>
                      </a:cubicBezTo>
                      <a:cubicBezTo>
                        <a:pt x="15" y="1"/>
                        <a:pt x="21" y="1"/>
                        <a:pt x="27" y="0"/>
                      </a:cubicBezTo>
                      <a:cubicBezTo>
                        <a:pt x="27" y="1"/>
                        <a:pt x="27" y="1"/>
                        <a:pt x="2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sp>
            <p:nvSpPr>
              <p:cNvPr id="78" name="Freeform 11">
                <a:extLst>
                  <a:ext uri="{FF2B5EF4-FFF2-40B4-BE49-F238E27FC236}">
                    <a16:creationId xmlns:a16="http://schemas.microsoft.com/office/drawing/2014/main" id="{9E7CBDC3-9BA0-4307-8967-3267E5966ED9}"/>
                  </a:ext>
                </a:extLst>
              </p:cNvPr>
              <p:cNvSpPr>
                <a:spLocks noEditPoints="1"/>
              </p:cNvSpPr>
              <p:nvPr/>
            </p:nvSpPr>
            <p:spPr bwMode="auto">
              <a:xfrm>
                <a:off x="9065451" y="2270918"/>
                <a:ext cx="439964" cy="615950"/>
              </a:xfrm>
              <a:custGeom>
                <a:avLst/>
                <a:gdLst>
                  <a:gd name="T0" fmla="*/ 29 w 72"/>
                  <a:gd name="T1" fmla="*/ 49 h 102"/>
                  <a:gd name="T2" fmla="*/ 15 w 72"/>
                  <a:gd name="T3" fmla="*/ 43 h 102"/>
                  <a:gd name="T4" fmla="*/ 10 w 72"/>
                  <a:gd name="T5" fmla="*/ 21 h 102"/>
                  <a:gd name="T6" fmla="*/ 13 w 72"/>
                  <a:gd name="T7" fmla="*/ 15 h 102"/>
                  <a:gd name="T8" fmla="*/ 19 w 72"/>
                  <a:gd name="T9" fmla="*/ 18 h 102"/>
                  <a:gd name="T10" fmla="*/ 20 w 72"/>
                  <a:gd name="T11" fmla="*/ 26 h 102"/>
                  <a:gd name="T12" fmla="*/ 35 w 72"/>
                  <a:gd name="T13" fmla="*/ 22 h 102"/>
                  <a:gd name="T14" fmla="*/ 40 w 72"/>
                  <a:gd name="T15" fmla="*/ 16 h 102"/>
                  <a:gd name="T16" fmla="*/ 43 w 72"/>
                  <a:gd name="T17" fmla="*/ 14 h 102"/>
                  <a:gd name="T18" fmla="*/ 44 w 72"/>
                  <a:gd name="T19" fmla="*/ 19 h 102"/>
                  <a:gd name="T20" fmla="*/ 43 w 72"/>
                  <a:gd name="T21" fmla="*/ 28 h 102"/>
                  <a:gd name="T22" fmla="*/ 36 w 72"/>
                  <a:gd name="T23" fmla="*/ 40 h 102"/>
                  <a:gd name="T24" fmla="*/ 37 w 72"/>
                  <a:gd name="T25" fmla="*/ 42 h 102"/>
                  <a:gd name="T26" fmla="*/ 44 w 72"/>
                  <a:gd name="T27" fmla="*/ 38 h 102"/>
                  <a:gd name="T28" fmla="*/ 56 w 72"/>
                  <a:gd name="T29" fmla="*/ 20 h 102"/>
                  <a:gd name="T30" fmla="*/ 49 w 72"/>
                  <a:gd name="T31" fmla="*/ 9 h 102"/>
                  <a:gd name="T32" fmla="*/ 28 w 72"/>
                  <a:gd name="T33" fmla="*/ 14 h 102"/>
                  <a:gd name="T34" fmla="*/ 20 w 72"/>
                  <a:gd name="T35" fmla="*/ 13 h 102"/>
                  <a:gd name="T36" fmla="*/ 22 w 72"/>
                  <a:gd name="T37" fmla="*/ 6 h 102"/>
                  <a:gd name="T38" fmla="*/ 50 w 72"/>
                  <a:gd name="T39" fmla="*/ 1 h 102"/>
                  <a:gd name="T40" fmla="*/ 68 w 72"/>
                  <a:gd name="T41" fmla="*/ 12 h 102"/>
                  <a:gd name="T42" fmla="*/ 67 w 72"/>
                  <a:gd name="T43" fmla="*/ 24 h 102"/>
                  <a:gd name="T44" fmla="*/ 49 w 72"/>
                  <a:gd name="T45" fmla="*/ 48 h 102"/>
                  <a:gd name="T46" fmla="*/ 42 w 72"/>
                  <a:gd name="T47" fmla="*/ 49 h 102"/>
                  <a:gd name="T48" fmla="*/ 37 w 72"/>
                  <a:gd name="T49" fmla="*/ 47 h 102"/>
                  <a:gd name="T50" fmla="*/ 35 w 72"/>
                  <a:gd name="T51" fmla="*/ 52 h 102"/>
                  <a:gd name="T52" fmla="*/ 41 w 72"/>
                  <a:gd name="T53" fmla="*/ 58 h 102"/>
                  <a:gd name="T54" fmla="*/ 48 w 72"/>
                  <a:gd name="T55" fmla="*/ 57 h 102"/>
                  <a:gd name="T56" fmla="*/ 53 w 72"/>
                  <a:gd name="T57" fmla="*/ 59 h 102"/>
                  <a:gd name="T58" fmla="*/ 53 w 72"/>
                  <a:gd name="T59" fmla="*/ 66 h 102"/>
                  <a:gd name="T60" fmla="*/ 48 w 72"/>
                  <a:gd name="T61" fmla="*/ 70 h 102"/>
                  <a:gd name="T62" fmla="*/ 37 w 72"/>
                  <a:gd name="T63" fmla="*/ 81 h 102"/>
                  <a:gd name="T64" fmla="*/ 45 w 72"/>
                  <a:gd name="T65" fmla="*/ 81 h 102"/>
                  <a:gd name="T66" fmla="*/ 57 w 72"/>
                  <a:gd name="T67" fmla="*/ 89 h 102"/>
                  <a:gd name="T68" fmla="*/ 51 w 72"/>
                  <a:gd name="T69" fmla="*/ 98 h 102"/>
                  <a:gd name="T70" fmla="*/ 26 w 72"/>
                  <a:gd name="T71" fmla="*/ 101 h 102"/>
                  <a:gd name="T72" fmla="*/ 17 w 72"/>
                  <a:gd name="T73" fmla="*/ 96 h 102"/>
                  <a:gd name="T74" fmla="*/ 15 w 72"/>
                  <a:gd name="T75" fmla="*/ 94 h 102"/>
                  <a:gd name="T76" fmla="*/ 19 w 72"/>
                  <a:gd name="T77" fmla="*/ 77 h 102"/>
                  <a:gd name="T78" fmla="*/ 27 w 72"/>
                  <a:gd name="T79" fmla="*/ 70 h 102"/>
                  <a:gd name="T80" fmla="*/ 27 w 72"/>
                  <a:gd name="T81" fmla="*/ 69 h 102"/>
                  <a:gd name="T82" fmla="*/ 21 w 72"/>
                  <a:gd name="T83" fmla="*/ 71 h 102"/>
                  <a:gd name="T84" fmla="*/ 9 w 72"/>
                  <a:gd name="T85" fmla="*/ 76 h 102"/>
                  <a:gd name="T86" fmla="*/ 3 w 72"/>
                  <a:gd name="T87" fmla="*/ 75 h 102"/>
                  <a:gd name="T88" fmla="*/ 4 w 72"/>
                  <a:gd name="T89" fmla="*/ 69 h 102"/>
                  <a:gd name="T90" fmla="*/ 26 w 72"/>
                  <a:gd name="T91" fmla="*/ 60 h 102"/>
                  <a:gd name="T92" fmla="*/ 28 w 72"/>
                  <a:gd name="T93" fmla="*/ 57 h 102"/>
                  <a:gd name="T94" fmla="*/ 29 w 72"/>
                  <a:gd name="T95" fmla="*/ 49 h 102"/>
                  <a:gd name="T96" fmla="*/ 34 w 72"/>
                  <a:gd name="T97" fmla="*/ 29 h 102"/>
                  <a:gd name="T98" fmla="*/ 33 w 72"/>
                  <a:gd name="T99" fmla="*/ 28 h 102"/>
                  <a:gd name="T100" fmla="*/ 26 w 72"/>
                  <a:gd name="T101" fmla="*/ 32 h 102"/>
                  <a:gd name="T102" fmla="*/ 23 w 72"/>
                  <a:gd name="T103" fmla="*/ 36 h 102"/>
                  <a:gd name="T104" fmla="*/ 26 w 72"/>
                  <a:gd name="T105" fmla="*/ 42 h 102"/>
                  <a:gd name="T106" fmla="*/ 31 w 72"/>
                  <a:gd name="T107" fmla="*/ 40 h 102"/>
                  <a:gd name="T108" fmla="*/ 34 w 72"/>
                  <a:gd name="T109" fmla="*/ 29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2" h="102">
                    <a:moveTo>
                      <a:pt x="29" y="49"/>
                    </a:moveTo>
                    <a:cubicBezTo>
                      <a:pt x="19" y="52"/>
                      <a:pt x="18" y="52"/>
                      <a:pt x="15" y="43"/>
                    </a:cubicBezTo>
                    <a:cubicBezTo>
                      <a:pt x="13" y="36"/>
                      <a:pt x="11" y="28"/>
                      <a:pt x="10" y="21"/>
                    </a:cubicBezTo>
                    <a:cubicBezTo>
                      <a:pt x="9" y="19"/>
                      <a:pt x="11" y="16"/>
                      <a:pt x="13" y="15"/>
                    </a:cubicBezTo>
                    <a:cubicBezTo>
                      <a:pt x="16" y="13"/>
                      <a:pt x="18" y="16"/>
                      <a:pt x="19" y="18"/>
                    </a:cubicBezTo>
                    <a:cubicBezTo>
                      <a:pt x="19" y="21"/>
                      <a:pt x="20" y="23"/>
                      <a:pt x="20" y="26"/>
                    </a:cubicBezTo>
                    <a:cubicBezTo>
                      <a:pt x="26" y="25"/>
                      <a:pt x="31" y="24"/>
                      <a:pt x="35" y="22"/>
                    </a:cubicBezTo>
                    <a:cubicBezTo>
                      <a:pt x="37" y="21"/>
                      <a:pt x="38" y="18"/>
                      <a:pt x="40" y="16"/>
                    </a:cubicBezTo>
                    <a:cubicBezTo>
                      <a:pt x="41" y="15"/>
                      <a:pt x="42" y="14"/>
                      <a:pt x="43" y="14"/>
                    </a:cubicBezTo>
                    <a:cubicBezTo>
                      <a:pt x="44" y="15"/>
                      <a:pt x="44" y="17"/>
                      <a:pt x="44" y="19"/>
                    </a:cubicBezTo>
                    <a:cubicBezTo>
                      <a:pt x="44" y="22"/>
                      <a:pt x="43" y="25"/>
                      <a:pt x="43" y="28"/>
                    </a:cubicBezTo>
                    <a:cubicBezTo>
                      <a:pt x="37" y="29"/>
                      <a:pt x="39" y="36"/>
                      <a:pt x="36" y="40"/>
                    </a:cubicBezTo>
                    <a:cubicBezTo>
                      <a:pt x="36" y="41"/>
                      <a:pt x="37" y="41"/>
                      <a:pt x="37" y="42"/>
                    </a:cubicBezTo>
                    <a:cubicBezTo>
                      <a:pt x="39" y="41"/>
                      <a:pt x="42" y="40"/>
                      <a:pt x="44" y="38"/>
                    </a:cubicBezTo>
                    <a:cubicBezTo>
                      <a:pt x="48" y="32"/>
                      <a:pt x="52" y="26"/>
                      <a:pt x="56" y="20"/>
                    </a:cubicBezTo>
                    <a:cubicBezTo>
                      <a:pt x="59" y="15"/>
                      <a:pt x="56" y="9"/>
                      <a:pt x="49" y="9"/>
                    </a:cubicBezTo>
                    <a:cubicBezTo>
                      <a:pt x="42" y="8"/>
                      <a:pt x="34" y="10"/>
                      <a:pt x="28" y="14"/>
                    </a:cubicBezTo>
                    <a:cubicBezTo>
                      <a:pt x="25" y="16"/>
                      <a:pt x="22" y="15"/>
                      <a:pt x="20" y="13"/>
                    </a:cubicBezTo>
                    <a:cubicBezTo>
                      <a:pt x="17" y="9"/>
                      <a:pt x="17" y="7"/>
                      <a:pt x="22" y="6"/>
                    </a:cubicBezTo>
                    <a:cubicBezTo>
                      <a:pt x="31" y="3"/>
                      <a:pt x="40" y="0"/>
                      <a:pt x="50" y="1"/>
                    </a:cubicBezTo>
                    <a:cubicBezTo>
                      <a:pt x="58" y="1"/>
                      <a:pt x="63" y="7"/>
                      <a:pt x="68" y="12"/>
                    </a:cubicBezTo>
                    <a:cubicBezTo>
                      <a:pt x="72" y="15"/>
                      <a:pt x="70" y="20"/>
                      <a:pt x="67" y="24"/>
                    </a:cubicBezTo>
                    <a:cubicBezTo>
                      <a:pt x="61" y="32"/>
                      <a:pt x="55" y="40"/>
                      <a:pt x="49" y="48"/>
                    </a:cubicBezTo>
                    <a:cubicBezTo>
                      <a:pt x="47" y="51"/>
                      <a:pt x="45" y="52"/>
                      <a:pt x="42" y="49"/>
                    </a:cubicBezTo>
                    <a:cubicBezTo>
                      <a:pt x="41" y="48"/>
                      <a:pt x="38" y="47"/>
                      <a:pt x="37" y="47"/>
                    </a:cubicBezTo>
                    <a:cubicBezTo>
                      <a:pt x="36" y="48"/>
                      <a:pt x="35" y="50"/>
                      <a:pt x="35" y="52"/>
                    </a:cubicBezTo>
                    <a:cubicBezTo>
                      <a:pt x="34" y="59"/>
                      <a:pt x="34" y="59"/>
                      <a:pt x="41" y="58"/>
                    </a:cubicBezTo>
                    <a:cubicBezTo>
                      <a:pt x="43" y="57"/>
                      <a:pt x="46" y="56"/>
                      <a:pt x="48" y="57"/>
                    </a:cubicBezTo>
                    <a:cubicBezTo>
                      <a:pt x="50" y="57"/>
                      <a:pt x="53" y="58"/>
                      <a:pt x="53" y="59"/>
                    </a:cubicBezTo>
                    <a:cubicBezTo>
                      <a:pt x="54" y="61"/>
                      <a:pt x="54" y="64"/>
                      <a:pt x="53" y="66"/>
                    </a:cubicBezTo>
                    <a:cubicBezTo>
                      <a:pt x="52" y="68"/>
                      <a:pt x="50" y="69"/>
                      <a:pt x="48" y="70"/>
                    </a:cubicBezTo>
                    <a:cubicBezTo>
                      <a:pt x="44" y="73"/>
                      <a:pt x="39" y="75"/>
                      <a:pt x="37" y="81"/>
                    </a:cubicBezTo>
                    <a:cubicBezTo>
                      <a:pt x="40" y="81"/>
                      <a:pt x="43" y="81"/>
                      <a:pt x="45" y="81"/>
                    </a:cubicBezTo>
                    <a:cubicBezTo>
                      <a:pt x="51" y="81"/>
                      <a:pt x="56" y="84"/>
                      <a:pt x="57" y="89"/>
                    </a:cubicBezTo>
                    <a:cubicBezTo>
                      <a:pt x="58" y="93"/>
                      <a:pt x="55" y="97"/>
                      <a:pt x="51" y="98"/>
                    </a:cubicBezTo>
                    <a:cubicBezTo>
                      <a:pt x="43" y="99"/>
                      <a:pt x="35" y="100"/>
                      <a:pt x="26" y="101"/>
                    </a:cubicBezTo>
                    <a:cubicBezTo>
                      <a:pt x="22" y="102"/>
                      <a:pt x="19" y="100"/>
                      <a:pt x="17" y="96"/>
                    </a:cubicBezTo>
                    <a:cubicBezTo>
                      <a:pt x="16" y="96"/>
                      <a:pt x="16" y="95"/>
                      <a:pt x="15" y="94"/>
                    </a:cubicBezTo>
                    <a:cubicBezTo>
                      <a:pt x="11" y="84"/>
                      <a:pt x="11" y="84"/>
                      <a:pt x="19" y="77"/>
                    </a:cubicBezTo>
                    <a:cubicBezTo>
                      <a:pt x="22" y="75"/>
                      <a:pt x="24" y="72"/>
                      <a:pt x="27" y="70"/>
                    </a:cubicBezTo>
                    <a:cubicBezTo>
                      <a:pt x="27" y="70"/>
                      <a:pt x="27" y="69"/>
                      <a:pt x="27" y="69"/>
                    </a:cubicBezTo>
                    <a:cubicBezTo>
                      <a:pt x="25" y="69"/>
                      <a:pt x="23" y="70"/>
                      <a:pt x="21" y="71"/>
                    </a:cubicBezTo>
                    <a:cubicBezTo>
                      <a:pt x="17" y="72"/>
                      <a:pt x="13" y="74"/>
                      <a:pt x="9" y="76"/>
                    </a:cubicBezTo>
                    <a:cubicBezTo>
                      <a:pt x="7" y="76"/>
                      <a:pt x="5" y="76"/>
                      <a:pt x="3" y="75"/>
                    </a:cubicBezTo>
                    <a:cubicBezTo>
                      <a:pt x="0" y="72"/>
                      <a:pt x="0" y="71"/>
                      <a:pt x="4" y="69"/>
                    </a:cubicBezTo>
                    <a:cubicBezTo>
                      <a:pt x="12" y="66"/>
                      <a:pt x="19" y="63"/>
                      <a:pt x="26" y="60"/>
                    </a:cubicBezTo>
                    <a:cubicBezTo>
                      <a:pt x="27" y="60"/>
                      <a:pt x="28" y="58"/>
                      <a:pt x="28" y="57"/>
                    </a:cubicBezTo>
                    <a:cubicBezTo>
                      <a:pt x="29" y="55"/>
                      <a:pt x="29" y="52"/>
                      <a:pt x="29" y="49"/>
                    </a:cubicBezTo>
                    <a:close/>
                    <a:moveTo>
                      <a:pt x="34" y="29"/>
                    </a:moveTo>
                    <a:cubicBezTo>
                      <a:pt x="34" y="29"/>
                      <a:pt x="34" y="29"/>
                      <a:pt x="33" y="28"/>
                    </a:cubicBezTo>
                    <a:cubicBezTo>
                      <a:pt x="31" y="29"/>
                      <a:pt x="28" y="30"/>
                      <a:pt x="26" y="32"/>
                    </a:cubicBezTo>
                    <a:cubicBezTo>
                      <a:pt x="24" y="32"/>
                      <a:pt x="22" y="34"/>
                      <a:pt x="23" y="36"/>
                    </a:cubicBezTo>
                    <a:cubicBezTo>
                      <a:pt x="23" y="38"/>
                      <a:pt x="25" y="40"/>
                      <a:pt x="26" y="42"/>
                    </a:cubicBezTo>
                    <a:cubicBezTo>
                      <a:pt x="27" y="42"/>
                      <a:pt x="30" y="41"/>
                      <a:pt x="31" y="40"/>
                    </a:cubicBezTo>
                    <a:cubicBezTo>
                      <a:pt x="32" y="37"/>
                      <a:pt x="33" y="33"/>
                      <a:pt x="34" y="29"/>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79" name="Freeform 12">
                <a:extLst>
                  <a:ext uri="{FF2B5EF4-FFF2-40B4-BE49-F238E27FC236}">
                    <a16:creationId xmlns:a16="http://schemas.microsoft.com/office/drawing/2014/main" id="{D88D9717-3185-4A77-8E18-2A8659D441F7}"/>
                  </a:ext>
                </a:extLst>
              </p:cNvPr>
              <p:cNvSpPr>
                <a:spLocks/>
              </p:cNvSpPr>
              <p:nvPr/>
            </p:nvSpPr>
            <p:spPr bwMode="auto">
              <a:xfrm>
                <a:off x="8878184" y="2293480"/>
                <a:ext cx="236904" cy="593388"/>
              </a:xfrm>
              <a:custGeom>
                <a:avLst/>
                <a:gdLst>
                  <a:gd name="T0" fmla="*/ 30 w 39"/>
                  <a:gd name="T1" fmla="*/ 44 h 98"/>
                  <a:gd name="T2" fmla="*/ 36 w 39"/>
                  <a:gd name="T3" fmla="*/ 34 h 98"/>
                  <a:gd name="T4" fmla="*/ 37 w 39"/>
                  <a:gd name="T5" fmla="*/ 51 h 98"/>
                  <a:gd name="T6" fmla="*/ 25 w 39"/>
                  <a:gd name="T7" fmla="*/ 82 h 98"/>
                  <a:gd name="T8" fmla="*/ 21 w 39"/>
                  <a:gd name="T9" fmla="*/ 98 h 98"/>
                  <a:gd name="T10" fmla="*/ 13 w 39"/>
                  <a:gd name="T11" fmla="*/ 96 h 98"/>
                  <a:gd name="T12" fmla="*/ 5 w 39"/>
                  <a:gd name="T13" fmla="*/ 83 h 98"/>
                  <a:gd name="T14" fmla="*/ 11 w 39"/>
                  <a:gd name="T15" fmla="*/ 62 h 98"/>
                  <a:gd name="T16" fmla="*/ 9 w 39"/>
                  <a:gd name="T17" fmla="*/ 43 h 98"/>
                  <a:gd name="T18" fmla="*/ 12 w 39"/>
                  <a:gd name="T19" fmla="*/ 38 h 98"/>
                  <a:gd name="T20" fmla="*/ 18 w 39"/>
                  <a:gd name="T21" fmla="*/ 33 h 98"/>
                  <a:gd name="T22" fmla="*/ 23 w 39"/>
                  <a:gd name="T23" fmla="*/ 12 h 98"/>
                  <a:gd name="T24" fmla="*/ 11 w 39"/>
                  <a:gd name="T25" fmla="*/ 16 h 98"/>
                  <a:gd name="T26" fmla="*/ 2 w 39"/>
                  <a:gd name="T27" fmla="*/ 16 h 98"/>
                  <a:gd name="T28" fmla="*/ 0 w 39"/>
                  <a:gd name="T29" fmla="*/ 12 h 98"/>
                  <a:gd name="T30" fmla="*/ 3 w 39"/>
                  <a:gd name="T31" fmla="*/ 10 h 98"/>
                  <a:gd name="T32" fmla="*/ 16 w 39"/>
                  <a:gd name="T33" fmla="*/ 7 h 98"/>
                  <a:gd name="T34" fmla="*/ 26 w 39"/>
                  <a:gd name="T35" fmla="*/ 2 h 98"/>
                  <a:gd name="T36" fmla="*/ 32 w 39"/>
                  <a:gd name="T37" fmla="*/ 1 h 98"/>
                  <a:gd name="T38" fmla="*/ 35 w 39"/>
                  <a:gd name="T39" fmla="*/ 9 h 98"/>
                  <a:gd name="T40" fmla="*/ 34 w 39"/>
                  <a:gd name="T41" fmla="*/ 11 h 98"/>
                  <a:gd name="T42" fmla="*/ 27 w 39"/>
                  <a:gd name="T43" fmla="*/ 38 h 98"/>
                  <a:gd name="T44" fmla="*/ 28 w 39"/>
                  <a:gd name="T45" fmla="*/ 44 h 98"/>
                  <a:gd name="T46" fmla="*/ 30 w 39"/>
                  <a:gd name="T47" fmla="*/ 44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9" h="98">
                    <a:moveTo>
                      <a:pt x="30" y="44"/>
                    </a:moveTo>
                    <a:cubicBezTo>
                      <a:pt x="32" y="41"/>
                      <a:pt x="34" y="38"/>
                      <a:pt x="36" y="34"/>
                    </a:cubicBezTo>
                    <a:cubicBezTo>
                      <a:pt x="37" y="40"/>
                      <a:pt x="39" y="45"/>
                      <a:pt x="37" y="51"/>
                    </a:cubicBezTo>
                    <a:cubicBezTo>
                      <a:pt x="33" y="61"/>
                      <a:pt x="29" y="72"/>
                      <a:pt x="25" y="82"/>
                    </a:cubicBezTo>
                    <a:cubicBezTo>
                      <a:pt x="23" y="87"/>
                      <a:pt x="23" y="92"/>
                      <a:pt x="21" y="98"/>
                    </a:cubicBezTo>
                    <a:cubicBezTo>
                      <a:pt x="18" y="97"/>
                      <a:pt x="15" y="97"/>
                      <a:pt x="13" y="96"/>
                    </a:cubicBezTo>
                    <a:cubicBezTo>
                      <a:pt x="7" y="94"/>
                      <a:pt x="3" y="89"/>
                      <a:pt x="5" y="83"/>
                    </a:cubicBezTo>
                    <a:cubicBezTo>
                      <a:pt x="7" y="76"/>
                      <a:pt x="9" y="69"/>
                      <a:pt x="11" y="62"/>
                    </a:cubicBezTo>
                    <a:cubicBezTo>
                      <a:pt x="13" y="56"/>
                      <a:pt x="14" y="49"/>
                      <a:pt x="9" y="43"/>
                    </a:cubicBezTo>
                    <a:cubicBezTo>
                      <a:pt x="7" y="39"/>
                      <a:pt x="9" y="38"/>
                      <a:pt x="12" y="38"/>
                    </a:cubicBezTo>
                    <a:cubicBezTo>
                      <a:pt x="17" y="39"/>
                      <a:pt x="17" y="37"/>
                      <a:pt x="18" y="33"/>
                    </a:cubicBezTo>
                    <a:cubicBezTo>
                      <a:pt x="19" y="26"/>
                      <a:pt x="21" y="20"/>
                      <a:pt x="23" y="12"/>
                    </a:cubicBezTo>
                    <a:cubicBezTo>
                      <a:pt x="19" y="13"/>
                      <a:pt x="15" y="15"/>
                      <a:pt x="11" y="16"/>
                    </a:cubicBezTo>
                    <a:cubicBezTo>
                      <a:pt x="8" y="17"/>
                      <a:pt x="5" y="16"/>
                      <a:pt x="2" y="16"/>
                    </a:cubicBezTo>
                    <a:cubicBezTo>
                      <a:pt x="1" y="15"/>
                      <a:pt x="0" y="13"/>
                      <a:pt x="0" y="12"/>
                    </a:cubicBezTo>
                    <a:cubicBezTo>
                      <a:pt x="1" y="11"/>
                      <a:pt x="2" y="10"/>
                      <a:pt x="3" y="10"/>
                    </a:cubicBezTo>
                    <a:cubicBezTo>
                      <a:pt x="7" y="8"/>
                      <a:pt x="12" y="8"/>
                      <a:pt x="16" y="7"/>
                    </a:cubicBezTo>
                    <a:cubicBezTo>
                      <a:pt x="19" y="5"/>
                      <a:pt x="22" y="3"/>
                      <a:pt x="26" y="2"/>
                    </a:cubicBezTo>
                    <a:cubicBezTo>
                      <a:pt x="28" y="1"/>
                      <a:pt x="32" y="0"/>
                      <a:pt x="32" y="1"/>
                    </a:cubicBezTo>
                    <a:cubicBezTo>
                      <a:pt x="34" y="3"/>
                      <a:pt x="35" y="6"/>
                      <a:pt x="35" y="9"/>
                    </a:cubicBezTo>
                    <a:cubicBezTo>
                      <a:pt x="36" y="9"/>
                      <a:pt x="35" y="10"/>
                      <a:pt x="34" y="11"/>
                    </a:cubicBezTo>
                    <a:cubicBezTo>
                      <a:pt x="27" y="19"/>
                      <a:pt x="28" y="29"/>
                      <a:pt x="27" y="38"/>
                    </a:cubicBezTo>
                    <a:cubicBezTo>
                      <a:pt x="27" y="40"/>
                      <a:pt x="28" y="42"/>
                      <a:pt x="28" y="44"/>
                    </a:cubicBezTo>
                    <a:cubicBezTo>
                      <a:pt x="29" y="44"/>
                      <a:pt x="29" y="44"/>
                      <a:pt x="30" y="44"/>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grpSp>
      </p:grpSp>
      <p:cxnSp>
        <p:nvCxnSpPr>
          <p:cNvPr id="96" name="直接连接符 95">
            <a:extLst>
              <a:ext uri="{FF2B5EF4-FFF2-40B4-BE49-F238E27FC236}">
                <a16:creationId xmlns:a16="http://schemas.microsoft.com/office/drawing/2014/main" id="{70DEE229-ACC1-4297-A1E3-DEA16F9B9C28}"/>
              </a:ext>
            </a:extLst>
          </p:cNvPr>
          <p:cNvCxnSpPr>
            <a:cxnSpLocks/>
          </p:cNvCxnSpPr>
          <p:nvPr userDrawn="1"/>
        </p:nvCxnSpPr>
        <p:spPr>
          <a:xfrm>
            <a:off x="442913" y="6264275"/>
            <a:ext cx="11306175"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97" name="标题 11"/>
          <p:cNvSpPr>
            <a:spLocks noGrp="1"/>
          </p:cNvSpPr>
          <p:nvPr>
            <p:ph type="title"/>
          </p:nvPr>
        </p:nvSpPr>
        <p:spPr>
          <a:xfrm>
            <a:off x="949325" y="249067"/>
            <a:ext cx="8643848" cy="48013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lang="zh-CN" altLang="en-US" sz="2800" b="1" baseline="0">
                <a:latin typeface="微软雅黑" panose="020B0503020204020204" pitchFamily="34" charset="-122"/>
                <a:ea typeface="微软雅黑" panose="020B0503020204020204" pitchFamily="34" charset="-122"/>
                <a:cs typeface="+mn-cs"/>
              </a:defRPr>
            </a:lvl1pPr>
          </a:lstStyle>
          <a:p>
            <a:pPr lvl="0" eaLnBrk="1" hangingPunct="1"/>
            <a:r>
              <a:rPr lang="zh-CN" altLang="en-US" dirty="0"/>
              <a:t>单击此处编辑母版标题样式</a:t>
            </a:r>
          </a:p>
        </p:txBody>
      </p:sp>
      <p:pic>
        <p:nvPicPr>
          <p:cNvPr id="98" name="图片 97"/>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0277475" y="241566"/>
            <a:ext cx="1819275" cy="509219"/>
          </a:xfrm>
          <a:prstGeom prst="rect">
            <a:avLst/>
          </a:prstGeom>
        </p:spPr>
      </p:pic>
    </p:spTree>
    <p:extLst>
      <p:ext uri="{BB962C8B-B14F-4D97-AF65-F5344CB8AC3E}">
        <p14:creationId xmlns:p14="http://schemas.microsoft.com/office/powerpoint/2010/main" val="2531179168"/>
      </p:ext>
    </p:extLst>
  </p:cSld>
  <p:clrMapOvr>
    <a:masterClrMapping/>
  </p:clrMapOvr>
  <p:transition spd="med">
    <p:fade/>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内页样式3-一段一图">
    <p:spTree>
      <p:nvGrpSpPr>
        <p:cNvPr id="1" name=""/>
        <p:cNvGrpSpPr/>
        <p:nvPr/>
      </p:nvGrpSpPr>
      <p:grpSpPr>
        <a:xfrm>
          <a:off x="0" y="0"/>
          <a:ext cx="0" cy="0"/>
          <a:chOff x="0" y="0"/>
          <a:chExt cx="0" cy="0"/>
        </a:xfrm>
      </p:grpSpPr>
      <p:sp>
        <p:nvSpPr>
          <p:cNvPr id="32" name="任意多边形: 形状 77">
            <a:extLst>
              <a:ext uri="{FF2B5EF4-FFF2-40B4-BE49-F238E27FC236}">
                <a16:creationId xmlns:a16="http://schemas.microsoft.com/office/drawing/2014/main" id="{234BC7E1-028A-4463-99ED-1994A3ADEC14}"/>
              </a:ext>
            </a:extLst>
          </p:cNvPr>
          <p:cNvSpPr/>
          <p:nvPr userDrawn="1"/>
        </p:nvSpPr>
        <p:spPr>
          <a:xfrm>
            <a:off x="10114068" y="210207"/>
            <a:ext cx="2789025" cy="573228"/>
          </a:xfrm>
          <a:custGeom>
            <a:avLst/>
            <a:gdLst>
              <a:gd name="connsiteX0" fmla="*/ 83399 w 1678507"/>
              <a:gd name="connsiteY0" fmla="*/ 0 h 573228"/>
              <a:gd name="connsiteX1" fmla="*/ 1678507 w 1678507"/>
              <a:gd name="connsiteY1" fmla="*/ 0 h 573228"/>
              <a:gd name="connsiteX2" fmla="*/ 1678507 w 1678507"/>
              <a:gd name="connsiteY2" fmla="*/ 573228 h 573228"/>
              <a:gd name="connsiteX3" fmla="*/ 0 w 1678507"/>
              <a:gd name="connsiteY3" fmla="*/ 573228 h 573228"/>
            </a:gdLst>
            <a:ahLst/>
            <a:cxnLst>
              <a:cxn ang="0">
                <a:pos x="connsiteX0" y="connsiteY0"/>
              </a:cxn>
              <a:cxn ang="0">
                <a:pos x="connsiteX1" y="connsiteY1"/>
              </a:cxn>
              <a:cxn ang="0">
                <a:pos x="connsiteX2" y="connsiteY2"/>
              </a:cxn>
              <a:cxn ang="0">
                <a:pos x="connsiteX3" y="connsiteY3"/>
              </a:cxn>
            </a:cxnLst>
            <a:rect l="l" t="t" r="r" b="b"/>
            <a:pathLst>
              <a:path w="1678507" h="573228">
                <a:moveTo>
                  <a:pt x="83399" y="0"/>
                </a:moveTo>
                <a:lnTo>
                  <a:pt x="1678507" y="0"/>
                </a:lnTo>
                <a:lnTo>
                  <a:pt x="1678507" y="573228"/>
                </a:lnTo>
                <a:lnTo>
                  <a:pt x="0" y="573228"/>
                </a:lnTo>
                <a:close/>
              </a:path>
            </a:pathLst>
          </a:custGeom>
          <a:solidFill>
            <a:schemeClr val="accent1"/>
          </a:solidFill>
          <a:ln>
            <a:noFill/>
          </a:ln>
        </p:spPr>
        <p:style>
          <a:lnRef idx="2">
            <a:schemeClr val="accent3">
              <a:shade val="50000"/>
            </a:schemeClr>
          </a:lnRef>
          <a:fillRef idx="1">
            <a:schemeClr val="accent3"/>
          </a:fillRef>
          <a:effectRef idx="0">
            <a:schemeClr val="accent3"/>
          </a:effectRef>
          <a:fontRef idx="minor">
            <a:schemeClr val="lt1"/>
          </a:fontRef>
        </p:style>
        <p:txBody>
          <a:bodyPr wrap="square" rtlCol="0" anchor="ctr">
            <a:noAutofit/>
          </a:bodyPr>
          <a:lstStyle/>
          <a:p>
            <a:pPr algn="ctr">
              <a:lnSpc>
                <a:spcPct val="120000"/>
              </a:lnSpc>
            </a:pPr>
            <a:endParaRPr lang="zh-CN" altLang="en-US" dirty="0">
              <a:cs typeface="+mn-ea"/>
              <a:sym typeface="+mn-lt"/>
            </a:endParaRPr>
          </a:p>
        </p:txBody>
      </p:sp>
      <p:sp>
        <p:nvSpPr>
          <p:cNvPr id="71" name="文本框 70"/>
          <p:cNvSpPr txBox="1">
            <a:spLocks noChangeArrowheads="1"/>
          </p:cNvSpPr>
          <p:nvPr userDrawn="1"/>
        </p:nvSpPr>
        <p:spPr bwMode="auto">
          <a:xfrm>
            <a:off x="11233150" y="6353175"/>
            <a:ext cx="55086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0">
            <a:spAutoFit/>
          </a:bodyPr>
          <a:lstStyle>
            <a:lvl1pPr>
              <a:defRPr>
                <a:solidFill>
                  <a:schemeClr val="tx1"/>
                </a:solidFill>
                <a:latin typeface="Century Gothic" panose="020B0502020202020204" pitchFamily="34" charset="0"/>
                <a:ea typeface="微软雅黑" panose="020B0503020204020204" pitchFamily="34" charset="-122"/>
              </a:defRPr>
            </a:lvl1pPr>
            <a:lvl2pPr marL="742950" indent="-285750">
              <a:defRPr>
                <a:solidFill>
                  <a:schemeClr val="tx1"/>
                </a:solidFill>
                <a:latin typeface="Century Gothic" panose="020B0502020202020204" pitchFamily="34" charset="0"/>
                <a:ea typeface="微软雅黑" panose="020B0503020204020204" pitchFamily="34" charset="-122"/>
              </a:defRPr>
            </a:lvl2pPr>
            <a:lvl3pPr marL="1143000" indent="-228600">
              <a:defRPr>
                <a:solidFill>
                  <a:schemeClr val="tx1"/>
                </a:solidFill>
                <a:latin typeface="Century Gothic" panose="020B0502020202020204" pitchFamily="34" charset="0"/>
                <a:ea typeface="微软雅黑" panose="020B0503020204020204" pitchFamily="34" charset="-122"/>
              </a:defRPr>
            </a:lvl3pPr>
            <a:lvl4pPr marL="1600200" indent="-228600">
              <a:defRPr>
                <a:solidFill>
                  <a:schemeClr val="tx1"/>
                </a:solidFill>
                <a:latin typeface="Century Gothic" panose="020B0502020202020204" pitchFamily="34" charset="0"/>
                <a:ea typeface="微软雅黑" panose="020B0503020204020204" pitchFamily="34" charset="-122"/>
              </a:defRPr>
            </a:lvl4pPr>
            <a:lvl5pPr marL="2057400" indent="-228600">
              <a:defRPr>
                <a:solidFill>
                  <a:schemeClr val="tx1"/>
                </a:solidFill>
                <a:latin typeface="Century Gothic" panose="020B050202020202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9pPr>
          </a:lstStyle>
          <a:p>
            <a:pPr algn="ctr" eaLnBrk="1" hangingPunct="1">
              <a:defRPr/>
            </a:pPr>
            <a:fld id="{4CE2CC6A-3CD6-4EB2-A6B9-76993E7CF1F2}" type="slidenum">
              <a:rPr lang="zh-CN" altLang="en-US" sz="1600" smtClean="0">
                <a:solidFill>
                  <a:schemeClr val="accent3"/>
                </a:solidFill>
                <a:latin typeface="微软雅黑" panose="020B0503020204020204" pitchFamily="34" charset="-122"/>
              </a:rPr>
              <a:pPr algn="ctr" eaLnBrk="1" hangingPunct="1">
                <a:defRPr/>
              </a:pPr>
              <a:t>‹#›</a:t>
            </a:fld>
            <a:endParaRPr lang="zh-CN" altLang="en-US" sz="1600" dirty="0">
              <a:solidFill>
                <a:schemeClr val="accent3"/>
              </a:solidFill>
              <a:latin typeface="微软雅黑" panose="020B0503020204020204" pitchFamily="34" charset="-122"/>
            </a:endParaRPr>
          </a:p>
        </p:txBody>
      </p:sp>
      <p:pic>
        <p:nvPicPr>
          <p:cNvPr id="98" name="图片 97"/>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0277475" y="241566"/>
            <a:ext cx="1819275" cy="509219"/>
          </a:xfrm>
          <a:prstGeom prst="rect">
            <a:avLst/>
          </a:prstGeom>
        </p:spPr>
      </p:pic>
    </p:spTree>
    <p:extLst>
      <p:ext uri="{BB962C8B-B14F-4D97-AF65-F5344CB8AC3E}">
        <p14:creationId xmlns:p14="http://schemas.microsoft.com/office/powerpoint/2010/main" val="3530475357"/>
      </p:ext>
    </p:extLst>
  </p:cSld>
  <p:clrMapOvr>
    <a:masterClrMapping/>
  </p:clrMapOvr>
  <p:transition spd="med">
    <p:fade/>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内页样式４-常规">
    <p:spTree>
      <p:nvGrpSpPr>
        <p:cNvPr id="1" name=""/>
        <p:cNvGrpSpPr/>
        <p:nvPr/>
      </p:nvGrpSpPr>
      <p:grpSpPr>
        <a:xfrm>
          <a:off x="0" y="0"/>
          <a:ext cx="0" cy="0"/>
          <a:chOff x="0" y="0"/>
          <a:chExt cx="0" cy="0"/>
        </a:xfrm>
      </p:grpSpPr>
      <p:cxnSp>
        <p:nvCxnSpPr>
          <p:cNvPr id="2" name="直接连接符 1"/>
          <p:cNvCxnSpPr/>
          <p:nvPr userDrawn="1"/>
        </p:nvCxnSpPr>
        <p:spPr>
          <a:xfrm>
            <a:off x="1366474" y="863157"/>
            <a:ext cx="10502238"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24" name="矩形 23">
            <a:extLst>
              <a:ext uri="{FF2B5EF4-FFF2-40B4-BE49-F238E27FC236}">
                <a16:creationId xmlns:a16="http://schemas.microsoft.com/office/drawing/2014/main" id="{6833366C-F485-4B9F-89F5-27A807162B12}"/>
              </a:ext>
            </a:extLst>
          </p:cNvPr>
          <p:cNvSpPr/>
          <p:nvPr userDrawn="1"/>
        </p:nvSpPr>
        <p:spPr>
          <a:xfrm>
            <a:off x="11155416" y="6188075"/>
            <a:ext cx="713296" cy="669925"/>
          </a:xfrm>
          <a:prstGeom prst="rect">
            <a:avLst/>
          </a:prstGeom>
          <a:solidFill>
            <a:schemeClr val="accent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3" name="矩形 2">
            <a:extLst>
              <a:ext uri="{FF2B5EF4-FFF2-40B4-BE49-F238E27FC236}">
                <a16:creationId xmlns:a16="http://schemas.microsoft.com/office/drawing/2014/main" id="{C10D966C-9DD4-4144-A316-29077EB905B4}"/>
              </a:ext>
            </a:extLst>
          </p:cNvPr>
          <p:cNvSpPr/>
          <p:nvPr userDrawn="1"/>
        </p:nvSpPr>
        <p:spPr>
          <a:xfrm>
            <a:off x="318632" y="0"/>
            <a:ext cx="1048735" cy="873125"/>
          </a:xfrm>
          <a:prstGeom prst="rect">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p>
        </p:txBody>
      </p:sp>
      <p:sp>
        <p:nvSpPr>
          <p:cNvPr id="12" name="标题 11"/>
          <p:cNvSpPr>
            <a:spLocks noGrp="1"/>
          </p:cNvSpPr>
          <p:nvPr>
            <p:ph type="title"/>
          </p:nvPr>
        </p:nvSpPr>
        <p:spPr>
          <a:xfrm>
            <a:off x="1606550" y="344317"/>
            <a:ext cx="8643848" cy="48013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lang="zh-CN" altLang="en-US" sz="2800" b="1" baseline="0">
                <a:latin typeface="微软雅黑" panose="020B0503020204020204" pitchFamily="34" charset="-122"/>
                <a:ea typeface="微软雅黑" panose="020B0503020204020204" pitchFamily="34" charset="-122"/>
                <a:cs typeface="+mn-cs"/>
              </a:defRPr>
            </a:lvl1pPr>
          </a:lstStyle>
          <a:p>
            <a:pPr lvl="0" eaLnBrk="1" hangingPunct="1"/>
            <a:r>
              <a:rPr lang="zh-CN" altLang="en-US" dirty="0"/>
              <a:t>单击此处编辑母版标题样式</a:t>
            </a:r>
          </a:p>
        </p:txBody>
      </p:sp>
      <p:sp>
        <p:nvSpPr>
          <p:cNvPr id="5" name="矩形 4">
            <a:extLst>
              <a:ext uri="{FF2B5EF4-FFF2-40B4-BE49-F238E27FC236}">
                <a16:creationId xmlns:a16="http://schemas.microsoft.com/office/drawing/2014/main" id="{6833366C-F485-4B9F-89F5-27A807162B12}"/>
              </a:ext>
            </a:extLst>
          </p:cNvPr>
          <p:cNvSpPr/>
          <p:nvPr userDrawn="1"/>
        </p:nvSpPr>
        <p:spPr>
          <a:xfrm>
            <a:off x="318631" y="6188075"/>
            <a:ext cx="10844339" cy="669925"/>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6" name="文本框 5"/>
          <p:cNvSpPr txBox="1">
            <a:spLocks noChangeArrowheads="1"/>
          </p:cNvSpPr>
          <p:nvPr userDrawn="1"/>
        </p:nvSpPr>
        <p:spPr bwMode="auto">
          <a:xfrm>
            <a:off x="11233150" y="6353175"/>
            <a:ext cx="55086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0">
            <a:spAutoFit/>
          </a:bodyPr>
          <a:lstStyle>
            <a:lvl1pPr>
              <a:defRPr>
                <a:solidFill>
                  <a:schemeClr val="tx1"/>
                </a:solidFill>
                <a:latin typeface="Century Gothic" panose="020B0502020202020204" pitchFamily="34" charset="0"/>
                <a:ea typeface="微软雅黑" panose="020B0503020204020204" pitchFamily="34" charset="-122"/>
              </a:defRPr>
            </a:lvl1pPr>
            <a:lvl2pPr marL="742950" indent="-285750">
              <a:defRPr>
                <a:solidFill>
                  <a:schemeClr val="tx1"/>
                </a:solidFill>
                <a:latin typeface="Century Gothic" panose="020B0502020202020204" pitchFamily="34" charset="0"/>
                <a:ea typeface="微软雅黑" panose="020B0503020204020204" pitchFamily="34" charset="-122"/>
              </a:defRPr>
            </a:lvl2pPr>
            <a:lvl3pPr marL="1143000" indent="-228600">
              <a:defRPr>
                <a:solidFill>
                  <a:schemeClr val="tx1"/>
                </a:solidFill>
                <a:latin typeface="Century Gothic" panose="020B0502020202020204" pitchFamily="34" charset="0"/>
                <a:ea typeface="微软雅黑" panose="020B0503020204020204" pitchFamily="34" charset="-122"/>
              </a:defRPr>
            </a:lvl3pPr>
            <a:lvl4pPr marL="1600200" indent="-228600">
              <a:defRPr>
                <a:solidFill>
                  <a:schemeClr val="tx1"/>
                </a:solidFill>
                <a:latin typeface="Century Gothic" panose="020B0502020202020204" pitchFamily="34" charset="0"/>
                <a:ea typeface="微软雅黑" panose="020B0503020204020204" pitchFamily="34" charset="-122"/>
              </a:defRPr>
            </a:lvl4pPr>
            <a:lvl5pPr marL="2057400" indent="-228600">
              <a:defRPr>
                <a:solidFill>
                  <a:schemeClr val="tx1"/>
                </a:solidFill>
                <a:latin typeface="Century Gothic" panose="020B050202020202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9pPr>
          </a:lstStyle>
          <a:p>
            <a:pPr algn="ctr" eaLnBrk="1" hangingPunct="1">
              <a:defRPr/>
            </a:pPr>
            <a:fld id="{4CE2CC6A-3CD6-4EB2-A6B9-76993E7CF1F2}" type="slidenum">
              <a:rPr lang="zh-CN" altLang="en-US" sz="1600" smtClean="0">
                <a:solidFill>
                  <a:srgbClr val="F2F2F2"/>
                </a:solidFill>
                <a:latin typeface="微软雅黑" panose="020B0503020204020204" pitchFamily="34" charset="-122"/>
              </a:rPr>
              <a:pPr algn="ctr" eaLnBrk="1" hangingPunct="1">
                <a:defRPr/>
              </a:pPr>
              <a:t>‹#›</a:t>
            </a:fld>
            <a:endParaRPr lang="zh-CN" altLang="en-US" sz="1600" dirty="0">
              <a:solidFill>
                <a:srgbClr val="F2F2F2"/>
              </a:solidFill>
              <a:latin typeface="微软雅黑" panose="020B0503020204020204" pitchFamily="34" charset="-122"/>
            </a:endParaRPr>
          </a:p>
        </p:txBody>
      </p:sp>
      <p:cxnSp>
        <p:nvCxnSpPr>
          <p:cNvPr id="58" name="直接连接符 57"/>
          <p:cNvCxnSpPr/>
          <p:nvPr userDrawn="1"/>
        </p:nvCxnSpPr>
        <p:spPr>
          <a:xfrm>
            <a:off x="11155416" y="6188075"/>
            <a:ext cx="0" cy="665583"/>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59" name="图片 13"/>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bwMode="auto">
          <a:xfrm>
            <a:off x="10101715" y="214313"/>
            <a:ext cx="1864408" cy="690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0" name="图片 14"/>
          <p:cNvPicPr>
            <a:picLocks noChangeAspect="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409575" y="6269038"/>
            <a:ext cx="1817688" cy="50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8895530"/>
      </p:ext>
    </p:extLst>
  </p:cSld>
  <p:clrMapOvr>
    <a:masterClrMapping/>
  </p:clrMapOvr>
  <p:transition spd="med">
    <p:fade/>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内页样式４-一段一图">
    <p:spTree>
      <p:nvGrpSpPr>
        <p:cNvPr id="1" name=""/>
        <p:cNvGrpSpPr/>
        <p:nvPr/>
      </p:nvGrpSpPr>
      <p:grpSpPr>
        <a:xfrm>
          <a:off x="0" y="0"/>
          <a:ext cx="0" cy="0"/>
          <a:chOff x="0" y="0"/>
          <a:chExt cx="0" cy="0"/>
        </a:xfrm>
      </p:grpSpPr>
      <p:cxnSp>
        <p:nvCxnSpPr>
          <p:cNvPr id="2" name="直接连接符 1"/>
          <p:cNvCxnSpPr/>
          <p:nvPr userDrawn="1"/>
        </p:nvCxnSpPr>
        <p:spPr>
          <a:xfrm>
            <a:off x="10185149" y="863157"/>
            <a:ext cx="1683563"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24" name="矩形 23">
            <a:extLst>
              <a:ext uri="{FF2B5EF4-FFF2-40B4-BE49-F238E27FC236}">
                <a16:creationId xmlns:a16="http://schemas.microsoft.com/office/drawing/2014/main" id="{6833366C-F485-4B9F-89F5-27A807162B12}"/>
              </a:ext>
            </a:extLst>
          </p:cNvPr>
          <p:cNvSpPr/>
          <p:nvPr userDrawn="1"/>
        </p:nvSpPr>
        <p:spPr>
          <a:xfrm>
            <a:off x="11155416" y="6188075"/>
            <a:ext cx="713296" cy="669925"/>
          </a:xfrm>
          <a:prstGeom prst="rect">
            <a:avLst/>
          </a:prstGeom>
          <a:solidFill>
            <a:schemeClr val="accent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6" name="文本框 5"/>
          <p:cNvSpPr txBox="1">
            <a:spLocks noChangeArrowheads="1"/>
          </p:cNvSpPr>
          <p:nvPr userDrawn="1"/>
        </p:nvSpPr>
        <p:spPr bwMode="auto">
          <a:xfrm>
            <a:off x="11233150" y="6353175"/>
            <a:ext cx="55086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0">
            <a:spAutoFit/>
          </a:bodyPr>
          <a:lstStyle>
            <a:lvl1pPr>
              <a:defRPr>
                <a:solidFill>
                  <a:schemeClr val="tx1"/>
                </a:solidFill>
                <a:latin typeface="Century Gothic" panose="020B0502020202020204" pitchFamily="34" charset="0"/>
                <a:ea typeface="微软雅黑" panose="020B0503020204020204" pitchFamily="34" charset="-122"/>
              </a:defRPr>
            </a:lvl1pPr>
            <a:lvl2pPr marL="742950" indent="-285750">
              <a:defRPr>
                <a:solidFill>
                  <a:schemeClr val="tx1"/>
                </a:solidFill>
                <a:latin typeface="Century Gothic" panose="020B0502020202020204" pitchFamily="34" charset="0"/>
                <a:ea typeface="微软雅黑" panose="020B0503020204020204" pitchFamily="34" charset="-122"/>
              </a:defRPr>
            </a:lvl2pPr>
            <a:lvl3pPr marL="1143000" indent="-228600">
              <a:defRPr>
                <a:solidFill>
                  <a:schemeClr val="tx1"/>
                </a:solidFill>
                <a:latin typeface="Century Gothic" panose="020B0502020202020204" pitchFamily="34" charset="0"/>
                <a:ea typeface="微软雅黑" panose="020B0503020204020204" pitchFamily="34" charset="-122"/>
              </a:defRPr>
            </a:lvl3pPr>
            <a:lvl4pPr marL="1600200" indent="-228600">
              <a:defRPr>
                <a:solidFill>
                  <a:schemeClr val="tx1"/>
                </a:solidFill>
                <a:latin typeface="Century Gothic" panose="020B0502020202020204" pitchFamily="34" charset="0"/>
                <a:ea typeface="微软雅黑" panose="020B0503020204020204" pitchFamily="34" charset="-122"/>
              </a:defRPr>
            </a:lvl4pPr>
            <a:lvl5pPr marL="2057400" indent="-228600">
              <a:defRPr>
                <a:solidFill>
                  <a:schemeClr val="tx1"/>
                </a:solidFill>
                <a:latin typeface="Century Gothic" panose="020B050202020202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9pPr>
          </a:lstStyle>
          <a:p>
            <a:pPr algn="ctr" eaLnBrk="1" hangingPunct="1">
              <a:defRPr/>
            </a:pPr>
            <a:fld id="{4CE2CC6A-3CD6-4EB2-A6B9-76993E7CF1F2}" type="slidenum">
              <a:rPr lang="zh-CN" altLang="en-US" sz="1600" smtClean="0">
                <a:solidFill>
                  <a:srgbClr val="F2F2F2"/>
                </a:solidFill>
                <a:latin typeface="微软雅黑" panose="020B0503020204020204" pitchFamily="34" charset="-122"/>
              </a:rPr>
              <a:pPr algn="ctr" eaLnBrk="1" hangingPunct="1">
                <a:defRPr/>
              </a:pPr>
              <a:t>‹#›</a:t>
            </a:fld>
            <a:endParaRPr lang="zh-CN" altLang="en-US" sz="1600" dirty="0">
              <a:solidFill>
                <a:srgbClr val="F2F2F2"/>
              </a:solidFill>
              <a:latin typeface="微软雅黑" panose="020B0503020204020204" pitchFamily="34" charset="-122"/>
            </a:endParaRPr>
          </a:p>
        </p:txBody>
      </p:sp>
      <p:cxnSp>
        <p:nvCxnSpPr>
          <p:cNvPr id="58" name="直接连接符 57"/>
          <p:cNvCxnSpPr/>
          <p:nvPr userDrawn="1"/>
        </p:nvCxnSpPr>
        <p:spPr>
          <a:xfrm>
            <a:off x="11155416" y="6188075"/>
            <a:ext cx="0" cy="665583"/>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59" name="图片 13"/>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bwMode="auto">
          <a:xfrm>
            <a:off x="10101715" y="214313"/>
            <a:ext cx="1864408" cy="690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07493528"/>
      </p:ext>
    </p:extLst>
  </p:cSld>
  <p:clrMapOvr>
    <a:masterClrMapping/>
  </p:clrMapOvr>
  <p:transition spd="med">
    <p:fade/>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内页样式5-常规">
    <p:spTree>
      <p:nvGrpSpPr>
        <p:cNvPr id="1" name=""/>
        <p:cNvGrpSpPr/>
        <p:nvPr/>
      </p:nvGrpSpPr>
      <p:grpSpPr>
        <a:xfrm>
          <a:off x="0" y="0"/>
          <a:ext cx="0" cy="0"/>
          <a:chOff x="0" y="0"/>
          <a:chExt cx="0" cy="0"/>
        </a:xfrm>
      </p:grpSpPr>
      <p:sp>
        <p:nvSpPr>
          <p:cNvPr id="12" name="标题 11"/>
          <p:cNvSpPr>
            <a:spLocks noGrp="1"/>
          </p:cNvSpPr>
          <p:nvPr>
            <p:ph type="title"/>
          </p:nvPr>
        </p:nvSpPr>
        <p:spPr>
          <a:xfrm>
            <a:off x="749863" y="249067"/>
            <a:ext cx="8643848" cy="48013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lang="zh-CN" altLang="en-US" sz="2800" b="1" baseline="0">
                <a:latin typeface="微软雅黑" panose="020B0503020204020204" pitchFamily="34" charset="-122"/>
                <a:ea typeface="微软雅黑" panose="020B0503020204020204" pitchFamily="34" charset="-122"/>
                <a:cs typeface="+mn-cs"/>
              </a:defRPr>
            </a:lvl1pPr>
          </a:lstStyle>
          <a:p>
            <a:pPr lvl="0" eaLnBrk="1" hangingPunct="1"/>
            <a:r>
              <a:rPr lang="zh-CN" altLang="en-US" dirty="0"/>
              <a:t>单击此处编辑母版标题样式</a:t>
            </a:r>
          </a:p>
        </p:txBody>
      </p:sp>
      <p:sp>
        <p:nvSpPr>
          <p:cNvPr id="6" name="文本框 5"/>
          <p:cNvSpPr txBox="1">
            <a:spLocks noChangeArrowheads="1"/>
          </p:cNvSpPr>
          <p:nvPr userDrawn="1"/>
        </p:nvSpPr>
        <p:spPr bwMode="auto">
          <a:xfrm>
            <a:off x="11233150" y="6353175"/>
            <a:ext cx="55086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0">
            <a:spAutoFit/>
          </a:bodyPr>
          <a:lstStyle>
            <a:lvl1pPr>
              <a:defRPr>
                <a:solidFill>
                  <a:schemeClr val="tx1"/>
                </a:solidFill>
                <a:latin typeface="Century Gothic" panose="020B0502020202020204" pitchFamily="34" charset="0"/>
                <a:ea typeface="微软雅黑" panose="020B0503020204020204" pitchFamily="34" charset="-122"/>
              </a:defRPr>
            </a:lvl1pPr>
            <a:lvl2pPr marL="742950" indent="-285750">
              <a:defRPr>
                <a:solidFill>
                  <a:schemeClr val="tx1"/>
                </a:solidFill>
                <a:latin typeface="Century Gothic" panose="020B0502020202020204" pitchFamily="34" charset="0"/>
                <a:ea typeface="微软雅黑" panose="020B0503020204020204" pitchFamily="34" charset="-122"/>
              </a:defRPr>
            </a:lvl2pPr>
            <a:lvl3pPr marL="1143000" indent="-228600">
              <a:defRPr>
                <a:solidFill>
                  <a:schemeClr val="tx1"/>
                </a:solidFill>
                <a:latin typeface="Century Gothic" panose="020B0502020202020204" pitchFamily="34" charset="0"/>
                <a:ea typeface="微软雅黑" panose="020B0503020204020204" pitchFamily="34" charset="-122"/>
              </a:defRPr>
            </a:lvl3pPr>
            <a:lvl4pPr marL="1600200" indent="-228600">
              <a:defRPr>
                <a:solidFill>
                  <a:schemeClr val="tx1"/>
                </a:solidFill>
                <a:latin typeface="Century Gothic" panose="020B0502020202020204" pitchFamily="34" charset="0"/>
                <a:ea typeface="微软雅黑" panose="020B0503020204020204" pitchFamily="34" charset="-122"/>
              </a:defRPr>
            </a:lvl4pPr>
            <a:lvl5pPr marL="2057400" indent="-228600">
              <a:defRPr>
                <a:solidFill>
                  <a:schemeClr val="tx1"/>
                </a:solidFill>
                <a:latin typeface="Century Gothic" panose="020B050202020202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9pPr>
          </a:lstStyle>
          <a:p>
            <a:pPr algn="ctr" eaLnBrk="1" hangingPunct="1">
              <a:defRPr/>
            </a:pPr>
            <a:fld id="{4CE2CC6A-3CD6-4EB2-A6B9-76993E7CF1F2}" type="slidenum">
              <a:rPr lang="zh-CN" altLang="en-US" sz="1600" smtClean="0">
                <a:solidFill>
                  <a:schemeClr val="accent3"/>
                </a:solidFill>
                <a:latin typeface="微软雅黑" panose="020B0503020204020204" pitchFamily="34" charset="-122"/>
              </a:rPr>
              <a:pPr algn="ctr" eaLnBrk="1" hangingPunct="1">
                <a:defRPr/>
              </a:pPr>
              <a:t>‹#›</a:t>
            </a:fld>
            <a:endParaRPr lang="zh-CN" altLang="en-US" sz="1600" dirty="0">
              <a:solidFill>
                <a:schemeClr val="accent3"/>
              </a:solidFill>
              <a:latin typeface="微软雅黑" panose="020B0503020204020204" pitchFamily="34" charset="-122"/>
            </a:endParaRPr>
          </a:p>
        </p:txBody>
      </p:sp>
      <p:grpSp>
        <p:nvGrpSpPr>
          <p:cNvPr id="56" name="组合 55"/>
          <p:cNvGrpSpPr/>
          <p:nvPr userDrawn="1"/>
        </p:nvGrpSpPr>
        <p:grpSpPr>
          <a:xfrm>
            <a:off x="522741" y="6399999"/>
            <a:ext cx="2542613" cy="276499"/>
            <a:chOff x="598941" y="6399999"/>
            <a:chExt cx="2542613" cy="276499"/>
          </a:xfrm>
          <a:solidFill>
            <a:schemeClr val="accent3"/>
          </a:solidFill>
        </p:grpSpPr>
        <p:grpSp>
          <p:nvGrpSpPr>
            <p:cNvPr id="33" name="组合 32">
              <a:extLst>
                <a:ext uri="{FF2B5EF4-FFF2-40B4-BE49-F238E27FC236}">
                  <a16:creationId xmlns:a16="http://schemas.microsoft.com/office/drawing/2014/main" id="{2B6AF4F4-F405-428E-ACB6-6C287CCD9962}"/>
                </a:ext>
              </a:extLst>
            </p:cNvPr>
            <p:cNvGrpSpPr/>
            <p:nvPr/>
          </p:nvGrpSpPr>
          <p:grpSpPr>
            <a:xfrm>
              <a:off x="2055693" y="6402621"/>
              <a:ext cx="1085861" cy="270805"/>
              <a:chOff x="10340336" y="2247899"/>
              <a:chExt cx="2724438" cy="679451"/>
            </a:xfrm>
            <a:grpFill/>
          </p:grpSpPr>
          <p:sp>
            <p:nvSpPr>
              <p:cNvPr id="47" name="Freeform 5">
                <a:extLst>
                  <a:ext uri="{FF2B5EF4-FFF2-40B4-BE49-F238E27FC236}">
                    <a16:creationId xmlns:a16="http://schemas.microsoft.com/office/drawing/2014/main" id="{7EF8326A-A460-4F1F-A35E-22F6C0E02782}"/>
                  </a:ext>
                </a:extLst>
              </p:cNvPr>
              <p:cNvSpPr>
                <a:spLocks/>
              </p:cNvSpPr>
              <p:nvPr/>
            </p:nvSpPr>
            <p:spPr bwMode="auto">
              <a:xfrm>
                <a:off x="11868131" y="2285206"/>
                <a:ext cx="534988" cy="603250"/>
              </a:xfrm>
              <a:custGeom>
                <a:avLst/>
                <a:gdLst>
                  <a:gd name="T0" fmla="*/ 41 w 125"/>
                  <a:gd name="T1" fmla="*/ 16 h 142"/>
                  <a:gd name="T2" fmla="*/ 49 w 125"/>
                  <a:gd name="T3" fmla="*/ 3 h 142"/>
                  <a:gd name="T4" fmla="*/ 62 w 125"/>
                  <a:gd name="T5" fmla="*/ 20 h 142"/>
                  <a:gd name="T6" fmla="*/ 64 w 125"/>
                  <a:gd name="T7" fmla="*/ 33 h 142"/>
                  <a:gd name="T8" fmla="*/ 50 w 125"/>
                  <a:gd name="T9" fmla="*/ 34 h 142"/>
                  <a:gd name="T10" fmla="*/ 58 w 125"/>
                  <a:gd name="T11" fmla="*/ 58 h 142"/>
                  <a:gd name="T12" fmla="*/ 75 w 125"/>
                  <a:gd name="T13" fmla="*/ 59 h 142"/>
                  <a:gd name="T14" fmla="*/ 71 w 125"/>
                  <a:gd name="T15" fmla="*/ 50 h 142"/>
                  <a:gd name="T16" fmla="*/ 81 w 125"/>
                  <a:gd name="T17" fmla="*/ 47 h 142"/>
                  <a:gd name="T18" fmla="*/ 65 w 125"/>
                  <a:gd name="T19" fmla="*/ 42 h 142"/>
                  <a:gd name="T20" fmla="*/ 63 w 125"/>
                  <a:gd name="T21" fmla="*/ 37 h 142"/>
                  <a:gd name="T22" fmla="*/ 85 w 125"/>
                  <a:gd name="T23" fmla="*/ 27 h 142"/>
                  <a:gd name="T24" fmla="*/ 93 w 125"/>
                  <a:gd name="T25" fmla="*/ 2 h 142"/>
                  <a:gd name="T26" fmla="*/ 99 w 125"/>
                  <a:gd name="T27" fmla="*/ 5 h 142"/>
                  <a:gd name="T28" fmla="*/ 111 w 125"/>
                  <a:gd name="T29" fmla="*/ 30 h 142"/>
                  <a:gd name="T30" fmla="*/ 102 w 125"/>
                  <a:gd name="T31" fmla="*/ 34 h 142"/>
                  <a:gd name="T32" fmla="*/ 95 w 125"/>
                  <a:gd name="T33" fmla="*/ 59 h 142"/>
                  <a:gd name="T34" fmla="*/ 123 w 125"/>
                  <a:gd name="T35" fmla="*/ 61 h 142"/>
                  <a:gd name="T36" fmla="*/ 110 w 125"/>
                  <a:gd name="T37" fmla="*/ 71 h 142"/>
                  <a:gd name="T38" fmla="*/ 104 w 125"/>
                  <a:gd name="T39" fmla="*/ 82 h 142"/>
                  <a:gd name="T40" fmla="*/ 112 w 125"/>
                  <a:gd name="T41" fmla="*/ 134 h 142"/>
                  <a:gd name="T42" fmla="*/ 102 w 125"/>
                  <a:gd name="T43" fmla="*/ 140 h 142"/>
                  <a:gd name="T44" fmla="*/ 89 w 125"/>
                  <a:gd name="T45" fmla="*/ 123 h 142"/>
                  <a:gd name="T46" fmla="*/ 101 w 125"/>
                  <a:gd name="T47" fmla="*/ 128 h 142"/>
                  <a:gd name="T48" fmla="*/ 101 w 125"/>
                  <a:gd name="T49" fmla="*/ 92 h 142"/>
                  <a:gd name="T50" fmla="*/ 97 w 125"/>
                  <a:gd name="T51" fmla="*/ 99 h 142"/>
                  <a:gd name="T52" fmla="*/ 90 w 125"/>
                  <a:gd name="T53" fmla="*/ 103 h 142"/>
                  <a:gd name="T54" fmla="*/ 86 w 125"/>
                  <a:gd name="T55" fmla="*/ 110 h 142"/>
                  <a:gd name="T56" fmla="*/ 81 w 125"/>
                  <a:gd name="T57" fmla="*/ 120 h 142"/>
                  <a:gd name="T58" fmla="*/ 88 w 125"/>
                  <a:gd name="T59" fmla="*/ 71 h 142"/>
                  <a:gd name="T60" fmla="*/ 60 w 125"/>
                  <a:gd name="T61" fmla="*/ 87 h 142"/>
                  <a:gd name="T62" fmla="*/ 53 w 125"/>
                  <a:gd name="T63" fmla="*/ 89 h 142"/>
                  <a:gd name="T64" fmla="*/ 51 w 125"/>
                  <a:gd name="T65" fmla="*/ 128 h 142"/>
                  <a:gd name="T66" fmla="*/ 43 w 125"/>
                  <a:gd name="T67" fmla="*/ 134 h 142"/>
                  <a:gd name="T68" fmla="*/ 39 w 125"/>
                  <a:gd name="T69" fmla="*/ 107 h 142"/>
                  <a:gd name="T70" fmla="*/ 33 w 125"/>
                  <a:gd name="T71" fmla="*/ 114 h 142"/>
                  <a:gd name="T72" fmla="*/ 17 w 125"/>
                  <a:gd name="T73" fmla="*/ 108 h 142"/>
                  <a:gd name="T74" fmla="*/ 5 w 125"/>
                  <a:gd name="T75" fmla="*/ 81 h 142"/>
                  <a:gd name="T76" fmla="*/ 34 w 125"/>
                  <a:gd name="T77" fmla="*/ 56 h 142"/>
                  <a:gd name="T78" fmla="*/ 38 w 125"/>
                  <a:gd name="T79" fmla="*/ 33 h 142"/>
                  <a:gd name="T80" fmla="*/ 22 w 125"/>
                  <a:gd name="T81" fmla="*/ 55 h 142"/>
                  <a:gd name="T82" fmla="*/ 14 w 125"/>
                  <a:gd name="T83" fmla="*/ 55 h 142"/>
                  <a:gd name="T84" fmla="*/ 11 w 125"/>
                  <a:gd name="T85" fmla="*/ 36 h 142"/>
                  <a:gd name="T86" fmla="*/ 32 w 125"/>
                  <a:gd name="T87" fmla="*/ 22 h 142"/>
                  <a:gd name="T88" fmla="*/ 28 w 125"/>
                  <a:gd name="T89" fmla="*/ 33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5" h="142">
                    <a:moveTo>
                      <a:pt x="28" y="33"/>
                    </a:moveTo>
                    <a:cubicBezTo>
                      <a:pt x="35" y="29"/>
                      <a:pt x="41" y="25"/>
                      <a:pt x="41" y="16"/>
                    </a:cubicBezTo>
                    <a:cubicBezTo>
                      <a:pt x="41" y="13"/>
                      <a:pt x="43" y="9"/>
                      <a:pt x="44" y="6"/>
                    </a:cubicBezTo>
                    <a:cubicBezTo>
                      <a:pt x="45" y="5"/>
                      <a:pt x="48" y="3"/>
                      <a:pt x="49" y="3"/>
                    </a:cubicBezTo>
                    <a:cubicBezTo>
                      <a:pt x="54" y="4"/>
                      <a:pt x="59" y="9"/>
                      <a:pt x="59" y="15"/>
                    </a:cubicBezTo>
                    <a:cubicBezTo>
                      <a:pt x="59" y="18"/>
                      <a:pt x="60" y="19"/>
                      <a:pt x="62" y="20"/>
                    </a:cubicBezTo>
                    <a:cubicBezTo>
                      <a:pt x="65" y="22"/>
                      <a:pt x="68" y="25"/>
                      <a:pt x="69" y="28"/>
                    </a:cubicBezTo>
                    <a:cubicBezTo>
                      <a:pt x="71" y="32"/>
                      <a:pt x="68" y="34"/>
                      <a:pt x="64" y="33"/>
                    </a:cubicBezTo>
                    <a:cubicBezTo>
                      <a:pt x="62" y="32"/>
                      <a:pt x="60" y="31"/>
                      <a:pt x="57" y="30"/>
                    </a:cubicBezTo>
                    <a:cubicBezTo>
                      <a:pt x="53" y="28"/>
                      <a:pt x="51" y="29"/>
                      <a:pt x="50" y="34"/>
                    </a:cubicBezTo>
                    <a:cubicBezTo>
                      <a:pt x="48" y="45"/>
                      <a:pt x="46" y="56"/>
                      <a:pt x="52" y="66"/>
                    </a:cubicBezTo>
                    <a:cubicBezTo>
                      <a:pt x="54" y="64"/>
                      <a:pt x="56" y="62"/>
                      <a:pt x="58" y="58"/>
                    </a:cubicBezTo>
                    <a:cubicBezTo>
                      <a:pt x="61" y="62"/>
                      <a:pt x="63" y="65"/>
                      <a:pt x="65" y="69"/>
                    </a:cubicBezTo>
                    <a:cubicBezTo>
                      <a:pt x="68" y="66"/>
                      <a:pt x="72" y="62"/>
                      <a:pt x="75" y="59"/>
                    </a:cubicBezTo>
                    <a:cubicBezTo>
                      <a:pt x="76" y="58"/>
                      <a:pt x="75" y="56"/>
                      <a:pt x="75" y="55"/>
                    </a:cubicBezTo>
                    <a:cubicBezTo>
                      <a:pt x="74" y="53"/>
                      <a:pt x="71" y="51"/>
                      <a:pt x="71" y="50"/>
                    </a:cubicBezTo>
                    <a:cubicBezTo>
                      <a:pt x="72" y="47"/>
                      <a:pt x="75" y="46"/>
                      <a:pt x="78" y="47"/>
                    </a:cubicBezTo>
                    <a:cubicBezTo>
                      <a:pt x="79" y="47"/>
                      <a:pt x="80" y="47"/>
                      <a:pt x="81" y="47"/>
                    </a:cubicBezTo>
                    <a:cubicBezTo>
                      <a:pt x="81" y="44"/>
                      <a:pt x="82" y="40"/>
                      <a:pt x="83" y="35"/>
                    </a:cubicBezTo>
                    <a:cubicBezTo>
                      <a:pt x="76" y="38"/>
                      <a:pt x="71" y="40"/>
                      <a:pt x="65" y="42"/>
                    </a:cubicBezTo>
                    <a:cubicBezTo>
                      <a:pt x="61" y="44"/>
                      <a:pt x="60" y="44"/>
                      <a:pt x="57" y="40"/>
                    </a:cubicBezTo>
                    <a:cubicBezTo>
                      <a:pt x="59" y="39"/>
                      <a:pt x="61" y="38"/>
                      <a:pt x="63" y="37"/>
                    </a:cubicBezTo>
                    <a:cubicBezTo>
                      <a:pt x="69" y="35"/>
                      <a:pt x="75" y="33"/>
                      <a:pt x="81" y="30"/>
                    </a:cubicBezTo>
                    <a:cubicBezTo>
                      <a:pt x="83" y="30"/>
                      <a:pt x="84" y="28"/>
                      <a:pt x="85" y="27"/>
                    </a:cubicBezTo>
                    <a:cubicBezTo>
                      <a:pt x="87" y="21"/>
                      <a:pt x="88" y="14"/>
                      <a:pt x="90" y="8"/>
                    </a:cubicBezTo>
                    <a:cubicBezTo>
                      <a:pt x="90" y="6"/>
                      <a:pt x="92" y="3"/>
                      <a:pt x="93" y="2"/>
                    </a:cubicBezTo>
                    <a:cubicBezTo>
                      <a:pt x="94" y="0"/>
                      <a:pt x="96" y="0"/>
                      <a:pt x="98" y="0"/>
                    </a:cubicBezTo>
                    <a:cubicBezTo>
                      <a:pt x="98" y="1"/>
                      <a:pt x="99" y="4"/>
                      <a:pt x="99" y="5"/>
                    </a:cubicBezTo>
                    <a:cubicBezTo>
                      <a:pt x="93" y="12"/>
                      <a:pt x="94" y="20"/>
                      <a:pt x="92" y="28"/>
                    </a:cubicBezTo>
                    <a:cubicBezTo>
                      <a:pt x="98" y="31"/>
                      <a:pt x="105" y="25"/>
                      <a:pt x="111" y="30"/>
                    </a:cubicBezTo>
                    <a:cubicBezTo>
                      <a:pt x="109" y="33"/>
                      <a:pt x="107" y="36"/>
                      <a:pt x="103" y="35"/>
                    </a:cubicBezTo>
                    <a:cubicBezTo>
                      <a:pt x="103" y="34"/>
                      <a:pt x="102" y="34"/>
                      <a:pt x="102" y="34"/>
                    </a:cubicBezTo>
                    <a:cubicBezTo>
                      <a:pt x="92" y="34"/>
                      <a:pt x="88" y="39"/>
                      <a:pt x="90" y="49"/>
                    </a:cubicBezTo>
                    <a:cubicBezTo>
                      <a:pt x="91" y="52"/>
                      <a:pt x="93" y="55"/>
                      <a:pt x="95" y="59"/>
                    </a:cubicBezTo>
                    <a:cubicBezTo>
                      <a:pt x="99" y="59"/>
                      <a:pt x="104" y="58"/>
                      <a:pt x="109" y="57"/>
                    </a:cubicBezTo>
                    <a:cubicBezTo>
                      <a:pt x="114" y="56"/>
                      <a:pt x="119" y="58"/>
                      <a:pt x="123" y="61"/>
                    </a:cubicBezTo>
                    <a:cubicBezTo>
                      <a:pt x="125" y="63"/>
                      <a:pt x="125" y="66"/>
                      <a:pt x="122" y="67"/>
                    </a:cubicBezTo>
                    <a:cubicBezTo>
                      <a:pt x="118" y="69"/>
                      <a:pt x="114" y="71"/>
                      <a:pt x="110" y="71"/>
                    </a:cubicBezTo>
                    <a:cubicBezTo>
                      <a:pt x="103" y="70"/>
                      <a:pt x="99" y="75"/>
                      <a:pt x="95" y="79"/>
                    </a:cubicBezTo>
                    <a:cubicBezTo>
                      <a:pt x="98" y="80"/>
                      <a:pt x="102" y="80"/>
                      <a:pt x="104" y="82"/>
                    </a:cubicBezTo>
                    <a:cubicBezTo>
                      <a:pt x="106" y="83"/>
                      <a:pt x="108" y="86"/>
                      <a:pt x="109" y="88"/>
                    </a:cubicBezTo>
                    <a:cubicBezTo>
                      <a:pt x="110" y="104"/>
                      <a:pt x="111" y="119"/>
                      <a:pt x="112" y="134"/>
                    </a:cubicBezTo>
                    <a:cubicBezTo>
                      <a:pt x="112" y="137"/>
                      <a:pt x="110" y="140"/>
                      <a:pt x="110" y="142"/>
                    </a:cubicBezTo>
                    <a:cubicBezTo>
                      <a:pt x="107" y="141"/>
                      <a:pt x="104" y="141"/>
                      <a:pt x="102" y="140"/>
                    </a:cubicBezTo>
                    <a:cubicBezTo>
                      <a:pt x="97" y="136"/>
                      <a:pt x="93" y="131"/>
                      <a:pt x="90" y="127"/>
                    </a:cubicBezTo>
                    <a:cubicBezTo>
                      <a:pt x="89" y="126"/>
                      <a:pt x="89" y="124"/>
                      <a:pt x="89" y="123"/>
                    </a:cubicBezTo>
                    <a:cubicBezTo>
                      <a:pt x="92" y="125"/>
                      <a:pt x="96" y="127"/>
                      <a:pt x="100" y="130"/>
                    </a:cubicBezTo>
                    <a:cubicBezTo>
                      <a:pt x="100" y="129"/>
                      <a:pt x="101" y="129"/>
                      <a:pt x="101" y="128"/>
                    </a:cubicBezTo>
                    <a:cubicBezTo>
                      <a:pt x="101" y="121"/>
                      <a:pt x="101" y="113"/>
                      <a:pt x="101" y="105"/>
                    </a:cubicBezTo>
                    <a:cubicBezTo>
                      <a:pt x="101" y="101"/>
                      <a:pt x="101" y="96"/>
                      <a:pt x="101" y="92"/>
                    </a:cubicBezTo>
                    <a:cubicBezTo>
                      <a:pt x="99" y="85"/>
                      <a:pt x="96" y="84"/>
                      <a:pt x="90" y="90"/>
                    </a:cubicBezTo>
                    <a:cubicBezTo>
                      <a:pt x="92" y="93"/>
                      <a:pt x="97" y="93"/>
                      <a:pt x="97" y="99"/>
                    </a:cubicBezTo>
                    <a:cubicBezTo>
                      <a:pt x="94" y="98"/>
                      <a:pt x="91" y="97"/>
                      <a:pt x="88" y="96"/>
                    </a:cubicBezTo>
                    <a:cubicBezTo>
                      <a:pt x="84" y="100"/>
                      <a:pt x="84" y="101"/>
                      <a:pt x="90" y="103"/>
                    </a:cubicBezTo>
                    <a:cubicBezTo>
                      <a:pt x="95" y="106"/>
                      <a:pt x="98" y="111"/>
                      <a:pt x="96" y="112"/>
                    </a:cubicBezTo>
                    <a:cubicBezTo>
                      <a:pt x="92" y="115"/>
                      <a:pt x="89" y="112"/>
                      <a:pt x="86" y="110"/>
                    </a:cubicBezTo>
                    <a:cubicBezTo>
                      <a:pt x="85" y="110"/>
                      <a:pt x="84" y="109"/>
                      <a:pt x="83" y="108"/>
                    </a:cubicBezTo>
                    <a:cubicBezTo>
                      <a:pt x="82" y="112"/>
                      <a:pt x="82" y="116"/>
                      <a:pt x="81" y="120"/>
                    </a:cubicBezTo>
                    <a:cubicBezTo>
                      <a:pt x="74" y="118"/>
                      <a:pt x="72" y="114"/>
                      <a:pt x="73" y="108"/>
                    </a:cubicBezTo>
                    <a:cubicBezTo>
                      <a:pt x="76" y="95"/>
                      <a:pt x="81" y="83"/>
                      <a:pt x="88" y="71"/>
                    </a:cubicBezTo>
                    <a:cubicBezTo>
                      <a:pt x="84" y="74"/>
                      <a:pt x="80" y="76"/>
                      <a:pt x="76" y="78"/>
                    </a:cubicBezTo>
                    <a:cubicBezTo>
                      <a:pt x="71" y="81"/>
                      <a:pt x="65" y="84"/>
                      <a:pt x="60" y="87"/>
                    </a:cubicBezTo>
                    <a:cubicBezTo>
                      <a:pt x="60" y="87"/>
                      <a:pt x="60" y="87"/>
                      <a:pt x="59" y="87"/>
                    </a:cubicBezTo>
                    <a:cubicBezTo>
                      <a:pt x="57" y="88"/>
                      <a:pt x="54" y="88"/>
                      <a:pt x="53" y="89"/>
                    </a:cubicBezTo>
                    <a:cubicBezTo>
                      <a:pt x="51" y="93"/>
                      <a:pt x="49" y="97"/>
                      <a:pt x="49" y="101"/>
                    </a:cubicBezTo>
                    <a:cubicBezTo>
                      <a:pt x="49" y="110"/>
                      <a:pt x="50" y="119"/>
                      <a:pt x="51" y="128"/>
                    </a:cubicBezTo>
                    <a:cubicBezTo>
                      <a:pt x="51" y="131"/>
                      <a:pt x="51" y="134"/>
                      <a:pt x="51" y="137"/>
                    </a:cubicBezTo>
                    <a:cubicBezTo>
                      <a:pt x="48" y="136"/>
                      <a:pt x="45" y="136"/>
                      <a:pt x="43" y="134"/>
                    </a:cubicBezTo>
                    <a:cubicBezTo>
                      <a:pt x="40" y="132"/>
                      <a:pt x="37" y="130"/>
                      <a:pt x="38" y="125"/>
                    </a:cubicBezTo>
                    <a:cubicBezTo>
                      <a:pt x="40" y="119"/>
                      <a:pt x="39" y="113"/>
                      <a:pt x="39" y="107"/>
                    </a:cubicBezTo>
                    <a:cubicBezTo>
                      <a:pt x="38" y="107"/>
                      <a:pt x="38" y="107"/>
                      <a:pt x="37" y="106"/>
                    </a:cubicBezTo>
                    <a:cubicBezTo>
                      <a:pt x="36" y="109"/>
                      <a:pt x="34" y="111"/>
                      <a:pt x="33" y="114"/>
                    </a:cubicBezTo>
                    <a:cubicBezTo>
                      <a:pt x="30" y="120"/>
                      <a:pt x="25" y="122"/>
                      <a:pt x="21" y="120"/>
                    </a:cubicBezTo>
                    <a:cubicBezTo>
                      <a:pt x="16" y="118"/>
                      <a:pt x="15" y="113"/>
                      <a:pt x="17" y="108"/>
                    </a:cubicBezTo>
                    <a:cubicBezTo>
                      <a:pt x="20" y="99"/>
                      <a:pt x="23" y="91"/>
                      <a:pt x="26" y="81"/>
                    </a:cubicBezTo>
                    <a:cubicBezTo>
                      <a:pt x="19" y="90"/>
                      <a:pt x="12" y="85"/>
                      <a:pt x="5" y="81"/>
                    </a:cubicBezTo>
                    <a:cubicBezTo>
                      <a:pt x="0" y="79"/>
                      <a:pt x="0" y="76"/>
                      <a:pt x="5" y="73"/>
                    </a:cubicBezTo>
                    <a:cubicBezTo>
                      <a:pt x="15" y="68"/>
                      <a:pt x="25" y="62"/>
                      <a:pt x="34" y="56"/>
                    </a:cubicBezTo>
                    <a:cubicBezTo>
                      <a:pt x="35" y="55"/>
                      <a:pt x="37" y="54"/>
                      <a:pt x="37" y="52"/>
                    </a:cubicBezTo>
                    <a:cubicBezTo>
                      <a:pt x="38" y="46"/>
                      <a:pt x="38" y="39"/>
                      <a:pt x="38" y="33"/>
                    </a:cubicBezTo>
                    <a:cubicBezTo>
                      <a:pt x="38" y="32"/>
                      <a:pt x="38" y="32"/>
                      <a:pt x="37" y="32"/>
                    </a:cubicBezTo>
                    <a:cubicBezTo>
                      <a:pt x="32" y="40"/>
                      <a:pt x="27" y="48"/>
                      <a:pt x="22" y="55"/>
                    </a:cubicBezTo>
                    <a:cubicBezTo>
                      <a:pt x="22" y="56"/>
                      <a:pt x="22" y="56"/>
                      <a:pt x="23" y="57"/>
                    </a:cubicBezTo>
                    <a:cubicBezTo>
                      <a:pt x="20" y="56"/>
                      <a:pt x="17" y="56"/>
                      <a:pt x="14" y="55"/>
                    </a:cubicBezTo>
                    <a:cubicBezTo>
                      <a:pt x="9" y="53"/>
                      <a:pt x="7" y="49"/>
                      <a:pt x="9" y="44"/>
                    </a:cubicBezTo>
                    <a:cubicBezTo>
                      <a:pt x="10" y="42"/>
                      <a:pt x="10" y="39"/>
                      <a:pt x="11" y="36"/>
                    </a:cubicBezTo>
                    <a:cubicBezTo>
                      <a:pt x="13" y="28"/>
                      <a:pt x="18" y="23"/>
                      <a:pt x="26" y="20"/>
                    </a:cubicBezTo>
                    <a:cubicBezTo>
                      <a:pt x="27" y="19"/>
                      <a:pt x="30" y="20"/>
                      <a:pt x="32" y="22"/>
                    </a:cubicBezTo>
                    <a:cubicBezTo>
                      <a:pt x="34" y="23"/>
                      <a:pt x="32" y="25"/>
                      <a:pt x="31" y="27"/>
                    </a:cubicBezTo>
                    <a:cubicBezTo>
                      <a:pt x="29" y="28"/>
                      <a:pt x="29" y="31"/>
                      <a:pt x="28" y="33"/>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48" name="Freeform 6">
                <a:extLst>
                  <a:ext uri="{FF2B5EF4-FFF2-40B4-BE49-F238E27FC236}">
                    <a16:creationId xmlns:a16="http://schemas.microsoft.com/office/drawing/2014/main" id="{CC1FA68D-3307-481A-8E89-D3CB2E8693F4}"/>
                  </a:ext>
                </a:extLst>
              </p:cNvPr>
              <p:cNvSpPr>
                <a:spLocks/>
              </p:cNvSpPr>
              <p:nvPr/>
            </p:nvSpPr>
            <p:spPr bwMode="auto">
              <a:xfrm>
                <a:off x="12756799" y="2388393"/>
                <a:ext cx="307975" cy="463550"/>
              </a:xfrm>
              <a:custGeom>
                <a:avLst/>
                <a:gdLst>
                  <a:gd name="T0" fmla="*/ 33 w 72"/>
                  <a:gd name="T1" fmla="*/ 76 h 109"/>
                  <a:gd name="T2" fmla="*/ 44 w 72"/>
                  <a:gd name="T3" fmla="*/ 73 h 109"/>
                  <a:gd name="T4" fmla="*/ 59 w 72"/>
                  <a:gd name="T5" fmla="*/ 71 h 109"/>
                  <a:gd name="T6" fmla="*/ 69 w 72"/>
                  <a:gd name="T7" fmla="*/ 92 h 109"/>
                  <a:gd name="T8" fmla="*/ 66 w 72"/>
                  <a:gd name="T9" fmla="*/ 94 h 109"/>
                  <a:gd name="T10" fmla="*/ 49 w 72"/>
                  <a:gd name="T11" fmla="*/ 96 h 109"/>
                  <a:gd name="T12" fmla="*/ 28 w 72"/>
                  <a:gd name="T13" fmla="*/ 106 h 109"/>
                  <a:gd name="T14" fmla="*/ 16 w 72"/>
                  <a:gd name="T15" fmla="*/ 106 h 109"/>
                  <a:gd name="T16" fmla="*/ 1 w 72"/>
                  <a:gd name="T17" fmla="*/ 80 h 109"/>
                  <a:gd name="T18" fmla="*/ 2 w 72"/>
                  <a:gd name="T19" fmla="*/ 74 h 109"/>
                  <a:gd name="T20" fmla="*/ 23 w 72"/>
                  <a:gd name="T21" fmla="*/ 31 h 109"/>
                  <a:gd name="T22" fmla="*/ 22 w 72"/>
                  <a:gd name="T23" fmla="*/ 26 h 109"/>
                  <a:gd name="T24" fmla="*/ 12 w 72"/>
                  <a:gd name="T25" fmla="*/ 16 h 109"/>
                  <a:gd name="T26" fmla="*/ 15 w 72"/>
                  <a:gd name="T27" fmla="*/ 10 h 109"/>
                  <a:gd name="T28" fmla="*/ 32 w 72"/>
                  <a:gd name="T29" fmla="*/ 5 h 109"/>
                  <a:gd name="T30" fmla="*/ 60 w 72"/>
                  <a:gd name="T31" fmla="*/ 18 h 109"/>
                  <a:gd name="T32" fmla="*/ 59 w 72"/>
                  <a:gd name="T33" fmla="*/ 26 h 109"/>
                  <a:gd name="T34" fmla="*/ 52 w 72"/>
                  <a:gd name="T35" fmla="*/ 36 h 109"/>
                  <a:gd name="T36" fmla="*/ 34 w 72"/>
                  <a:gd name="T37" fmla="*/ 72 h 109"/>
                  <a:gd name="T38" fmla="*/ 33 w 72"/>
                  <a:gd name="T39" fmla="*/ 76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2" h="109">
                    <a:moveTo>
                      <a:pt x="33" y="76"/>
                    </a:moveTo>
                    <a:cubicBezTo>
                      <a:pt x="37" y="74"/>
                      <a:pt x="40" y="73"/>
                      <a:pt x="44" y="73"/>
                    </a:cubicBezTo>
                    <a:cubicBezTo>
                      <a:pt x="49" y="72"/>
                      <a:pt x="54" y="71"/>
                      <a:pt x="59" y="71"/>
                    </a:cubicBezTo>
                    <a:cubicBezTo>
                      <a:pt x="66" y="72"/>
                      <a:pt x="72" y="85"/>
                      <a:pt x="69" y="92"/>
                    </a:cubicBezTo>
                    <a:cubicBezTo>
                      <a:pt x="68" y="93"/>
                      <a:pt x="67" y="94"/>
                      <a:pt x="66" y="94"/>
                    </a:cubicBezTo>
                    <a:cubicBezTo>
                      <a:pt x="60" y="95"/>
                      <a:pt x="54" y="94"/>
                      <a:pt x="49" y="96"/>
                    </a:cubicBezTo>
                    <a:cubicBezTo>
                      <a:pt x="42" y="99"/>
                      <a:pt x="35" y="102"/>
                      <a:pt x="28" y="106"/>
                    </a:cubicBezTo>
                    <a:cubicBezTo>
                      <a:pt x="24" y="108"/>
                      <a:pt x="21" y="109"/>
                      <a:pt x="16" y="106"/>
                    </a:cubicBezTo>
                    <a:cubicBezTo>
                      <a:pt x="7" y="100"/>
                      <a:pt x="3" y="90"/>
                      <a:pt x="1" y="80"/>
                    </a:cubicBezTo>
                    <a:cubicBezTo>
                      <a:pt x="0" y="78"/>
                      <a:pt x="1" y="76"/>
                      <a:pt x="2" y="74"/>
                    </a:cubicBezTo>
                    <a:cubicBezTo>
                      <a:pt x="9" y="60"/>
                      <a:pt x="16" y="45"/>
                      <a:pt x="23" y="31"/>
                    </a:cubicBezTo>
                    <a:cubicBezTo>
                      <a:pt x="23" y="30"/>
                      <a:pt x="23" y="28"/>
                      <a:pt x="22" y="26"/>
                    </a:cubicBezTo>
                    <a:cubicBezTo>
                      <a:pt x="19" y="23"/>
                      <a:pt x="15" y="20"/>
                      <a:pt x="12" y="16"/>
                    </a:cubicBezTo>
                    <a:cubicBezTo>
                      <a:pt x="10" y="13"/>
                      <a:pt x="11" y="11"/>
                      <a:pt x="15" y="10"/>
                    </a:cubicBezTo>
                    <a:cubicBezTo>
                      <a:pt x="21" y="9"/>
                      <a:pt x="26" y="7"/>
                      <a:pt x="32" y="5"/>
                    </a:cubicBezTo>
                    <a:cubicBezTo>
                      <a:pt x="44" y="0"/>
                      <a:pt x="57" y="6"/>
                      <a:pt x="60" y="18"/>
                    </a:cubicBezTo>
                    <a:cubicBezTo>
                      <a:pt x="61" y="21"/>
                      <a:pt x="60" y="24"/>
                      <a:pt x="59" y="26"/>
                    </a:cubicBezTo>
                    <a:cubicBezTo>
                      <a:pt x="57" y="29"/>
                      <a:pt x="54" y="33"/>
                      <a:pt x="52" y="36"/>
                    </a:cubicBezTo>
                    <a:cubicBezTo>
                      <a:pt x="46" y="48"/>
                      <a:pt x="40" y="60"/>
                      <a:pt x="34" y="72"/>
                    </a:cubicBezTo>
                    <a:cubicBezTo>
                      <a:pt x="34" y="72"/>
                      <a:pt x="34" y="74"/>
                      <a:pt x="33" y="76"/>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grpSp>
            <p:nvGrpSpPr>
              <p:cNvPr id="49" name="组合 48">
                <a:extLst>
                  <a:ext uri="{FF2B5EF4-FFF2-40B4-BE49-F238E27FC236}">
                    <a16:creationId xmlns:a16="http://schemas.microsoft.com/office/drawing/2014/main" id="{C7A6E3E5-9A1F-4E06-9E71-F1D7E5C11C32}"/>
                  </a:ext>
                </a:extLst>
              </p:cNvPr>
              <p:cNvGrpSpPr/>
              <p:nvPr/>
            </p:nvGrpSpPr>
            <p:grpSpPr>
              <a:xfrm>
                <a:off x="10340336" y="2247899"/>
                <a:ext cx="547688" cy="679451"/>
                <a:chOff x="5548313" y="2084388"/>
                <a:chExt cx="547688" cy="679451"/>
              </a:xfrm>
              <a:grpFill/>
            </p:grpSpPr>
            <p:sp>
              <p:nvSpPr>
                <p:cNvPr id="54" name="Freeform 7">
                  <a:extLst>
                    <a:ext uri="{FF2B5EF4-FFF2-40B4-BE49-F238E27FC236}">
                      <a16:creationId xmlns:a16="http://schemas.microsoft.com/office/drawing/2014/main" id="{02368C72-9CA0-44B0-93EC-F396645A3423}"/>
                    </a:ext>
                  </a:extLst>
                </p:cNvPr>
                <p:cNvSpPr>
                  <a:spLocks/>
                </p:cNvSpPr>
                <p:nvPr/>
              </p:nvSpPr>
              <p:spPr bwMode="auto">
                <a:xfrm>
                  <a:off x="5548313" y="2084388"/>
                  <a:ext cx="547688" cy="446088"/>
                </a:xfrm>
                <a:custGeom>
                  <a:avLst/>
                  <a:gdLst>
                    <a:gd name="T0" fmla="*/ 101 w 128"/>
                    <a:gd name="T1" fmla="*/ 58 h 105"/>
                    <a:gd name="T2" fmla="*/ 74 w 128"/>
                    <a:gd name="T3" fmla="*/ 56 h 105"/>
                    <a:gd name="T4" fmla="*/ 68 w 128"/>
                    <a:gd name="T5" fmla="*/ 57 h 105"/>
                    <a:gd name="T6" fmla="*/ 51 w 128"/>
                    <a:gd name="T7" fmla="*/ 59 h 105"/>
                    <a:gd name="T8" fmla="*/ 36 w 128"/>
                    <a:gd name="T9" fmla="*/ 65 h 105"/>
                    <a:gd name="T10" fmla="*/ 28 w 128"/>
                    <a:gd name="T11" fmla="*/ 73 h 105"/>
                    <a:gd name="T12" fmla="*/ 16 w 128"/>
                    <a:gd name="T13" fmla="*/ 102 h 105"/>
                    <a:gd name="T14" fmla="*/ 13 w 128"/>
                    <a:gd name="T15" fmla="*/ 104 h 105"/>
                    <a:gd name="T16" fmla="*/ 1 w 128"/>
                    <a:gd name="T17" fmla="*/ 98 h 105"/>
                    <a:gd name="T18" fmla="*/ 0 w 128"/>
                    <a:gd name="T19" fmla="*/ 93 h 105"/>
                    <a:gd name="T20" fmla="*/ 15 w 128"/>
                    <a:gd name="T21" fmla="*/ 60 h 105"/>
                    <a:gd name="T22" fmla="*/ 16 w 128"/>
                    <a:gd name="T23" fmla="*/ 58 h 105"/>
                    <a:gd name="T24" fmla="*/ 20 w 128"/>
                    <a:gd name="T25" fmla="*/ 52 h 105"/>
                    <a:gd name="T26" fmla="*/ 32 w 128"/>
                    <a:gd name="T27" fmla="*/ 54 h 105"/>
                    <a:gd name="T28" fmla="*/ 39 w 128"/>
                    <a:gd name="T29" fmla="*/ 55 h 105"/>
                    <a:gd name="T30" fmla="*/ 72 w 128"/>
                    <a:gd name="T31" fmla="*/ 21 h 105"/>
                    <a:gd name="T32" fmla="*/ 74 w 128"/>
                    <a:gd name="T33" fmla="*/ 16 h 105"/>
                    <a:gd name="T34" fmla="*/ 74 w 128"/>
                    <a:gd name="T35" fmla="*/ 11 h 105"/>
                    <a:gd name="T36" fmla="*/ 71 w 128"/>
                    <a:gd name="T37" fmla="*/ 11 h 105"/>
                    <a:gd name="T38" fmla="*/ 68 w 128"/>
                    <a:gd name="T39" fmla="*/ 15 h 105"/>
                    <a:gd name="T40" fmla="*/ 68 w 128"/>
                    <a:gd name="T41" fmla="*/ 21 h 105"/>
                    <a:gd name="T42" fmla="*/ 59 w 128"/>
                    <a:gd name="T43" fmla="*/ 29 h 105"/>
                    <a:gd name="T44" fmla="*/ 53 w 128"/>
                    <a:gd name="T45" fmla="*/ 27 h 105"/>
                    <a:gd name="T46" fmla="*/ 47 w 128"/>
                    <a:gd name="T47" fmla="*/ 24 h 105"/>
                    <a:gd name="T48" fmla="*/ 47 w 128"/>
                    <a:gd name="T49" fmla="*/ 32 h 105"/>
                    <a:gd name="T50" fmla="*/ 47 w 128"/>
                    <a:gd name="T51" fmla="*/ 34 h 105"/>
                    <a:gd name="T52" fmla="*/ 43 w 128"/>
                    <a:gd name="T53" fmla="*/ 45 h 105"/>
                    <a:gd name="T54" fmla="*/ 31 w 128"/>
                    <a:gd name="T55" fmla="*/ 39 h 105"/>
                    <a:gd name="T56" fmla="*/ 29 w 128"/>
                    <a:gd name="T57" fmla="*/ 23 h 105"/>
                    <a:gd name="T58" fmla="*/ 33 w 128"/>
                    <a:gd name="T59" fmla="*/ 14 h 105"/>
                    <a:gd name="T60" fmla="*/ 36 w 128"/>
                    <a:gd name="T61" fmla="*/ 9 h 105"/>
                    <a:gd name="T62" fmla="*/ 42 w 128"/>
                    <a:gd name="T63" fmla="*/ 13 h 105"/>
                    <a:gd name="T64" fmla="*/ 44 w 128"/>
                    <a:gd name="T65" fmla="*/ 16 h 105"/>
                    <a:gd name="T66" fmla="*/ 57 w 128"/>
                    <a:gd name="T67" fmla="*/ 14 h 105"/>
                    <a:gd name="T68" fmla="*/ 62 w 128"/>
                    <a:gd name="T69" fmla="*/ 11 h 105"/>
                    <a:gd name="T70" fmla="*/ 84 w 128"/>
                    <a:gd name="T71" fmla="*/ 0 h 105"/>
                    <a:gd name="T72" fmla="*/ 96 w 128"/>
                    <a:gd name="T73" fmla="*/ 7 h 105"/>
                    <a:gd name="T74" fmla="*/ 96 w 128"/>
                    <a:gd name="T75" fmla="*/ 20 h 105"/>
                    <a:gd name="T76" fmla="*/ 83 w 128"/>
                    <a:gd name="T77" fmla="*/ 43 h 105"/>
                    <a:gd name="T78" fmla="*/ 94 w 128"/>
                    <a:gd name="T79" fmla="*/ 44 h 105"/>
                    <a:gd name="T80" fmla="*/ 122 w 128"/>
                    <a:gd name="T81" fmla="*/ 59 h 105"/>
                    <a:gd name="T82" fmla="*/ 120 w 128"/>
                    <a:gd name="T83" fmla="*/ 73 h 105"/>
                    <a:gd name="T84" fmla="*/ 98 w 128"/>
                    <a:gd name="T85" fmla="*/ 73 h 105"/>
                    <a:gd name="T86" fmla="*/ 97 w 128"/>
                    <a:gd name="T87" fmla="*/ 66 h 105"/>
                    <a:gd name="T88" fmla="*/ 101 w 128"/>
                    <a:gd name="T89" fmla="*/ 58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8" h="105">
                      <a:moveTo>
                        <a:pt x="101" y="58"/>
                      </a:moveTo>
                      <a:cubicBezTo>
                        <a:pt x="94" y="52"/>
                        <a:pt x="81" y="52"/>
                        <a:pt x="74" y="56"/>
                      </a:cubicBezTo>
                      <a:cubicBezTo>
                        <a:pt x="73" y="57"/>
                        <a:pt x="70" y="58"/>
                        <a:pt x="68" y="57"/>
                      </a:cubicBezTo>
                      <a:cubicBezTo>
                        <a:pt x="62" y="56"/>
                        <a:pt x="57" y="57"/>
                        <a:pt x="51" y="59"/>
                      </a:cubicBezTo>
                      <a:cubicBezTo>
                        <a:pt x="46" y="61"/>
                        <a:pt x="41" y="63"/>
                        <a:pt x="36" y="65"/>
                      </a:cubicBezTo>
                      <a:cubicBezTo>
                        <a:pt x="32" y="67"/>
                        <a:pt x="29" y="69"/>
                        <a:pt x="28" y="73"/>
                      </a:cubicBezTo>
                      <a:cubicBezTo>
                        <a:pt x="24" y="82"/>
                        <a:pt x="20" y="92"/>
                        <a:pt x="16" y="102"/>
                      </a:cubicBezTo>
                      <a:cubicBezTo>
                        <a:pt x="16" y="103"/>
                        <a:pt x="14" y="105"/>
                        <a:pt x="13" y="104"/>
                      </a:cubicBezTo>
                      <a:cubicBezTo>
                        <a:pt x="9" y="103"/>
                        <a:pt x="5" y="100"/>
                        <a:pt x="1" y="98"/>
                      </a:cubicBezTo>
                      <a:cubicBezTo>
                        <a:pt x="0" y="97"/>
                        <a:pt x="0" y="95"/>
                        <a:pt x="0" y="93"/>
                      </a:cubicBezTo>
                      <a:cubicBezTo>
                        <a:pt x="5" y="82"/>
                        <a:pt x="10" y="71"/>
                        <a:pt x="15" y="60"/>
                      </a:cubicBezTo>
                      <a:cubicBezTo>
                        <a:pt x="15" y="59"/>
                        <a:pt x="16" y="59"/>
                        <a:pt x="16" y="58"/>
                      </a:cubicBezTo>
                      <a:cubicBezTo>
                        <a:pt x="18" y="56"/>
                        <a:pt x="19" y="52"/>
                        <a:pt x="20" y="52"/>
                      </a:cubicBezTo>
                      <a:cubicBezTo>
                        <a:pt x="24" y="52"/>
                        <a:pt x="29" y="52"/>
                        <a:pt x="32" y="54"/>
                      </a:cubicBezTo>
                      <a:cubicBezTo>
                        <a:pt x="35" y="55"/>
                        <a:pt x="36" y="56"/>
                        <a:pt x="39" y="55"/>
                      </a:cubicBezTo>
                      <a:cubicBezTo>
                        <a:pt x="57" y="50"/>
                        <a:pt x="66" y="37"/>
                        <a:pt x="72" y="21"/>
                      </a:cubicBezTo>
                      <a:cubicBezTo>
                        <a:pt x="72" y="20"/>
                        <a:pt x="73" y="18"/>
                        <a:pt x="74" y="16"/>
                      </a:cubicBezTo>
                      <a:cubicBezTo>
                        <a:pt x="74" y="14"/>
                        <a:pt x="74" y="13"/>
                        <a:pt x="74" y="11"/>
                      </a:cubicBezTo>
                      <a:cubicBezTo>
                        <a:pt x="74" y="11"/>
                        <a:pt x="72" y="10"/>
                        <a:pt x="71" y="11"/>
                      </a:cubicBezTo>
                      <a:cubicBezTo>
                        <a:pt x="70" y="12"/>
                        <a:pt x="68" y="13"/>
                        <a:pt x="68" y="15"/>
                      </a:cubicBezTo>
                      <a:cubicBezTo>
                        <a:pt x="67" y="17"/>
                        <a:pt x="68" y="19"/>
                        <a:pt x="68" y="21"/>
                      </a:cubicBezTo>
                      <a:cubicBezTo>
                        <a:pt x="69" y="28"/>
                        <a:pt x="68" y="30"/>
                        <a:pt x="59" y="29"/>
                      </a:cubicBezTo>
                      <a:cubicBezTo>
                        <a:pt x="57" y="29"/>
                        <a:pt x="55" y="28"/>
                        <a:pt x="53" y="27"/>
                      </a:cubicBezTo>
                      <a:cubicBezTo>
                        <a:pt x="51" y="26"/>
                        <a:pt x="49" y="25"/>
                        <a:pt x="47" y="24"/>
                      </a:cubicBezTo>
                      <a:cubicBezTo>
                        <a:pt x="47" y="27"/>
                        <a:pt x="47" y="29"/>
                        <a:pt x="47" y="32"/>
                      </a:cubicBezTo>
                      <a:cubicBezTo>
                        <a:pt x="47" y="33"/>
                        <a:pt x="47" y="33"/>
                        <a:pt x="47" y="34"/>
                      </a:cubicBezTo>
                      <a:cubicBezTo>
                        <a:pt x="47" y="38"/>
                        <a:pt x="48" y="43"/>
                        <a:pt x="43" y="45"/>
                      </a:cubicBezTo>
                      <a:cubicBezTo>
                        <a:pt x="39" y="46"/>
                        <a:pt x="34" y="44"/>
                        <a:pt x="31" y="39"/>
                      </a:cubicBezTo>
                      <a:cubicBezTo>
                        <a:pt x="28" y="34"/>
                        <a:pt x="25" y="29"/>
                        <a:pt x="29" y="23"/>
                      </a:cubicBezTo>
                      <a:cubicBezTo>
                        <a:pt x="31" y="20"/>
                        <a:pt x="31" y="17"/>
                        <a:pt x="33" y="14"/>
                      </a:cubicBezTo>
                      <a:cubicBezTo>
                        <a:pt x="34" y="12"/>
                        <a:pt x="35" y="9"/>
                        <a:pt x="36" y="9"/>
                      </a:cubicBezTo>
                      <a:cubicBezTo>
                        <a:pt x="38" y="10"/>
                        <a:pt x="40" y="11"/>
                        <a:pt x="42" y="13"/>
                      </a:cubicBezTo>
                      <a:cubicBezTo>
                        <a:pt x="42" y="13"/>
                        <a:pt x="43" y="15"/>
                        <a:pt x="44" y="16"/>
                      </a:cubicBezTo>
                      <a:cubicBezTo>
                        <a:pt x="48" y="13"/>
                        <a:pt x="52" y="11"/>
                        <a:pt x="57" y="14"/>
                      </a:cubicBezTo>
                      <a:cubicBezTo>
                        <a:pt x="58" y="15"/>
                        <a:pt x="61" y="13"/>
                        <a:pt x="62" y="11"/>
                      </a:cubicBezTo>
                      <a:cubicBezTo>
                        <a:pt x="69" y="5"/>
                        <a:pt x="75" y="0"/>
                        <a:pt x="84" y="0"/>
                      </a:cubicBezTo>
                      <a:cubicBezTo>
                        <a:pt x="89" y="0"/>
                        <a:pt x="93" y="2"/>
                        <a:pt x="96" y="7"/>
                      </a:cubicBezTo>
                      <a:cubicBezTo>
                        <a:pt x="99" y="11"/>
                        <a:pt x="98" y="15"/>
                        <a:pt x="96" y="20"/>
                      </a:cubicBezTo>
                      <a:cubicBezTo>
                        <a:pt x="91" y="27"/>
                        <a:pt x="87" y="35"/>
                        <a:pt x="83" y="43"/>
                      </a:cubicBezTo>
                      <a:cubicBezTo>
                        <a:pt x="88" y="43"/>
                        <a:pt x="91" y="44"/>
                        <a:pt x="94" y="44"/>
                      </a:cubicBezTo>
                      <a:cubicBezTo>
                        <a:pt x="105" y="46"/>
                        <a:pt x="115" y="50"/>
                        <a:pt x="122" y="59"/>
                      </a:cubicBezTo>
                      <a:cubicBezTo>
                        <a:pt x="128" y="65"/>
                        <a:pt x="127" y="68"/>
                        <a:pt x="120" y="73"/>
                      </a:cubicBezTo>
                      <a:cubicBezTo>
                        <a:pt x="113" y="77"/>
                        <a:pt x="105" y="77"/>
                        <a:pt x="98" y="73"/>
                      </a:cubicBezTo>
                      <a:cubicBezTo>
                        <a:pt x="95" y="71"/>
                        <a:pt x="95" y="69"/>
                        <a:pt x="97" y="66"/>
                      </a:cubicBezTo>
                      <a:cubicBezTo>
                        <a:pt x="98" y="64"/>
                        <a:pt x="100" y="61"/>
                        <a:pt x="101" y="5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5" name="Freeform 8">
                  <a:extLst>
                    <a:ext uri="{FF2B5EF4-FFF2-40B4-BE49-F238E27FC236}">
                      <a16:creationId xmlns:a16="http://schemas.microsoft.com/office/drawing/2014/main" id="{68AB8704-3F31-41E0-B209-31D0A83BAA2E}"/>
                    </a:ext>
                  </a:extLst>
                </p:cNvPr>
                <p:cNvSpPr>
                  <a:spLocks/>
                </p:cNvSpPr>
                <p:nvPr/>
              </p:nvSpPr>
              <p:spPr bwMode="auto">
                <a:xfrm>
                  <a:off x="5664200" y="2355851"/>
                  <a:ext cx="341313" cy="407988"/>
                </a:xfrm>
                <a:custGeom>
                  <a:avLst/>
                  <a:gdLst>
                    <a:gd name="T0" fmla="*/ 46 w 80"/>
                    <a:gd name="T1" fmla="*/ 29 h 96"/>
                    <a:gd name="T2" fmla="*/ 65 w 80"/>
                    <a:gd name="T3" fmla="*/ 29 h 96"/>
                    <a:gd name="T4" fmla="*/ 79 w 80"/>
                    <a:gd name="T5" fmla="*/ 41 h 96"/>
                    <a:gd name="T6" fmla="*/ 74 w 80"/>
                    <a:gd name="T7" fmla="*/ 43 h 96"/>
                    <a:gd name="T8" fmla="*/ 60 w 80"/>
                    <a:gd name="T9" fmla="*/ 43 h 96"/>
                    <a:gd name="T10" fmla="*/ 52 w 80"/>
                    <a:gd name="T11" fmla="*/ 50 h 96"/>
                    <a:gd name="T12" fmla="*/ 49 w 80"/>
                    <a:gd name="T13" fmla="*/ 87 h 96"/>
                    <a:gd name="T14" fmla="*/ 37 w 80"/>
                    <a:gd name="T15" fmla="*/ 95 h 96"/>
                    <a:gd name="T16" fmla="*/ 21 w 80"/>
                    <a:gd name="T17" fmla="*/ 68 h 96"/>
                    <a:gd name="T18" fmla="*/ 22 w 80"/>
                    <a:gd name="T19" fmla="*/ 62 h 96"/>
                    <a:gd name="T20" fmla="*/ 30 w 80"/>
                    <a:gd name="T21" fmla="*/ 72 h 96"/>
                    <a:gd name="T22" fmla="*/ 40 w 80"/>
                    <a:gd name="T23" fmla="*/ 70 h 96"/>
                    <a:gd name="T24" fmla="*/ 43 w 80"/>
                    <a:gd name="T25" fmla="*/ 46 h 96"/>
                    <a:gd name="T26" fmla="*/ 24 w 80"/>
                    <a:gd name="T27" fmla="*/ 52 h 96"/>
                    <a:gd name="T28" fmla="*/ 19 w 80"/>
                    <a:gd name="T29" fmla="*/ 54 h 96"/>
                    <a:gd name="T30" fmla="*/ 6 w 80"/>
                    <a:gd name="T31" fmla="*/ 54 h 96"/>
                    <a:gd name="T32" fmla="*/ 2 w 80"/>
                    <a:gd name="T33" fmla="*/ 40 h 96"/>
                    <a:gd name="T34" fmla="*/ 6 w 80"/>
                    <a:gd name="T35" fmla="*/ 37 h 96"/>
                    <a:gd name="T36" fmla="*/ 28 w 80"/>
                    <a:gd name="T37" fmla="*/ 33 h 96"/>
                    <a:gd name="T38" fmla="*/ 33 w 80"/>
                    <a:gd name="T39" fmla="*/ 32 h 96"/>
                    <a:gd name="T40" fmla="*/ 36 w 80"/>
                    <a:gd name="T41" fmla="*/ 22 h 96"/>
                    <a:gd name="T42" fmla="*/ 46 w 80"/>
                    <a:gd name="T43" fmla="*/ 12 h 96"/>
                    <a:gd name="T44" fmla="*/ 45 w 80"/>
                    <a:gd name="T45" fmla="*/ 10 h 96"/>
                    <a:gd name="T46" fmla="*/ 26 w 80"/>
                    <a:gd name="T47" fmla="*/ 17 h 96"/>
                    <a:gd name="T48" fmla="*/ 15 w 80"/>
                    <a:gd name="T49" fmla="*/ 24 h 96"/>
                    <a:gd name="T50" fmla="*/ 5 w 80"/>
                    <a:gd name="T51" fmla="*/ 22 h 96"/>
                    <a:gd name="T52" fmla="*/ 1 w 80"/>
                    <a:gd name="T53" fmla="*/ 17 h 96"/>
                    <a:gd name="T54" fmla="*/ 36 w 80"/>
                    <a:gd name="T55" fmla="*/ 2 h 96"/>
                    <a:gd name="T56" fmla="*/ 55 w 80"/>
                    <a:gd name="T57" fmla="*/ 0 h 96"/>
                    <a:gd name="T58" fmla="*/ 61 w 80"/>
                    <a:gd name="T59" fmla="*/ 6 h 96"/>
                    <a:gd name="T60" fmla="*/ 59 w 80"/>
                    <a:gd name="T61" fmla="*/ 13 h 96"/>
                    <a:gd name="T62" fmla="*/ 46 w 80"/>
                    <a:gd name="T63" fmla="*/ 29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 h="96">
                      <a:moveTo>
                        <a:pt x="46" y="29"/>
                      </a:moveTo>
                      <a:cubicBezTo>
                        <a:pt x="53" y="30"/>
                        <a:pt x="59" y="31"/>
                        <a:pt x="65" y="29"/>
                      </a:cubicBezTo>
                      <a:cubicBezTo>
                        <a:pt x="71" y="27"/>
                        <a:pt x="80" y="34"/>
                        <a:pt x="79" y="41"/>
                      </a:cubicBezTo>
                      <a:cubicBezTo>
                        <a:pt x="79" y="42"/>
                        <a:pt x="76" y="43"/>
                        <a:pt x="74" y="43"/>
                      </a:cubicBezTo>
                      <a:cubicBezTo>
                        <a:pt x="70" y="43"/>
                        <a:pt x="65" y="43"/>
                        <a:pt x="60" y="43"/>
                      </a:cubicBezTo>
                      <a:cubicBezTo>
                        <a:pt x="53" y="42"/>
                        <a:pt x="52" y="44"/>
                        <a:pt x="52" y="50"/>
                      </a:cubicBezTo>
                      <a:cubicBezTo>
                        <a:pt x="51" y="62"/>
                        <a:pt x="51" y="75"/>
                        <a:pt x="49" y="87"/>
                      </a:cubicBezTo>
                      <a:cubicBezTo>
                        <a:pt x="48" y="95"/>
                        <a:pt x="45" y="96"/>
                        <a:pt x="37" y="95"/>
                      </a:cubicBezTo>
                      <a:cubicBezTo>
                        <a:pt x="25" y="92"/>
                        <a:pt x="15" y="82"/>
                        <a:pt x="21" y="68"/>
                      </a:cubicBezTo>
                      <a:cubicBezTo>
                        <a:pt x="21" y="66"/>
                        <a:pt x="21" y="64"/>
                        <a:pt x="22" y="62"/>
                      </a:cubicBezTo>
                      <a:cubicBezTo>
                        <a:pt x="24" y="65"/>
                        <a:pt x="27" y="69"/>
                        <a:pt x="30" y="72"/>
                      </a:cubicBezTo>
                      <a:cubicBezTo>
                        <a:pt x="33" y="76"/>
                        <a:pt x="39" y="75"/>
                        <a:pt x="40" y="70"/>
                      </a:cubicBezTo>
                      <a:cubicBezTo>
                        <a:pt x="41" y="62"/>
                        <a:pt x="42" y="54"/>
                        <a:pt x="43" y="46"/>
                      </a:cubicBezTo>
                      <a:cubicBezTo>
                        <a:pt x="35" y="45"/>
                        <a:pt x="30" y="49"/>
                        <a:pt x="24" y="52"/>
                      </a:cubicBezTo>
                      <a:cubicBezTo>
                        <a:pt x="22" y="52"/>
                        <a:pt x="21" y="54"/>
                        <a:pt x="19" y="54"/>
                      </a:cubicBezTo>
                      <a:cubicBezTo>
                        <a:pt x="14" y="58"/>
                        <a:pt x="11" y="57"/>
                        <a:pt x="6" y="54"/>
                      </a:cubicBezTo>
                      <a:cubicBezTo>
                        <a:pt x="3" y="51"/>
                        <a:pt x="0" y="44"/>
                        <a:pt x="2" y="40"/>
                      </a:cubicBezTo>
                      <a:cubicBezTo>
                        <a:pt x="2" y="39"/>
                        <a:pt x="5" y="37"/>
                        <a:pt x="6" y="37"/>
                      </a:cubicBezTo>
                      <a:cubicBezTo>
                        <a:pt x="14" y="39"/>
                        <a:pt x="20" y="35"/>
                        <a:pt x="28" y="33"/>
                      </a:cubicBezTo>
                      <a:cubicBezTo>
                        <a:pt x="29" y="33"/>
                        <a:pt x="31" y="32"/>
                        <a:pt x="33" y="32"/>
                      </a:cubicBezTo>
                      <a:cubicBezTo>
                        <a:pt x="31" y="27"/>
                        <a:pt x="31" y="24"/>
                        <a:pt x="36" y="22"/>
                      </a:cubicBezTo>
                      <a:cubicBezTo>
                        <a:pt x="39" y="19"/>
                        <a:pt x="42" y="15"/>
                        <a:pt x="46" y="12"/>
                      </a:cubicBezTo>
                      <a:cubicBezTo>
                        <a:pt x="45" y="11"/>
                        <a:pt x="45" y="11"/>
                        <a:pt x="45" y="10"/>
                      </a:cubicBezTo>
                      <a:cubicBezTo>
                        <a:pt x="38" y="13"/>
                        <a:pt x="32" y="15"/>
                        <a:pt x="26" y="17"/>
                      </a:cubicBezTo>
                      <a:cubicBezTo>
                        <a:pt x="22" y="19"/>
                        <a:pt x="18" y="22"/>
                        <a:pt x="15" y="24"/>
                      </a:cubicBezTo>
                      <a:cubicBezTo>
                        <a:pt x="11" y="26"/>
                        <a:pt x="7" y="27"/>
                        <a:pt x="5" y="22"/>
                      </a:cubicBezTo>
                      <a:cubicBezTo>
                        <a:pt x="4" y="20"/>
                        <a:pt x="3" y="19"/>
                        <a:pt x="1" y="17"/>
                      </a:cubicBezTo>
                      <a:cubicBezTo>
                        <a:pt x="13" y="12"/>
                        <a:pt x="25" y="6"/>
                        <a:pt x="36" y="2"/>
                      </a:cubicBezTo>
                      <a:cubicBezTo>
                        <a:pt x="42" y="0"/>
                        <a:pt x="49" y="0"/>
                        <a:pt x="55" y="0"/>
                      </a:cubicBezTo>
                      <a:cubicBezTo>
                        <a:pt x="57" y="0"/>
                        <a:pt x="60" y="4"/>
                        <a:pt x="61" y="6"/>
                      </a:cubicBezTo>
                      <a:cubicBezTo>
                        <a:pt x="62" y="8"/>
                        <a:pt x="61" y="11"/>
                        <a:pt x="59" y="13"/>
                      </a:cubicBezTo>
                      <a:cubicBezTo>
                        <a:pt x="55" y="18"/>
                        <a:pt x="51" y="23"/>
                        <a:pt x="46"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50" name="组合 49">
                <a:extLst>
                  <a:ext uri="{FF2B5EF4-FFF2-40B4-BE49-F238E27FC236}">
                    <a16:creationId xmlns:a16="http://schemas.microsoft.com/office/drawing/2014/main" id="{B92E7EB9-3312-4310-B5FA-50F0FA6CFB99}"/>
                  </a:ext>
                </a:extLst>
              </p:cNvPr>
              <p:cNvGrpSpPr/>
              <p:nvPr/>
            </p:nvGrpSpPr>
            <p:grpSpPr>
              <a:xfrm>
                <a:off x="11192276" y="2400300"/>
                <a:ext cx="322175" cy="373063"/>
                <a:chOff x="3792874" y="3138488"/>
                <a:chExt cx="322175" cy="373063"/>
              </a:xfrm>
              <a:grpFill/>
            </p:grpSpPr>
            <p:sp>
              <p:nvSpPr>
                <p:cNvPr id="51" name="Freeform 15">
                  <a:extLst>
                    <a:ext uri="{FF2B5EF4-FFF2-40B4-BE49-F238E27FC236}">
                      <a16:creationId xmlns:a16="http://schemas.microsoft.com/office/drawing/2014/main" id="{4A24723D-38DD-4916-B1AF-76A903317407}"/>
                    </a:ext>
                  </a:extLst>
                </p:cNvPr>
                <p:cNvSpPr>
                  <a:spLocks/>
                </p:cNvSpPr>
                <p:nvPr/>
              </p:nvSpPr>
              <p:spPr bwMode="auto">
                <a:xfrm>
                  <a:off x="3792874" y="3235325"/>
                  <a:ext cx="112625" cy="246063"/>
                </a:xfrm>
                <a:custGeom>
                  <a:avLst/>
                  <a:gdLst>
                    <a:gd name="T0" fmla="*/ 16 w 39"/>
                    <a:gd name="T1" fmla="*/ 29 h 58"/>
                    <a:gd name="T2" fmla="*/ 27 w 39"/>
                    <a:gd name="T3" fmla="*/ 7 h 58"/>
                    <a:gd name="T4" fmla="*/ 31 w 39"/>
                    <a:gd name="T5" fmla="*/ 1 h 58"/>
                    <a:gd name="T6" fmla="*/ 34 w 39"/>
                    <a:gd name="T7" fmla="*/ 6 h 58"/>
                    <a:gd name="T8" fmla="*/ 35 w 39"/>
                    <a:gd name="T9" fmla="*/ 26 h 58"/>
                    <a:gd name="T10" fmla="*/ 20 w 39"/>
                    <a:gd name="T11" fmla="*/ 52 h 58"/>
                    <a:gd name="T12" fmla="*/ 9 w 39"/>
                    <a:gd name="T13" fmla="*/ 57 h 58"/>
                    <a:gd name="T14" fmla="*/ 1 w 39"/>
                    <a:gd name="T15" fmla="*/ 43 h 58"/>
                    <a:gd name="T16" fmla="*/ 4 w 39"/>
                    <a:gd name="T17" fmla="*/ 6 h 58"/>
                    <a:gd name="T18" fmla="*/ 8 w 39"/>
                    <a:gd name="T19" fmla="*/ 0 h 58"/>
                    <a:gd name="T20" fmla="*/ 15 w 39"/>
                    <a:gd name="T21" fmla="*/ 6 h 58"/>
                    <a:gd name="T22" fmla="*/ 14 w 39"/>
                    <a:gd name="T23" fmla="*/ 20 h 58"/>
                    <a:gd name="T24" fmla="*/ 14 w 39"/>
                    <a:gd name="T25" fmla="*/ 28 h 58"/>
                    <a:gd name="T26" fmla="*/ 16 w 39"/>
                    <a:gd name="T27" fmla="*/ 29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9" h="58">
                      <a:moveTo>
                        <a:pt x="16" y="29"/>
                      </a:moveTo>
                      <a:cubicBezTo>
                        <a:pt x="19" y="21"/>
                        <a:pt x="23" y="14"/>
                        <a:pt x="27" y="7"/>
                      </a:cubicBezTo>
                      <a:cubicBezTo>
                        <a:pt x="28" y="5"/>
                        <a:pt x="29" y="3"/>
                        <a:pt x="31" y="1"/>
                      </a:cubicBezTo>
                      <a:cubicBezTo>
                        <a:pt x="32" y="3"/>
                        <a:pt x="33" y="4"/>
                        <a:pt x="34" y="6"/>
                      </a:cubicBezTo>
                      <a:cubicBezTo>
                        <a:pt x="37" y="12"/>
                        <a:pt x="39" y="19"/>
                        <a:pt x="35" y="26"/>
                      </a:cubicBezTo>
                      <a:cubicBezTo>
                        <a:pt x="30" y="34"/>
                        <a:pt x="25" y="43"/>
                        <a:pt x="20" y="52"/>
                      </a:cubicBezTo>
                      <a:cubicBezTo>
                        <a:pt x="18" y="56"/>
                        <a:pt x="12" y="58"/>
                        <a:pt x="9" y="57"/>
                      </a:cubicBezTo>
                      <a:cubicBezTo>
                        <a:pt x="2" y="54"/>
                        <a:pt x="0" y="50"/>
                        <a:pt x="1" y="43"/>
                      </a:cubicBezTo>
                      <a:cubicBezTo>
                        <a:pt x="2" y="31"/>
                        <a:pt x="3" y="18"/>
                        <a:pt x="4" y="6"/>
                      </a:cubicBezTo>
                      <a:cubicBezTo>
                        <a:pt x="4" y="4"/>
                        <a:pt x="4" y="0"/>
                        <a:pt x="8" y="0"/>
                      </a:cubicBezTo>
                      <a:cubicBezTo>
                        <a:pt x="11" y="0"/>
                        <a:pt x="15" y="1"/>
                        <a:pt x="15" y="6"/>
                      </a:cubicBezTo>
                      <a:cubicBezTo>
                        <a:pt x="15" y="10"/>
                        <a:pt x="14" y="15"/>
                        <a:pt x="14" y="20"/>
                      </a:cubicBezTo>
                      <a:cubicBezTo>
                        <a:pt x="14" y="23"/>
                        <a:pt x="14" y="25"/>
                        <a:pt x="14" y="28"/>
                      </a:cubicBezTo>
                      <a:cubicBezTo>
                        <a:pt x="14" y="28"/>
                        <a:pt x="15" y="28"/>
                        <a:pt x="16"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2" name="Freeform 16">
                  <a:extLst>
                    <a:ext uri="{FF2B5EF4-FFF2-40B4-BE49-F238E27FC236}">
                      <a16:creationId xmlns:a16="http://schemas.microsoft.com/office/drawing/2014/main" id="{FB4C6AFE-87EF-4FB7-829C-F7529116EE44}"/>
                    </a:ext>
                  </a:extLst>
                </p:cNvPr>
                <p:cNvSpPr>
                  <a:spLocks/>
                </p:cNvSpPr>
                <p:nvPr/>
              </p:nvSpPr>
              <p:spPr bwMode="auto">
                <a:xfrm>
                  <a:off x="3980111" y="3138488"/>
                  <a:ext cx="134938" cy="373063"/>
                </a:xfrm>
                <a:custGeom>
                  <a:avLst/>
                  <a:gdLst>
                    <a:gd name="T0" fmla="*/ 9 w 47"/>
                    <a:gd name="T1" fmla="*/ 73 h 88"/>
                    <a:gd name="T2" fmla="*/ 3 w 47"/>
                    <a:gd name="T3" fmla="*/ 67 h 88"/>
                    <a:gd name="T4" fmla="*/ 3 w 47"/>
                    <a:gd name="T5" fmla="*/ 57 h 88"/>
                    <a:gd name="T6" fmla="*/ 20 w 47"/>
                    <a:gd name="T7" fmla="*/ 38 h 88"/>
                    <a:gd name="T8" fmla="*/ 33 w 47"/>
                    <a:gd name="T9" fmla="*/ 20 h 88"/>
                    <a:gd name="T10" fmla="*/ 33 w 47"/>
                    <a:gd name="T11" fmla="*/ 4 h 88"/>
                    <a:gd name="T12" fmla="*/ 32 w 47"/>
                    <a:gd name="T13" fmla="*/ 1 h 88"/>
                    <a:gd name="T14" fmla="*/ 33 w 47"/>
                    <a:gd name="T15" fmla="*/ 0 h 88"/>
                    <a:gd name="T16" fmla="*/ 41 w 47"/>
                    <a:gd name="T17" fmla="*/ 6 h 88"/>
                    <a:gd name="T18" fmla="*/ 43 w 47"/>
                    <a:gd name="T19" fmla="*/ 26 h 88"/>
                    <a:gd name="T20" fmla="*/ 29 w 47"/>
                    <a:gd name="T21" fmla="*/ 48 h 88"/>
                    <a:gd name="T22" fmla="*/ 30 w 47"/>
                    <a:gd name="T23" fmla="*/ 52 h 88"/>
                    <a:gd name="T24" fmla="*/ 40 w 47"/>
                    <a:gd name="T25" fmla="*/ 73 h 88"/>
                    <a:gd name="T26" fmla="*/ 41 w 47"/>
                    <a:gd name="T27" fmla="*/ 84 h 88"/>
                    <a:gd name="T28" fmla="*/ 37 w 47"/>
                    <a:gd name="T29" fmla="*/ 86 h 88"/>
                    <a:gd name="T30" fmla="*/ 31 w 47"/>
                    <a:gd name="T31" fmla="*/ 75 h 88"/>
                    <a:gd name="T32" fmla="*/ 28 w 47"/>
                    <a:gd name="T33" fmla="*/ 60 h 88"/>
                    <a:gd name="T34" fmla="*/ 22 w 47"/>
                    <a:gd name="T35" fmla="*/ 59 h 88"/>
                    <a:gd name="T36" fmla="*/ 9 w 47"/>
                    <a:gd name="T37" fmla="*/ 73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7" h="88">
                      <a:moveTo>
                        <a:pt x="9" y="73"/>
                      </a:moveTo>
                      <a:cubicBezTo>
                        <a:pt x="7" y="71"/>
                        <a:pt x="5" y="69"/>
                        <a:pt x="3" y="67"/>
                      </a:cubicBezTo>
                      <a:cubicBezTo>
                        <a:pt x="1" y="64"/>
                        <a:pt x="0" y="61"/>
                        <a:pt x="3" y="57"/>
                      </a:cubicBezTo>
                      <a:cubicBezTo>
                        <a:pt x="9" y="51"/>
                        <a:pt x="14" y="45"/>
                        <a:pt x="20" y="38"/>
                      </a:cubicBezTo>
                      <a:cubicBezTo>
                        <a:pt x="24" y="32"/>
                        <a:pt x="28" y="26"/>
                        <a:pt x="33" y="20"/>
                      </a:cubicBezTo>
                      <a:cubicBezTo>
                        <a:pt x="36" y="15"/>
                        <a:pt x="36" y="9"/>
                        <a:pt x="33" y="4"/>
                      </a:cubicBezTo>
                      <a:cubicBezTo>
                        <a:pt x="32" y="3"/>
                        <a:pt x="32" y="2"/>
                        <a:pt x="32" y="1"/>
                      </a:cubicBezTo>
                      <a:cubicBezTo>
                        <a:pt x="32" y="1"/>
                        <a:pt x="33" y="0"/>
                        <a:pt x="33" y="0"/>
                      </a:cubicBezTo>
                      <a:cubicBezTo>
                        <a:pt x="36" y="2"/>
                        <a:pt x="39" y="4"/>
                        <a:pt x="41" y="6"/>
                      </a:cubicBezTo>
                      <a:cubicBezTo>
                        <a:pt x="46" y="11"/>
                        <a:pt x="47" y="20"/>
                        <a:pt x="43" y="26"/>
                      </a:cubicBezTo>
                      <a:cubicBezTo>
                        <a:pt x="39" y="33"/>
                        <a:pt x="34" y="40"/>
                        <a:pt x="29" y="48"/>
                      </a:cubicBezTo>
                      <a:cubicBezTo>
                        <a:pt x="29" y="49"/>
                        <a:pt x="29" y="52"/>
                        <a:pt x="30" y="52"/>
                      </a:cubicBezTo>
                      <a:cubicBezTo>
                        <a:pt x="38" y="57"/>
                        <a:pt x="38" y="65"/>
                        <a:pt x="40" y="73"/>
                      </a:cubicBezTo>
                      <a:cubicBezTo>
                        <a:pt x="41" y="76"/>
                        <a:pt x="41" y="80"/>
                        <a:pt x="41" y="84"/>
                      </a:cubicBezTo>
                      <a:cubicBezTo>
                        <a:pt x="41" y="87"/>
                        <a:pt x="39" y="88"/>
                        <a:pt x="37" y="86"/>
                      </a:cubicBezTo>
                      <a:cubicBezTo>
                        <a:pt x="33" y="83"/>
                        <a:pt x="31" y="81"/>
                        <a:pt x="31" y="75"/>
                      </a:cubicBezTo>
                      <a:cubicBezTo>
                        <a:pt x="31" y="70"/>
                        <a:pt x="30" y="65"/>
                        <a:pt x="28" y="60"/>
                      </a:cubicBezTo>
                      <a:cubicBezTo>
                        <a:pt x="27" y="55"/>
                        <a:pt x="25" y="56"/>
                        <a:pt x="22" y="59"/>
                      </a:cubicBezTo>
                      <a:cubicBezTo>
                        <a:pt x="18" y="64"/>
                        <a:pt x="14" y="68"/>
                        <a:pt x="9"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3" name="Freeform 17">
                  <a:extLst>
                    <a:ext uri="{FF2B5EF4-FFF2-40B4-BE49-F238E27FC236}">
                      <a16:creationId xmlns:a16="http://schemas.microsoft.com/office/drawing/2014/main" id="{7BBE01C1-D3BA-489E-BE5E-C63059DA7AF9}"/>
                    </a:ext>
                  </a:extLst>
                </p:cNvPr>
                <p:cNvSpPr>
                  <a:spLocks/>
                </p:cNvSpPr>
                <p:nvPr/>
              </p:nvSpPr>
              <p:spPr bwMode="auto">
                <a:xfrm>
                  <a:off x="3872924" y="3138488"/>
                  <a:ext cx="75438" cy="79375"/>
                </a:xfrm>
                <a:custGeom>
                  <a:avLst/>
                  <a:gdLst>
                    <a:gd name="T0" fmla="*/ 0 w 26"/>
                    <a:gd name="T1" fmla="*/ 0 h 19"/>
                    <a:gd name="T2" fmla="*/ 20 w 26"/>
                    <a:gd name="T3" fmla="*/ 1 h 19"/>
                    <a:gd name="T4" fmla="*/ 23 w 26"/>
                    <a:gd name="T5" fmla="*/ 12 h 19"/>
                    <a:gd name="T6" fmla="*/ 12 w 26"/>
                    <a:gd name="T7" fmla="*/ 18 h 19"/>
                    <a:gd name="T8" fmla="*/ 3 w 26"/>
                    <a:gd name="T9" fmla="*/ 11 h 19"/>
                    <a:gd name="T10" fmla="*/ 0 w 26"/>
                    <a:gd name="T11" fmla="*/ 0 h 19"/>
                  </a:gdLst>
                  <a:ahLst/>
                  <a:cxnLst>
                    <a:cxn ang="0">
                      <a:pos x="T0" y="T1"/>
                    </a:cxn>
                    <a:cxn ang="0">
                      <a:pos x="T2" y="T3"/>
                    </a:cxn>
                    <a:cxn ang="0">
                      <a:pos x="T4" y="T5"/>
                    </a:cxn>
                    <a:cxn ang="0">
                      <a:pos x="T6" y="T7"/>
                    </a:cxn>
                    <a:cxn ang="0">
                      <a:pos x="T8" y="T9"/>
                    </a:cxn>
                    <a:cxn ang="0">
                      <a:pos x="T10" y="T11"/>
                    </a:cxn>
                  </a:cxnLst>
                  <a:rect l="0" t="0" r="r" b="b"/>
                  <a:pathLst>
                    <a:path w="26" h="19">
                      <a:moveTo>
                        <a:pt x="0" y="0"/>
                      </a:moveTo>
                      <a:cubicBezTo>
                        <a:pt x="8" y="1"/>
                        <a:pt x="14" y="1"/>
                        <a:pt x="20" y="1"/>
                      </a:cubicBezTo>
                      <a:cubicBezTo>
                        <a:pt x="24" y="1"/>
                        <a:pt x="26" y="8"/>
                        <a:pt x="23" y="12"/>
                      </a:cubicBezTo>
                      <a:cubicBezTo>
                        <a:pt x="21" y="16"/>
                        <a:pt x="17" y="19"/>
                        <a:pt x="12" y="18"/>
                      </a:cubicBezTo>
                      <a:cubicBezTo>
                        <a:pt x="8" y="18"/>
                        <a:pt x="5" y="15"/>
                        <a:pt x="3" y="11"/>
                      </a:cubicBezTo>
                      <a:cubicBezTo>
                        <a:pt x="2" y="8"/>
                        <a:pt x="1" y="4"/>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grpSp>
          <p:nvGrpSpPr>
            <p:cNvPr id="34" name="组合 33">
              <a:extLst>
                <a:ext uri="{FF2B5EF4-FFF2-40B4-BE49-F238E27FC236}">
                  <a16:creationId xmlns:a16="http://schemas.microsoft.com/office/drawing/2014/main" id="{E582171C-E91E-4DDB-B720-D9EDE8C54B5C}"/>
                </a:ext>
              </a:extLst>
            </p:cNvPr>
            <p:cNvGrpSpPr/>
            <p:nvPr/>
          </p:nvGrpSpPr>
          <p:grpSpPr>
            <a:xfrm>
              <a:off x="598941" y="6399999"/>
              <a:ext cx="1102619" cy="276499"/>
              <a:chOff x="6738929" y="2270918"/>
              <a:chExt cx="2766486" cy="693738"/>
            </a:xfrm>
            <a:grpFill/>
          </p:grpSpPr>
          <p:grpSp>
            <p:nvGrpSpPr>
              <p:cNvPr id="35" name="组合 34">
                <a:extLst>
                  <a:ext uri="{FF2B5EF4-FFF2-40B4-BE49-F238E27FC236}">
                    <a16:creationId xmlns:a16="http://schemas.microsoft.com/office/drawing/2014/main" id="{4EB45816-40C4-4065-9181-C29D2BECD84E}"/>
                  </a:ext>
                </a:extLst>
              </p:cNvPr>
              <p:cNvGrpSpPr/>
              <p:nvPr/>
            </p:nvGrpSpPr>
            <p:grpSpPr>
              <a:xfrm>
                <a:off x="8180494" y="2355056"/>
                <a:ext cx="484188" cy="509588"/>
                <a:chOff x="6113463" y="3541713"/>
                <a:chExt cx="484188" cy="509588"/>
              </a:xfrm>
              <a:grpFill/>
            </p:grpSpPr>
            <p:sp>
              <p:nvSpPr>
                <p:cNvPr id="45" name="Freeform 9">
                  <a:extLst>
                    <a:ext uri="{FF2B5EF4-FFF2-40B4-BE49-F238E27FC236}">
                      <a16:creationId xmlns:a16="http://schemas.microsoft.com/office/drawing/2014/main" id="{70888479-5294-457A-8111-462CE4F104F2}"/>
                    </a:ext>
                  </a:extLst>
                </p:cNvPr>
                <p:cNvSpPr>
                  <a:spLocks noEditPoints="1"/>
                </p:cNvSpPr>
                <p:nvPr/>
              </p:nvSpPr>
              <p:spPr bwMode="auto">
                <a:xfrm>
                  <a:off x="6113463" y="3579813"/>
                  <a:ext cx="252413" cy="428625"/>
                </a:xfrm>
                <a:custGeom>
                  <a:avLst/>
                  <a:gdLst>
                    <a:gd name="T0" fmla="*/ 39 w 59"/>
                    <a:gd name="T1" fmla="*/ 78 h 101"/>
                    <a:gd name="T2" fmla="*/ 17 w 59"/>
                    <a:gd name="T3" fmla="*/ 94 h 101"/>
                    <a:gd name="T4" fmla="*/ 8 w 59"/>
                    <a:gd name="T5" fmla="*/ 94 h 101"/>
                    <a:gd name="T6" fmla="*/ 0 w 59"/>
                    <a:gd name="T7" fmla="*/ 79 h 101"/>
                    <a:gd name="T8" fmla="*/ 17 w 59"/>
                    <a:gd name="T9" fmla="*/ 73 h 101"/>
                    <a:gd name="T10" fmla="*/ 10 w 59"/>
                    <a:gd name="T11" fmla="*/ 68 h 101"/>
                    <a:gd name="T12" fmla="*/ 8 w 59"/>
                    <a:gd name="T13" fmla="*/ 60 h 101"/>
                    <a:gd name="T14" fmla="*/ 18 w 59"/>
                    <a:gd name="T15" fmla="*/ 23 h 101"/>
                    <a:gd name="T16" fmla="*/ 26 w 59"/>
                    <a:gd name="T17" fmla="*/ 17 h 101"/>
                    <a:gd name="T18" fmla="*/ 36 w 59"/>
                    <a:gd name="T19" fmla="*/ 26 h 101"/>
                    <a:gd name="T20" fmla="*/ 36 w 59"/>
                    <a:gd name="T21" fmla="*/ 27 h 101"/>
                    <a:gd name="T22" fmla="*/ 43 w 59"/>
                    <a:gd name="T23" fmla="*/ 40 h 101"/>
                    <a:gd name="T24" fmla="*/ 42 w 59"/>
                    <a:gd name="T25" fmla="*/ 12 h 101"/>
                    <a:gd name="T26" fmla="*/ 21 w 59"/>
                    <a:gd name="T27" fmla="*/ 5 h 101"/>
                    <a:gd name="T28" fmla="*/ 44 w 59"/>
                    <a:gd name="T29" fmla="*/ 1 h 101"/>
                    <a:gd name="T30" fmla="*/ 57 w 59"/>
                    <a:gd name="T31" fmla="*/ 17 h 101"/>
                    <a:gd name="T32" fmla="*/ 56 w 59"/>
                    <a:gd name="T33" fmla="*/ 48 h 101"/>
                    <a:gd name="T34" fmla="*/ 57 w 59"/>
                    <a:gd name="T35" fmla="*/ 55 h 101"/>
                    <a:gd name="T36" fmla="*/ 55 w 59"/>
                    <a:gd name="T37" fmla="*/ 64 h 101"/>
                    <a:gd name="T38" fmla="*/ 54 w 59"/>
                    <a:gd name="T39" fmla="*/ 71 h 101"/>
                    <a:gd name="T40" fmla="*/ 52 w 59"/>
                    <a:gd name="T41" fmla="*/ 95 h 101"/>
                    <a:gd name="T42" fmla="*/ 49 w 59"/>
                    <a:gd name="T43" fmla="*/ 101 h 101"/>
                    <a:gd name="T44" fmla="*/ 43 w 59"/>
                    <a:gd name="T45" fmla="*/ 98 h 101"/>
                    <a:gd name="T46" fmla="*/ 38 w 59"/>
                    <a:gd name="T47" fmla="*/ 86 h 101"/>
                    <a:gd name="T48" fmla="*/ 39 w 59"/>
                    <a:gd name="T49" fmla="*/ 78 h 101"/>
                    <a:gd name="T50" fmla="*/ 42 w 59"/>
                    <a:gd name="T51" fmla="*/ 47 h 101"/>
                    <a:gd name="T52" fmla="*/ 32 w 59"/>
                    <a:gd name="T53" fmla="*/ 44 h 101"/>
                    <a:gd name="T54" fmla="*/ 29 w 59"/>
                    <a:gd name="T55" fmla="*/ 64 h 101"/>
                    <a:gd name="T56" fmla="*/ 42 w 59"/>
                    <a:gd name="T57" fmla="*/ 4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9" h="101">
                      <a:moveTo>
                        <a:pt x="39" y="78"/>
                      </a:moveTo>
                      <a:cubicBezTo>
                        <a:pt x="31" y="84"/>
                        <a:pt x="24" y="89"/>
                        <a:pt x="17" y="94"/>
                      </a:cubicBezTo>
                      <a:cubicBezTo>
                        <a:pt x="14" y="97"/>
                        <a:pt x="11" y="96"/>
                        <a:pt x="8" y="94"/>
                      </a:cubicBezTo>
                      <a:cubicBezTo>
                        <a:pt x="4" y="90"/>
                        <a:pt x="0" y="86"/>
                        <a:pt x="0" y="79"/>
                      </a:cubicBezTo>
                      <a:cubicBezTo>
                        <a:pt x="6" y="82"/>
                        <a:pt x="12" y="80"/>
                        <a:pt x="17" y="73"/>
                      </a:cubicBezTo>
                      <a:cubicBezTo>
                        <a:pt x="15" y="72"/>
                        <a:pt x="13" y="70"/>
                        <a:pt x="10" y="68"/>
                      </a:cubicBezTo>
                      <a:cubicBezTo>
                        <a:pt x="7" y="66"/>
                        <a:pt x="7" y="63"/>
                        <a:pt x="8" y="60"/>
                      </a:cubicBezTo>
                      <a:cubicBezTo>
                        <a:pt x="11" y="48"/>
                        <a:pt x="15" y="36"/>
                        <a:pt x="18" y="23"/>
                      </a:cubicBezTo>
                      <a:cubicBezTo>
                        <a:pt x="19" y="20"/>
                        <a:pt x="20" y="16"/>
                        <a:pt x="26" y="17"/>
                      </a:cubicBezTo>
                      <a:cubicBezTo>
                        <a:pt x="32" y="18"/>
                        <a:pt x="36" y="21"/>
                        <a:pt x="36" y="26"/>
                      </a:cubicBezTo>
                      <a:cubicBezTo>
                        <a:pt x="36" y="26"/>
                        <a:pt x="36" y="27"/>
                        <a:pt x="36" y="27"/>
                      </a:cubicBezTo>
                      <a:cubicBezTo>
                        <a:pt x="35" y="33"/>
                        <a:pt x="38" y="37"/>
                        <a:pt x="43" y="40"/>
                      </a:cubicBezTo>
                      <a:cubicBezTo>
                        <a:pt x="43" y="31"/>
                        <a:pt x="42" y="22"/>
                        <a:pt x="42" y="12"/>
                      </a:cubicBezTo>
                      <a:cubicBezTo>
                        <a:pt x="30" y="16"/>
                        <a:pt x="20" y="12"/>
                        <a:pt x="21" y="5"/>
                      </a:cubicBezTo>
                      <a:cubicBezTo>
                        <a:pt x="29" y="3"/>
                        <a:pt x="36" y="1"/>
                        <a:pt x="44" y="1"/>
                      </a:cubicBezTo>
                      <a:cubicBezTo>
                        <a:pt x="54" y="0"/>
                        <a:pt x="59" y="8"/>
                        <a:pt x="57" y="17"/>
                      </a:cubicBezTo>
                      <a:cubicBezTo>
                        <a:pt x="56" y="27"/>
                        <a:pt x="56" y="38"/>
                        <a:pt x="56" y="48"/>
                      </a:cubicBezTo>
                      <a:cubicBezTo>
                        <a:pt x="56" y="50"/>
                        <a:pt x="57" y="52"/>
                        <a:pt x="57" y="55"/>
                      </a:cubicBezTo>
                      <a:cubicBezTo>
                        <a:pt x="57" y="58"/>
                        <a:pt x="56" y="61"/>
                        <a:pt x="55" y="64"/>
                      </a:cubicBezTo>
                      <a:cubicBezTo>
                        <a:pt x="55" y="66"/>
                        <a:pt x="54" y="68"/>
                        <a:pt x="54" y="71"/>
                      </a:cubicBezTo>
                      <a:cubicBezTo>
                        <a:pt x="53" y="79"/>
                        <a:pt x="53" y="87"/>
                        <a:pt x="52" y="95"/>
                      </a:cubicBezTo>
                      <a:cubicBezTo>
                        <a:pt x="52" y="97"/>
                        <a:pt x="51" y="100"/>
                        <a:pt x="49" y="101"/>
                      </a:cubicBezTo>
                      <a:cubicBezTo>
                        <a:pt x="47" y="101"/>
                        <a:pt x="44" y="100"/>
                        <a:pt x="43" y="98"/>
                      </a:cubicBezTo>
                      <a:cubicBezTo>
                        <a:pt x="39" y="95"/>
                        <a:pt x="36" y="92"/>
                        <a:pt x="38" y="86"/>
                      </a:cubicBezTo>
                      <a:cubicBezTo>
                        <a:pt x="39" y="84"/>
                        <a:pt x="39" y="81"/>
                        <a:pt x="39" y="78"/>
                      </a:cubicBezTo>
                      <a:close/>
                      <a:moveTo>
                        <a:pt x="42" y="47"/>
                      </a:moveTo>
                      <a:cubicBezTo>
                        <a:pt x="39" y="46"/>
                        <a:pt x="36" y="45"/>
                        <a:pt x="32" y="44"/>
                      </a:cubicBezTo>
                      <a:cubicBezTo>
                        <a:pt x="31" y="51"/>
                        <a:pt x="30" y="57"/>
                        <a:pt x="29" y="64"/>
                      </a:cubicBezTo>
                      <a:cubicBezTo>
                        <a:pt x="39" y="61"/>
                        <a:pt x="42" y="57"/>
                        <a:pt x="42" y="4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6" name="Freeform 10">
                  <a:extLst>
                    <a:ext uri="{FF2B5EF4-FFF2-40B4-BE49-F238E27FC236}">
                      <a16:creationId xmlns:a16="http://schemas.microsoft.com/office/drawing/2014/main" id="{3C581795-C09D-460E-9472-8181F266F0EF}"/>
                    </a:ext>
                  </a:extLst>
                </p:cNvPr>
                <p:cNvSpPr>
                  <a:spLocks noEditPoints="1"/>
                </p:cNvSpPr>
                <p:nvPr/>
              </p:nvSpPr>
              <p:spPr bwMode="auto">
                <a:xfrm>
                  <a:off x="6361113" y="3541713"/>
                  <a:ext cx="236538" cy="509588"/>
                </a:xfrm>
                <a:custGeom>
                  <a:avLst/>
                  <a:gdLst>
                    <a:gd name="T0" fmla="*/ 11 w 55"/>
                    <a:gd name="T1" fmla="*/ 89 h 120"/>
                    <a:gd name="T2" fmla="*/ 10 w 55"/>
                    <a:gd name="T3" fmla="*/ 100 h 120"/>
                    <a:gd name="T4" fmla="*/ 6 w 55"/>
                    <a:gd name="T5" fmla="*/ 104 h 120"/>
                    <a:gd name="T6" fmla="*/ 1 w 55"/>
                    <a:gd name="T7" fmla="*/ 99 h 120"/>
                    <a:gd name="T8" fmla="*/ 3 w 55"/>
                    <a:gd name="T9" fmla="*/ 84 h 120"/>
                    <a:gd name="T10" fmla="*/ 14 w 55"/>
                    <a:gd name="T11" fmla="*/ 37 h 120"/>
                    <a:gd name="T12" fmla="*/ 22 w 55"/>
                    <a:gd name="T13" fmla="*/ 11 h 120"/>
                    <a:gd name="T14" fmla="*/ 26 w 55"/>
                    <a:gd name="T15" fmla="*/ 19 h 120"/>
                    <a:gd name="T16" fmla="*/ 20 w 55"/>
                    <a:gd name="T17" fmla="*/ 40 h 120"/>
                    <a:gd name="T18" fmla="*/ 27 w 55"/>
                    <a:gd name="T19" fmla="*/ 35 h 120"/>
                    <a:gd name="T20" fmla="*/ 35 w 55"/>
                    <a:gd name="T21" fmla="*/ 30 h 120"/>
                    <a:gd name="T22" fmla="*/ 33 w 55"/>
                    <a:gd name="T23" fmla="*/ 9 h 120"/>
                    <a:gd name="T24" fmla="*/ 28 w 55"/>
                    <a:gd name="T25" fmla="*/ 8 h 120"/>
                    <a:gd name="T26" fmla="*/ 19 w 55"/>
                    <a:gd name="T27" fmla="*/ 12 h 120"/>
                    <a:gd name="T28" fmla="*/ 12 w 55"/>
                    <a:gd name="T29" fmla="*/ 15 h 120"/>
                    <a:gd name="T30" fmla="*/ 9 w 55"/>
                    <a:gd name="T31" fmla="*/ 11 h 120"/>
                    <a:gd name="T32" fmla="*/ 11 w 55"/>
                    <a:gd name="T33" fmla="*/ 8 h 120"/>
                    <a:gd name="T34" fmla="*/ 31 w 55"/>
                    <a:gd name="T35" fmla="*/ 0 h 120"/>
                    <a:gd name="T36" fmla="*/ 45 w 55"/>
                    <a:gd name="T37" fmla="*/ 15 h 120"/>
                    <a:gd name="T38" fmla="*/ 44 w 55"/>
                    <a:gd name="T39" fmla="*/ 46 h 120"/>
                    <a:gd name="T40" fmla="*/ 48 w 55"/>
                    <a:gd name="T41" fmla="*/ 54 h 120"/>
                    <a:gd name="T42" fmla="*/ 48 w 55"/>
                    <a:gd name="T43" fmla="*/ 71 h 120"/>
                    <a:gd name="T44" fmla="*/ 44 w 55"/>
                    <a:gd name="T45" fmla="*/ 77 h 120"/>
                    <a:gd name="T46" fmla="*/ 44 w 55"/>
                    <a:gd name="T47" fmla="*/ 110 h 120"/>
                    <a:gd name="T48" fmla="*/ 44 w 55"/>
                    <a:gd name="T49" fmla="*/ 114 h 120"/>
                    <a:gd name="T50" fmla="*/ 41 w 55"/>
                    <a:gd name="T51" fmla="*/ 120 h 120"/>
                    <a:gd name="T52" fmla="*/ 32 w 55"/>
                    <a:gd name="T53" fmla="*/ 118 h 120"/>
                    <a:gd name="T54" fmla="*/ 13 w 55"/>
                    <a:gd name="T55" fmla="*/ 91 h 120"/>
                    <a:gd name="T56" fmla="*/ 12 w 55"/>
                    <a:gd name="T57" fmla="*/ 89 h 120"/>
                    <a:gd name="T58" fmla="*/ 11 w 55"/>
                    <a:gd name="T59" fmla="*/ 89 h 120"/>
                    <a:gd name="T60" fmla="*/ 24 w 55"/>
                    <a:gd name="T61" fmla="*/ 76 h 120"/>
                    <a:gd name="T62" fmla="*/ 23 w 55"/>
                    <a:gd name="T63" fmla="*/ 74 h 120"/>
                    <a:gd name="T64" fmla="*/ 27 w 55"/>
                    <a:gd name="T65" fmla="*/ 71 h 120"/>
                    <a:gd name="T66" fmla="*/ 33 w 55"/>
                    <a:gd name="T67" fmla="*/ 67 h 120"/>
                    <a:gd name="T68" fmla="*/ 32 w 55"/>
                    <a:gd name="T69" fmla="*/ 63 h 120"/>
                    <a:gd name="T70" fmla="*/ 22 w 55"/>
                    <a:gd name="T71" fmla="*/ 52 h 120"/>
                    <a:gd name="T72" fmla="*/ 18 w 55"/>
                    <a:gd name="T73" fmla="*/ 89 h 120"/>
                    <a:gd name="T74" fmla="*/ 33 w 55"/>
                    <a:gd name="T75" fmla="*/ 107 h 120"/>
                    <a:gd name="T76" fmla="*/ 35 w 55"/>
                    <a:gd name="T77" fmla="*/ 77 h 120"/>
                    <a:gd name="T78" fmla="*/ 31 w 55"/>
                    <a:gd name="T79" fmla="*/ 75 h 120"/>
                    <a:gd name="T80" fmla="*/ 24 w 55"/>
                    <a:gd name="T81" fmla="*/ 76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5" h="120">
                      <a:moveTo>
                        <a:pt x="11" y="89"/>
                      </a:moveTo>
                      <a:cubicBezTo>
                        <a:pt x="10" y="93"/>
                        <a:pt x="10" y="96"/>
                        <a:pt x="10" y="100"/>
                      </a:cubicBezTo>
                      <a:cubicBezTo>
                        <a:pt x="9" y="102"/>
                        <a:pt x="9" y="104"/>
                        <a:pt x="6" y="104"/>
                      </a:cubicBezTo>
                      <a:cubicBezTo>
                        <a:pt x="3" y="104"/>
                        <a:pt x="0" y="103"/>
                        <a:pt x="1" y="99"/>
                      </a:cubicBezTo>
                      <a:cubicBezTo>
                        <a:pt x="2" y="94"/>
                        <a:pt x="2" y="89"/>
                        <a:pt x="3" y="84"/>
                      </a:cubicBezTo>
                      <a:cubicBezTo>
                        <a:pt x="7" y="68"/>
                        <a:pt x="10" y="53"/>
                        <a:pt x="14" y="37"/>
                      </a:cubicBezTo>
                      <a:cubicBezTo>
                        <a:pt x="16" y="29"/>
                        <a:pt x="19" y="20"/>
                        <a:pt x="22" y="11"/>
                      </a:cubicBezTo>
                      <a:cubicBezTo>
                        <a:pt x="26" y="13"/>
                        <a:pt x="27" y="15"/>
                        <a:pt x="26" y="19"/>
                      </a:cubicBezTo>
                      <a:cubicBezTo>
                        <a:pt x="24" y="25"/>
                        <a:pt x="22" y="32"/>
                        <a:pt x="20" y="40"/>
                      </a:cubicBezTo>
                      <a:cubicBezTo>
                        <a:pt x="23" y="37"/>
                        <a:pt x="25" y="36"/>
                        <a:pt x="27" y="35"/>
                      </a:cubicBezTo>
                      <a:cubicBezTo>
                        <a:pt x="30" y="33"/>
                        <a:pt x="34" y="32"/>
                        <a:pt x="35" y="30"/>
                      </a:cubicBezTo>
                      <a:cubicBezTo>
                        <a:pt x="36" y="23"/>
                        <a:pt x="37" y="16"/>
                        <a:pt x="33" y="9"/>
                      </a:cubicBezTo>
                      <a:cubicBezTo>
                        <a:pt x="33" y="8"/>
                        <a:pt x="30" y="7"/>
                        <a:pt x="28" y="8"/>
                      </a:cubicBezTo>
                      <a:cubicBezTo>
                        <a:pt x="25" y="9"/>
                        <a:pt x="22" y="11"/>
                        <a:pt x="19" y="12"/>
                      </a:cubicBezTo>
                      <a:cubicBezTo>
                        <a:pt x="17" y="13"/>
                        <a:pt x="15" y="15"/>
                        <a:pt x="12" y="15"/>
                      </a:cubicBezTo>
                      <a:cubicBezTo>
                        <a:pt x="11" y="15"/>
                        <a:pt x="9" y="13"/>
                        <a:pt x="9" y="11"/>
                      </a:cubicBezTo>
                      <a:cubicBezTo>
                        <a:pt x="8" y="11"/>
                        <a:pt x="10" y="9"/>
                        <a:pt x="11" y="8"/>
                      </a:cubicBezTo>
                      <a:cubicBezTo>
                        <a:pt x="17" y="4"/>
                        <a:pt x="23" y="0"/>
                        <a:pt x="31" y="0"/>
                      </a:cubicBezTo>
                      <a:cubicBezTo>
                        <a:pt x="41" y="1"/>
                        <a:pt x="46" y="5"/>
                        <a:pt x="45" y="15"/>
                      </a:cubicBezTo>
                      <a:cubicBezTo>
                        <a:pt x="45" y="25"/>
                        <a:pt x="45" y="36"/>
                        <a:pt x="44" y="46"/>
                      </a:cubicBezTo>
                      <a:cubicBezTo>
                        <a:pt x="44" y="50"/>
                        <a:pt x="45" y="52"/>
                        <a:pt x="48" y="54"/>
                      </a:cubicBezTo>
                      <a:cubicBezTo>
                        <a:pt x="55" y="60"/>
                        <a:pt x="55" y="66"/>
                        <a:pt x="48" y="71"/>
                      </a:cubicBezTo>
                      <a:cubicBezTo>
                        <a:pt x="45" y="72"/>
                        <a:pt x="44" y="74"/>
                        <a:pt x="44" y="77"/>
                      </a:cubicBezTo>
                      <a:cubicBezTo>
                        <a:pt x="45" y="88"/>
                        <a:pt x="44" y="99"/>
                        <a:pt x="44" y="110"/>
                      </a:cubicBezTo>
                      <a:cubicBezTo>
                        <a:pt x="44" y="112"/>
                        <a:pt x="45" y="113"/>
                        <a:pt x="44" y="114"/>
                      </a:cubicBezTo>
                      <a:cubicBezTo>
                        <a:pt x="43" y="116"/>
                        <a:pt x="42" y="120"/>
                        <a:pt x="41" y="120"/>
                      </a:cubicBezTo>
                      <a:cubicBezTo>
                        <a:pt x="38" y="120"/>
                        <a:pt x="34" y="120"/>
                        <a:pt x="32" y="118"/>
                      </a:cubicBezTo>
                      <a:cubicBezTo>
                        <a:pt x="25" y="109"/>
                        <a:pt x="19" y="100"/>
                        <a:pt x="13" y="91"/>
                      </a:cubicBezTo>
                      <a:cubicBezTo>
                        <a:pt x="12" y="90"/>
                        <a:pt x="12" y="90"/>
                        <a:pt x="12" y="89"/>
                      </a:cubicBezTo>
                      <a:cubicBezTo>
                        <a:pt x="11" y="89"/>
                        <a:pt x="11" y="89"/>
                        <a:pt x="11" y="89"/>
                      </a:cubicBezTo>
                      <a:close/>
                      <a:moveTo>
                        <a:pt x="24" y="76"/>
                      </a:moveTo>
                      <a:cubicBezTo>
                        <a:pt x="23" y="75"/>
                        <a:pt x="23" y="75"/>
                        <a:pt x="23" y="74"/>
                      </a:cubicBezTo>
                      <a:cubicBezTo>
                        <a:pt x="24" y="73"/>
                        <a:pt x="26" y="72"/>
                        <a:pt x="27" y="71"/>
                      </a:cubicBezTo>
                      <a:cubicBezTo>
                        <a:pt x="29" y="70"/>
                        <a:pt x="31" y="69"/>
                        <a:pt x="33" y="67"/>
                      </a:cubicBezTo>
                      <a:cubicBezTo>
                        <a:pt x="35" y="66"/>
                        <a:pt x="35" y="63"/>
                        <a:pt x="32" y="63"/>
                      </a:cubicBezTo>
                      <a:cubicBezTo>
                        <a:pt x="27" y="61"/>
                        <a:pt x="24" y="58"/>
                        <a:pt x="22" y="52"/>
                      </a:cubicBezTo>
                      <a:cubicBezTo>
                        <a:pt x="17" y="65"/>
                        <a:pt x="13" y="77"/>
                        <a:pt x="18" y="89"/>
                      </a:cubicBezTo>
                      <a:cubicBezTo>
                        <a:pt x="21" y="97"/>
                        <a:pt x="27" y="101"/>
                        <a:pt x="33" y="107"/>
                      </a:cubicBezTo>
                      <a:cubicBezTo>
                        <a:pt x="34" y="97"/>
                        <a:pt x="34" y="87"/>
                        <a:pt x="35" y="77"/>
                      </a:cubicBezTo>
                      <a:cubicBezTo>
                        <a:pt x="35" y="77"/>
                        <a:pt x="32" y="75"/>
                        <a:pt x="31" y="75"/>
                      </a:cubicBezTo>
                      <a:cubicBezTo>
                        <a:pt x="29" y="75"/>
                        <a:pt x="26" y="76"/>
                        <a:pt x="24" y="7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36" name="组合 35">
                <a:extLst>
                  <a:ext uri="{FF2B5EF4-FFF2-40B4-BE49-F238E27FC236}">
                    <a16:creationId xmlns:a16="http://schemas.microsoft.com/office/drawing/2014/main" id="{C43281D5-D15F-4210-8FEF-5D0B83A54FD6}"/>
                  </a:ext>
                </a:extLst>
              </p:cNvPr>
              <p:cNvGrpSpPr/>
              <p:nvPr/>
            </p:nvGrpSpPr>
            <p:grpSpPr>
              <a:xfrm>
                <a:off x="6738929" y="2270918"/>
                <a:ext cx="549275" cy="693738"/>
                <a:chOff x="6108700" y="2066926"/>
                <a:chExt cx="549275" cy="693738"/>
              </a:xfrm>
              <a:grpFill/>
            </p:grpSpPr>
            <p:sp>
              <p:nvSpPr>
                <p:cNvPr id="43" name="Freeform 13">
                  <a:extLst>
                    <a:ext uri="{FF2B5EF4-FFF2-40B4-BE49-F238E27FC236}">
                      <a16:creationId xmlns:a16="http://schemas.microsoft.com/office/drawing/2014/main" id="{0965091B-D712-42AC-844D-24578409DB9A}"/>
                    </a:ext>
                  </a:extLst>
                </p:cNvPr>
                <p:cNvSpPr>
                  <a:spLocks noEditPoints="1"/>
                </p:cNvSpPr>
                <p:nvPr/>
              </p:nvSpPr>
              <p:spPr bwMode="auto">
                <a:xfrm>
                  <a:off x="6108700" y="2066926"/>
                  <a:ext cx="549275" cy="655638"/>
                </a:xfrm>
                <a:custGeom>
                  <a:avLst/>
                  <a:gdLst>
                    <a:gd name="T0" fmla="*/ 54 w 128"/>
                    <a:gd name="T1" fmla="*/ 76 h 154"/>
                    <a:gd name="T2" fmla="*/ 66 w 128"/>
                    <a:gd name="T3" fmla="*/ 53 h 154"/>
                    <a:gd name="T4" fmla="*/ 49 w 128"/>
                    <a:gd name="T5" fmla="*/ 47 h 154"/>
                    <a:gd name="T6" fmla="*/ 64 w 128"/>
                    <a:gd name="T7" fmla="*/ 44 h 154"/>
                    <a:gd name="T8" fmla="*/ 83 w 128"/>
                    <a:gd name="T9" fmla="*/ 6 h 154"/>
                    <a:gd name="T10" fmla="*/ 91 w 128"/>
                    <a:gd name="T11" fmla="*/ 11 h 154"/>
                    <a:gd name="T12" fmla="*/ 96 w 128"/>
                    <a:gd name="T13" fmla="*/ 36 h 154"/>
                    <a:gd name="T14" fmla="*/ 106 w 128"/>
                    <a:gd name="T15" fmla="*/ 41 h 154"/>
                    <a:gd name="T16" fmla="*/ 82 w 128"/>
                    <a:gd name="T17" fmla="*/ 50 h 154"/>
                    <a:gd name="T18" fmla="*/ 71 w 128"/>
                    <a:gd name="T19" fmla="*/ 65 h 154"/>
                    <a:gd name="T20" fmla="*/ 110 w 128"/>
                    <a:gd name="T21" fmla="*/ 74 h 154"/>
                    <a:gd name="T22" fmla="*/ 101 w 128"/>
                    <a:gd name="T23" fmla="*/ 87 h 154"/>
                    <a:gd name="T24" fmla="*/ 111 w 128"/>
                    <a:gd name="T25" fmla="*/ 98 h 154"/>
                    <a:gd name="T26" fmla="*/ 92 w 128"/>
                    <a:gd name="T27" fmla="*/ 104 h 154"/>
                    <a:gd name="T28" fmla="*/ 86 w 128"/>
                    <a:gd name="T29" fmla="*/ 116 h 154"/>
                    <a:gd name="T30" fmla="*/ 124 w 128"/>
                    <a:gd name="T31" fmla="*/ 112 h 154"/>
                    <a:gd name="T32" fmla="*/ 120 w 128"/>
                    <a:gd name="T33" fmla="*/ 122 h 154"/>
                    <a:gd name="T34" fmla="*/ 111 w 128"/>
                    <a:gd name="T35" fmla="*/ 144 h 154"/>
                    <a:gd name="T36" fmla="*/ 105 w 128"/>
                    <a:gd name="T37" fmla="*/ 153 h 154"/>
                    <a:gd name="T38" fmla="*/ 55 w 128"/>
                    <a:gd name="T39" fmla="*/ 129 h 154"/>
                    <a:gd name="T40" fmla="*/ 53 w 128"/>
                    <a:gd name="T41" fmla="*/ 121 h 154"/>
                    <a:gd name="T42" fmla="*/ 61 w 128"/>
                    <a:gd name="T43" fmla="*/ 125 h 154"/>
                    <a:gd name="T44" fmla="*/ 94 w 128"/>
                    <a:gd name="T45" fmla="*/ 140 h 154"/>
                    <a:gd name="T46" fmla="*/ 85 w 128"/>
                    <a:gd name="T47" fmla="*/ 127 h 154"/>
                    <a:gd name="T48" fmla="*/ 71 w 128"/>
                    <a:gd name="T49" fmla="*/ 108 h 154"/>
                    <a:gd name="T50" fmla="*/ 52 w 128"/>
                    <a:gd name="T51" fmla="*/ 113 h 154"/>
                    <a:gd name="T52" fmla="*/ 38 w 128"/>
                    <a:gd name="T53" fmla="*/ 97 h 154"/>
                    <a:gd name="T54" fmla="*/ 51 w 128"/>
                    <a:gd name="T55" fmla="*/ 97 h 154"/>
                    <a:gd name="T56" fmla="*/ 34 w 128"/>
                    <a:gd name="T57" fmla="*/ 93 h 154"/>
                    <a:gd name="T58" fmla="*/ 35 w 128"/>
                    <a:gd name="T59" fmla="*/ 105 h 154"/>
                    <a:gd name="T60" fmla="*/ 26 w 128"/>
                    <a:gd name="T61" fmla="*/ 154 h 154"/>
                    <a:gd name="T62" fmla="*/ 20 w 128"/>
                    <a:gd name="T63" fmla="*/ 118 h 154"/>
                    <a:gd name="T64" fmla="*/ 0 w 128"/>
                    <a:gd name="T65" fmla="*/ 103 h 154"/>
                    <a:gd name="T66" fmla="*/ 19 w 128"/>
                    <a:gd name="T67" fmla="*/ 72 h 154"/>
                    <a:gd name="T68" fmla="*/ 25 w 128"/>
                    <a:gd name="T69" fmla="*/ 51 h 154"/>
                    <a:gd name="T70" fmla="*/ 39 w 128"/>
                    <a:gd name="T71" fmla="*/ 14 h 154"/>
                    <a:gd name="T72" fmla="*/ 51 w 128"/>
                    <a:gd name="T73" fmla="*/ 24 h 154"/>
                    <a:gd name="T74" fmla="*/ 39 w 128"/>
                    <a:gd name="T75" fmla="*/ 44 h 154"/>
                    <a:gd name="T76" fmla="*/ 48 w 128"/>
                    <a:gd name="T77" fmla="*/ 73 h 154"/>
                    <a:gd name="T78" fmla="*/ 81 w 128"/>
                    <a:gd name="T79" fmla="*/ 90 h 154"/>
                    <a:gd name="T80" fmla="*/ 92 w 128"/>
                    <a:gd name="T81" fmla="*/ 71 h 154"/>
                    <a:gd name="T82" fmla="*/ 81 w 128"/>
                    <a:gd name="T83" fmla="*/ 80 h 154"/>
                    <a:gd name="T84" fmla="*/ 76 w 128"/>
                    <a:gd name="T85" fmla="*/ 73 h 154"/>
                    <a:gd name="T86" fmla="*/ 67 w 128"/>
                    <a:gd name="T87" fmla="*/ 79 h 154"/>
                    <a:gd name="T88" fmla="*/ 76 w 128"/>
                    <a:gd name="T89" fmla="*/ 73 h 154"/>
                    <a:gd name="T90" fmla="*/ 56 w 128"/>
                    <a:gd name="T91" fmla="*/ 88 h 154"/>
                    <a:gd name="T92" fmla="*/ 63 w 128"/>
                    <a:gd name="T93" fmla="*/ 81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28" h="154">
                      <a:moveTo>
                        <a:pt x="48" y="73"/>
                      </a:moveTo>
                      <a:cubicBezTo>
                        <a:pt x="50" y="74"/>
                        <a:pt x="52" y="75"/>
                        <a:pt x="54" y="76"/>
                      </a:cubicBezTo>
                      <a:cubicBezTo>
                        <a:pt x="57" y="74"/>
                        <a:pt x="60" y="72"/>
                        <a:pt x="63" y="70"/>
                      </a:cubicBezTo>
                      <a:cubicBezTo>
                        <a:pt x="58" y="63"/>
                        <a:pt x="65" y="59"/>
                        <a:pt x="66" y="53"/>
                      </a:cubicBezTo>
                      <a:cubicBezTo>
                        <a:pt x="63" y="53"/>
                        <a:pt x="59" y="53"/>
                        <a:pt x="56" y="52"/>
                      </a:cubicBezTo>
                      <a:cubicBezTo>
                        <a:pt x="54" y="51"/>
                        <a:pt x="51" y="49"/>
                        <a:pt x="49" y="47"/>
                      </a:cubicBezTo>
                      <a:cubicBezTo>
                        <a:pt x="49" y="46"/>
                        <a:pt x="50" y="46"/>
                        <a:pt x="50" y="46"/>
                      </a:cubicBezTo>
                      <a:cubicBezTo>
                        <a:pt x="55" y="45"/>
                        <a:pt x="59" y="45"/>
                        <a:pt x="64" y="44"/>
                      </a:cubicBezTo>
                      <a:cubicBezTo>
                        <a:pt x="68" y="44"/>
                        <a:pt x="70" y="42"/>
                        <a:pt x="71" y="38"/>
                      </a:cubicBezTo>
                      <a:cubicBezTo>
                        <a:pt x="75" y="27"/>
                        <a:pt x="79" y="16"/>
                        <a:pt x="83" y="6"/>
                      </a:cubicBezTo>
                      <a:cubicBezTo>
                        <a:pt x="84" y="3"/>
                        <a:pt x="84" y="0"/>
                        <a:pt x="88" y="2"/>
                      </a:cubicBezTo>
                      <a:cubicBezTo>
                        <a:pt x="92" y="4"/>
                        <a:pt x="94" y="9"/>
                        <a:pt x="91" y="11"/>
                      </a:cubicBezTo>
                      <a:cubicBezTo>
                        <a:pt x="83" y="19"/>
                        <a:pt x="83" y="30"/>
                        <a:pt x="80" y="41"/>
                      </a:cubicBezTo>
                      <a:cubicBezTo>
                        <a:pt x="85" y="39"/>
                        <a:pt x="91" y="37"/>
                        <a:pt x="96" y="36"/>
                      </a:cubicBezTo>
                      <a:cubicBezTo>
                        <a:pt x="98" y="35"/>
                        <a:pt x="101" y="35"/>
                        <a:pt x="102" y="36"/>
                      </a:cubicBezTo>
                      <a:cubicBezTo>
                        <a:pt x="104" y="37"/>
                        <a:pt x="106" y="39"/>
                        <a:pt x="106" y="41"/>
                      </a:cubicBezTo>
                      <a:cubicBezTo>
                        <a:pt x="106" y="42"/>
                        <a:pt x="105" y="44"/>
                        <a:pt x="103" y="44"/>
                      </a:cubicBezTo>
                      <a:cubicBezTo>
                        <a:pt x="96" y="46"/>
                        <a:pt x="89" y="48"/>
                        <a:pt x="82" y="50"/>
                      </a:cubicBezTo>
                      <a:cubicBezTo>
                        <a:pt x="78" y="50"/>
                        <a:pt x="77" y="51"/>
                        <a:pt x="76" y="54"/>
                      </a:cubicBezTo>
                      <a:cubicBezTo>
                        <a:pt x="74" y="58"/>
                        <a:pt x="73" y="61"/>
                        <a:pt x="71" y="65"/>
                      </a:cubicBezTo>
                      <a:cubicBezTo>
                        <a:pt x="82" y="63"/>
                        <a:pt x="92" y="62"/>
                        <a:pt x="102" y="66"/>
                      </a:cubicBezTo>
                      <a:cubicBezTo>
                        <a:pt x="106" y="67"/>
                        <a:pt x="110" y="69"/>
                        <a:pt x="110" y="74"/>
                      </a:cubicBezTo>
                      <a:cubicBezTo>
                        <a:pt x="111" y="79"/>
                        <a:pt x="109" y="83"/>
                        <a:pt x="104" y="85"/>
                      </a:cubicBezTo>
                      <a:cubicBezTo>
                        <a:pt x="103" y="85"/>
                        <a:pt x="102" y="86"/>
                        <a:pt x="101" y="87"/>
                      </a:cubicBezTo>
                      <a:cubicBezTo>
                        <a:pt x="103" y="88"/>
                        <a:pt x="105" y="88"/>
                        <a:pt x="106" y="89"/>
                      </a:cubicBezTo>
                      <a:cubicBezTo>
                        <a:pt x="110" y="91"/>
                        <a:pt x="112" y="94"/>
                        <a:pt x="111" y="98"/>
                      </a:cubicBezTo>
                      <a:cubicBezTo>
                        <a:pt x="110" y="102"/>
                        <a:pt x="107" y="103"/>
                        <a:pt x="104" y="103"/>
                      </a:cubicBezTo>
                      <a:cubicBezTo>
                        <a:pt x="100" y="103"/>
                        <a:pt x="96" y="104"/>
                        <a:pt x="92" y="104"/>
                      </a:cubicBezTo>
                      <a:cubicBezTo>
                        <a:pt x="86" y="105"/>
                        <a:pt x="81" y="111"/>
                        <a:pt x="82" y="117"/>
                      </a:cubicBezTo>
                      <a:cubicBezTo>
                        <a:pt x="83" y="117"/>
                        <a:pt x="85" y="117"/>
                        <a:pt x="86" y="116"/>
                      </a:cubicBezTo>
                      <a:cubicBezTo>
                        <a:pt x="95" y="111"/>
                        <a:pt x="104" y="109"/>
                        <a:pt x="114" y="109"/>
                      </a:cubicBezTo>
                      <a:cubicBezTo>
                        <a:pt x="118" y="110"/>
                        <a:pt x="121" y="111"/>
                        <a:pt x="124" y="112"/>
                      </a:cubicBezTo>
                      <a:cubicBezTo>
                        <a:pt x="128" y="114"/>
                        <a:pt x="128" y="117"/>
                        <a:pt x="126" y="120"/>
                      </a:cubicBezTo>
                      <a:cubicBezTo>
                        <a:pt x="125" y="123"/>
                        <a:pt x="122" y="123"/>
                        <a:pt x="120" y="122"/>
                      </a:cubicBezTo>
                      <a:cubicBezTo>
                        <a:pt x="111" y="118"/>
                        <a:pt x="104" y="120"/>
                        <a:pt x="97" y="123"/>
                      </a:cubicBezTo>
                      <a:cubicBezTo>
                        <a:pt x="101" y="130"/>
                        <a:pt x="106" y="137"/>
                        <a:pt x="111" y="144"/>
                      </a:cubicBezTo>
                      <a:cubicBezTo>
                        <a:pt x="112" y="146"/>
                        <a:pt x="112" y="150"/>
                        <a:pt x="111" y="152"/>
                      </a:cubicBezTo>
                      <a:cubicBezTo>
                        <a:pt x="111" y="153"/>
                        <a:pt x="107" y="153"/>
                        <a:pt x="105" y="153"/>
                      </a:cubicBezTo>
                      <a:cubicBezTo>
                        <a:pt x="91" y="150"/>
                        <a:pt x="77" y="146"/>
                        <a:pt x="66" y="138"/>
                      </a:cubicBezTo>
                      <a:cubicBezTo>
                        <a:pt x="62" y="135"/>
                        <a:pt x="59" y="132"/>
                        <a:pt x="55" y="129"/>
                      </a:cubicBezTo>
                      <a:cubicBezTo>
                        <a:pt x="54" y="128"/>
                        <a:pt x="53" y="127"/>
                        <a:pt x="53" y="126"/>
                      </a:cubicBezTo>
                      <a:cubicBezTo>
                        <a:pt x="53" y="124"/>
                        <a:pt x="53" y="122"/>
                        <a:pt x="53" y="121"/>
                      </a:cubicBezTo>
                      <a:cubicBezTo>
                        <a:pt x="55" y="121"/>
                        <a:pt x="57" y="121"/>
                        <a:pt x="58" y="121"/>
                      </a:cubicBezTo>
                      <a:cubicBezTo>
                        <a:pt x="59" y="122"/>
                        <a:pt x="60" y="123"/>
                        <a:pt x="61" y="125"/>
                      </a:cubicBezTo>
                      <a:cubicBezTo>
                        <a:pt x="70" y="134"/>
                        <a:pt x="80" y="139"/>
                        <a:pt x="92" y="140"/>
                      </a:cubicBezTo>
                      <a:cubicBezTo>
                        <a:pt x="93" y="140"/>
                        <a:pt x="93" y="140"/>
                        <a:pt x="94" y="140"/>
                      </a:cubicBezTo>
                      <a:cubicBezTo>
                        <a:pt x="92" y="136"/>
                        <a:pt x="90" y="132"/>
                        <a:pt x="88" y="128"/>
                      </a:cubicBezTo>
                      <a:cubicBezTo>
                        <a:pt x="88" y="128"/>
                        <a:pt x="86" y="127"/>
                        <a:pt x="85" y="127"/>
                      </a:cubicBezTo>
                      <a:cubicBezTo>
                        <a:pt x="71" y="126"/>
                        <a:pt x="70" y="124"/>
                        <a:pt x="71" y="111"/>
                      </a:cubicBezTo>
                      <a:cubicBezTo>
                        <a:pt x="71" y="110"/>
                        <a:pt x="71" y="109"/>
                        <a:pt x="71" y="108"/>
                      </a:cubicBezTo>
                      <a:cubicBezTo>
                        <a:pt x="68" y="109"/>
                        <a:pt x="65" y="109"/>
                        <a:pt x="62" y="110"/>
                      </a:cubicBezTo>
                      <a:cubicBezTo>
                        <a:pt x="59" y="111"/>
                        <a:pt x="55" y="112"/>
                        <a:pt x="52" y="113"/>
                      </a:cubicBezTo>
                      <a:cubicBezTo>
                        <a:pt x="48" y="114"/>
                        <a:pt x="44" y="115"/>
                        <a:pt x="41" y="111"/>
                      </a:cubicBezTo>
                      <a:cubicBezTo>
                        <a:pt x="37" y="107"/>
                        <a:pt x="37" y="102"/>
                        <a:pt x="38" y="97"/>
                      </a:cubicBezTo>
                      <a:cubicBezTo>
                        <a:pt x="38" y="96"/>
                        <a:pt x="40" y="96"/>
                        <a:pt x="42" y="96"/>
                      </a:cubicBezTo>
                      <a:cubicBezTo>
                        <a:pt x="45" y="96"/>
                        <a:pt x="48" y="96"/>
                        <a:pt x="51" y="97"/>
                      </a:cubicBezTo>
                      <a:cubicBezTo>
                        <a:pt x="48" y="90"/>
                        <a:pt x="46" y="84"/>
                        <a:pt x="43" y="78"/>
                      </a:cubicBezTo>
                      <a:cubicBezTo>
                        <a:pt x="40" y="83"/>
                        <a:pt x="37" y="88"/>
                        <a:pt x="34" y="93"/>
                      </a:cubicBezTo>
                      <a:cubicBezTo>
                        <a:pt x="33" y="94"/>
                        <a:pt x="33" y="96"/>
                        <a:pt x="34" y="98"/>
                      </a:cubicBezTo>
                      <a:cubicBezTo>
                        <a:pt x="34" y="100"/>
                        <a:pt x="35" y="103"/>
                        <a:pt x="35" y="105"/>
                      </a:cubicBezTo>
                      <a:cubicBezTo>
                        <a:pt x="32" y="121"/>
                        <a:pt x="29" y="136"/>
                        <a:pt x="27" y="151"/>
                      </a:cubicBezTo>
                      <a:cubicBezTo>
                        <a:pt x="26" y="152"/>
                        <a:pt x="26" y="153"/>
                        <a:pt x="26" y="154"/>
                      </a:cubicBezTo>
                      <a:cubicBezTo>
                        <a:pt x="17" y="153"/>
                        <a:pt x="14" y="149"/>
                        <a:pt x="15" y="141"/>
                      </a:cubicBezTo>
                      <a:cubicBezTo>
                        <a:pt x="17" y="134"/>
                        <a:pt x="18" y="126"/>
                        <a:pt x="20" y="118"/>
                      </a:cubicBezTo>
                      <a:cubicBezTo>
                        <a:pt x="15" y="123"/>
                        <a:pt x="12" y="122"/>
                        <a:pt x="7" y="118"/>
                      </a:cubicBezTo>
                      <a:cubicBezTo>
                        <a:pt x="3" y="114"/>
                        <a:pt x="0" y="109"/>
                        <a:pt x="0" y="103"/>
                      </a:cubicBezTo>
                      <a:cubicBezTo>
                        <a:pt x="0" y="102"/>
                        <a:pt x="1" y="101"/>
                        <a:pt x="1" y="100"/>
                      </a:cubicBezTo>
                      <a:cubicBezTo>
                        <a:pt x="7" y="91"/>
                        <a:pt x="14" y="82"/>
                        <a:pt x="19" y="72"/>
                      </a:cubicBezTo>
                      <a:cubicBezTo>
                        <a:pt x="22" y="67"/>
                        <a:pt x="24" y="61"/>
                        <a:pt x="26" y="55"/>
                      </a:cubicBezTo>
                      <a:cubicBezTo>
                        <a:pt x="27" y="54"/>
                        <a:pt x="25" y="53"/>
                        <a:pt x="25" y="51"/>
                      </a:cubicBezTo>
                      <a:cubicBezTo>
                        <a:pt x="18" y="43"/>
                        <a:pt x="18" y="39"/>
                        <a:pt x="23" y="30"/>
                      </a:cubicBezTo>
                      <a:cubicBezTo>
                        <a:pt x="27" y="23"/>
                        <a:pt x="32" y="17"/>
                        <a:pt x="39" y="14"/>
                      </a:cubicBezTo>
                      <a:cubicBezTo>
                        <a:pt x="45" y="11"/>
                        <a:pt x="50" y="12"/>
                        <a:pt x="53" y="16"/>
                      </a:cubicBezTo>
                      <a:cubicBezTo>
                        <a:pt x="56" y="20"/>
                        <a:pt x="56" y="22"/>
                        <a:pt x="51" y="24"/>
                      </a:cubicBezTo>
                      <a:cubicBezTo>
                        <a:pt x="44" y="26"/>
                        <a:pt x="41" y="31"/>
                        <a:pt x="37" y="36"/>
                      </a:cubicBezTo>
                      <a:cubicBezTo>
                        <a:pt x="36" y="39"/>
                        <a:pt x="36" y="42"/>
                        <a:pt x="39" y="44"/>
                      </a:cubicBezTo>
                      <a:cubicBezTo>
                        <a:pt x="41" y="45"/>
                        <a:pt x="42" y="47"/>
                        <a:pt x="43" y="48"/>
                      </a:cubicBezTo>
                      <a:cubicBezTo>
                        <a:pt x="52" y="58"/>
                        <a:pt x="54" y="62"/>
                        <a:pt x="48" y="73"/>
                      </a:cubicBezTo>
                      <a:close/>
                      <a:moveTo>
                        <a:pt x="79" y="89"/>
                      </a:moveTo>
                      <a:cubicBezTo>
                        <a:pt x="80" y="89"/>
                        <a:pt x="80" y="90"/>
                        <a:pt x="81" y="90"/>
                      </a:cubicBezTo>
                      <a:cubicBezTo>
                        <a:pt x="85" y="86"/>
                        <a:pt x="90" y="81"/>
                        <a:pt x="95" y="76"/>
                      </a:cubicBezTo>
                      <a:cubicBezTo>
                        <a:pt x="97" y="73"/>
                        <a:pt x="95" y="71"/>
                        <a:pt x="92" y="71"/>
                      </a:cubicBezTo>
                      <a:cubicBezTo>
                        <a:pt x="88" y="71"/>
                        <a:pt x="85" y="71"/>
                        <a:pt x="81" y="71"/>
                      </a:cubicBezTo>
                      <a:cubicBezTo>
                        <a:pt x="81" y="75"/>
                        <a:pt x="81" y="77"/>
                        <a:pt x="81" y="80"/>
                      </a:cubicBezTo>
                      <a:cubicBezTo>
                        <a:pt x="81" y="83"/>
                        <a:pt x="80" y="86"/>
                        <a:pt x="79" y="89"/>
                      </a:cubicBezTo>
                      <a:close/>
                      <a:moveTo>
                        <a:pt x="76" y="73"/>
                      </a:moveTo>
                      <a:cubicBezTo>
                        <a:pt x="73" y="74"/>
                        <a:pt x="71" y="75"/>
                        <a:pt x="69" y="77"/>
                      </a:cubicBezTo>
                      <a:cubicBezTo>
                        <a:pt x="68" y="77"/>
                        <a:pt x="67" y="78"/>
                        <a:pt x="67" y="79"/>
                      </a:cubicBezTo>
                      <a:cubicBezTo>
                        <a:pt x="67" y="84"/>
                        <a:pt x="68" y="88"/>
                        <a:pt x="68" y="92"/>
                      </a:cubicBezTo>
                      <a:cubicBezTo>
                        <a:pt x="74" y="91"/>
                        <a:pt x="77" y="83"/>
                        <a:pt x="76" y="73"/>
                      </a:cubicBezTo>
                      <a:close/>
                      <a:moveTo>
                        <a:pt x="63" y="81"/>
                      </a:moveTo>
                      <a:cubicBezTo>
                        <a:pt x="55" y="84"/>
                        <a:pt x="54" y="85"/>
                        <a:pt x="56" y="88"/>
                      </a:cubicBezTo>
                      <a:cubicBezTo>
                        <a:pt x="58" y="94"/>
                        <a:pt x="60" y="95"/>
                        <a:pt x="65" y="93"/>
                      </a:cubicBezTo>
                      <a:cubicBezTo>
                        <a:pt x="64" y="89"/>
                        <a:pt x="63" y="85"/>
                        <a:pt x="63" y="8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4" name="Freeform 14">
                  <a:extLst>
                    <a:ext uri="{FF2B5EF4-FFF2-40B4-BE49-F238E27FC236}">
                      <a16:creationId xmlns:a16="http://schemas.microsoft.com/office/drawing/2014/main" id="{EDF1A89C-87D3-4066-B020-1AF4B9A41344}"/>
                    </a:ext>
                  </a:extLst>
                </p:cNvPr>
                <p:cNvSpPr>
                  <a:spLocks/>
                </p:cNvSpPr>
                <p:nvPr/>
              </p:nvSpPr>
              <p:spPr bwMode="auto">
                <a:xfrm>
                  <a:off x="6259513" y="2578101"/>
                  <a:ext cx="68263" cy="182563"/>
                </a:xfrm>
                <a:custGeom>
                  <a:avLst/>
                  <a:gdLst>
                    <a:gd name="T0" fmla="*/ 9 w 16"/>
                    <a:gd name="T1" fmla="*/ 0 h 43"/>
                    <a:gd name="T2" fmla="*/ 15 w 16"/>
                    <a:gd name="T3" fmla="*/ 11 h 43"/>
                    <a:gd name="T4" fmla="*/ 9 w 16"/>
                    <a:gd name="T5" fmla="*/ 43 h 43"/>
                    <a:gd name="T6" fmla="*/ 2 w 16"/>
                    <a:gd name="T7" fmla="*/ 39 h 43"/>
                    <a:gd name="T8" fmla="*/ 0 w 16"/>
                    <a:gd name="T9" fmla="*/ 35 h 43"/>
                    <a:gd name="T10" fmla="*/ 9 w 16"/>
                    <a:gd name="T11" fmla="*/ 0 h 43"/>
                  </a:gdLst>
                  <a:ahLst/>
                  <a:cxnLst>
                    <a:cxn ang="0">
                      <a:pos x="T0" y="T1"/>
                    </a:cxn>
                    <a:cxn ang="0">
                      <a:pos x="T2" y="T3"/>
                    </a:cxn>
                    <a:cxn ang="0">
                      <a:pos x="T4" y="T5"/>
                    </a:cxn>
                    <a:cxn ang="0">
                      <a:pos x="T6" y="T7"/>
                    </a:cxn>
                    <a:cxn ang="0">
                      <a:pos x="T8" y="T9"/>
                    </a:cxn>
                    <a:cxn ang="0">
                      <a:pos x="T10" y="T11"/>
                    </a:cxn>
                  </a:cxnLst>
                  <a:rect l="0" t="0" r="r" b="b"/>
                  <a:pathLst>
                    <a:path w="16" h="43">
                      <a:moveTo>
                        <a:pt x="9" y="0"/>
                      </a:moveTo>
                      <a:cubicBezTo>
                        <a:pt x="15" y="3"/>
                        <a:pt x="16" y="6"/>
                        <a:pt x="15" y="11"/>
                      </a:cubicBezTo>
                      <a:cubicBezTo>
                        <a:pt x="12" y="21"/>
                        <a:pt x="11" y="32"/>
                        <a:pt x="9" y="43"/>
                      </a:cubicBezTo>
                      <a:cubicBezTo>
                        <a:pt x="6" y="41"/>
                        <a:pt x="4" y="40"/>
                        <a:pt x="2" y="39"/>
                      </a:cubicBezTo>
                      <a:cubicBezTo>
                        <a:pt x="1" y="38"/>
                        <a:pt x="0" y="37"/>
                        <a:pt x="0" y="35"/>
                      </a:cubicBezTo>
                      <a:cubicBezTo>
                        <a:pt x="3" y="24"/>
                        <a:pt x="6" y="12"/>
                        <a:pt x="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37" name="组合 36">
                <a:extLst>
                  <a:ext uri="{FF2B5EF4-FFF2-40B4-BE49-F238E27FC236}">
                    <a16:creationId xmlns:a16="http://schemas.microsoft.com/office/drawing/2014/main" id="{CD1C2EA2-DECB-4C4E-997D-8417E76BE944}"/>
                  </a:ext>
                </a:extLst>
              </p:cNvPr>
              <p:cNvGrpSpPr/>
              <p:nvPr/>
            </p:nvGrpSpPr>
            <p:grpSpPr>
              <a:xfrm>
                <a:off x="7532962" y="2451100"/>
                <a:ext cx="368300" cy="317500"/>
                <a:chOff x="6186488" y="2930526"/>
                <a:chExt cx="368300" cy="317500"/>
              </a:xfrm>
              <a:grpFill/>
            </p:grpSpPr>
            <p:sp>
              <p:nvSpPr>
                <p:cNvPr id="40" name="Freeform 18">
                  <a:extLst>
                    <a:ext uri="{FF2B5EF4-FFF2-40B4-BE49-F238E27FC236}">
                      <a16:creationId xmlns:a16="http://schemas.microsoft.com/office/drawing/2014/main" id="{58E0037C-7932-4788-ADA9-47256329EEB7}"/>
                    </a:ext>
                  </a:extLst>
                </p:cNvPr>
                <p:cNvSpPr>
                  <a:spLocks/>
                </p:cNvSpPr>
                <p:nvPr/>
              </p:nvSpPr>
              <p:spPr bwMode="auto">
                <a:xfrm>
                  <a:off x="6310313" y="2930526"/>
                  <a:ext cx="244475" cy="317500"/>
                </a:xfrm>
                <a:custGeom>
                  <a:avLst/>
                  <a:gdLst>
                    <a:gd name="T0" fmla="*/ 49 w 57"/>
                    <a:gd name="T1" fmla="*/ 74 h 75"/>
                    <a:gd name="T2" fmla="*/ 40 w 57"/>
                    <a:gd name="T3" fmla="*/ 67 h 75"/>
                    <a:gd name="T4" fmla="*/ 33 w 57"/>
                    <a:gd name="T5" fmla="*/ 48 h 75"/>
                    <a:gd name="T6" fmla="*/ 27 w 57"/>
                    <a:gd name="T7" fmla="*/ 46 h 75"/>
                    <a:gd name="T8" fmla="*/ 11 w 57"/>
                    <a:gd name="T9" fmla="*/ 60 h 75"/>
                    <a:gd name="T10" fmla="*/ 5 w 57"/>
                    <a:gd name="T11" fmla="*/ 60 h 75"/>
                    <a:gd name="T12" fmla="*/ 6 w 57"/>
                    <a:gd name="T13" fmla="*/ 46 h 75"/>
                    <a:gd name="T14" fmla="*/ 27 w 57"/>
                    <a:gd name="T15" fmla="*/ 26 h 75"/>
                    <a:gd name="T16" fmla="*/ 40 w 57"/>
                    <a:gd name="T17" fmla="*/ 10 h 75"/>
                    <a:gd name="T18" fmla="*/ 41 w 57"/>
                    <a:gd name="T19" fmla="*/ 6 h 75"/>
                    <a:gd name="T20" fmla="*/ 45 w 57"/>
                    <a:gd name="T21" fmla="*/ 0 h 75"/>
                    <a:gd name="T22" fmla="*/ 53 w 57"/>
                    <a:gd name="T23" fmla="*/ 3 h 75"/>
                    <a:gd name="T24" fmla="*/ 53 w 57"/>
                    <a:gd name="T25" fmla="*/ 20 h 75"/>
                    <a:gd name="T26" fmla="*/ 37 w 57"/>
                    <a:gd name="T27" fmla="*/ 38 h 75"/>
                    <a:gd name="T28" fmla="*/ 49 w 57"/>
                    <a:gd name="T29" fmla="*/ 74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7" h="75">
                      <a:moveTo>
                        <a:pt x="49" y="74"/>
                      </a:moveTo>
                      <a:cubicBezTo>
                        <a:pt x="43" y="75"/>
                        <a:pt x="41" y="72"/>
                        <a:pt x="40" y="67"/>
                      </a:cubicBezTo>
                      <a:cubicBezTo>
                        <a:pt x="38" y="61"/>
                        <a:pt x="35" y="54"/>
                        <a:pt x="33" y="48"/>
                      </a:cubicBezTo>
                      <a:cubicBezTo>
                        <a:pt x="32" y="45"/>
                        <a:pt x="30" y="44"/>
                        <a:pt x="27" y="46"/>
                      </a:cubicBezTo>
                      <a:cubicBezTo>
                        <a:pt x="22" y="51"/>
                        <a:pt x="16" y="55"/>
                        <a:pt x="11" y="60"/>
                      </a:cubicBezTo>
                      <a:cubicBezTo>
                        <a:pt x="8" y="63"/>
                        <a:pt x="7" y="62"/>
                        <a:pt x="5" y="60"/>
                      </a:cubicBezTo>
                      <a:cubicBezTo>
                        <a:pt x="0" y="54"/>
                        <a:pt x="0" y="51"/>
                        <a:pt x="6" y="46"/>
                      </a:cubicBezTo>
                      <a:cubicBezTo>
                        <a:pt x="13" y="39"/>
                        <a:pt x="20" y="33"/>
                        <a:pt x="27" y="26"/>
                      </a:cubicBezTo>
                      <a:cubicBezTo>
                        <a:pt x="32" y="21"/>
                        <a:pt x="36" y="15"/>
                        <a:pt x="40" y="10"/>
                      </a:cubicBezTo>
                      <a:cubicBezTo>
                        <a:pt x="40" y="9"/>
                        <a:pt x="41" y="7"/>
                        <a:pt x="41" y="6"/>
                      </a:cubicBezTo>
                      <a:cubicBezTo>
                        <a:pt x="40" y="3"/>
                        <a:pt x="42" y="0"/>
                        <a:pt x="45" y="0"/>
                      </a:cubicBezTo>
                      <a:cubicBezTo>
                        <a:pt x="48" y="0"/>
                        <a:pt x="51" y="1"/>
                        <a:pt x="53" y="3"/>
                      </a:cubicBezTo>
                      <a:cubicBezTo>
                        <a:pt x="57" y="6"/>
                        <a:pt x="57" y="16"/>
                        <a:pt x="53" y="20"/>
                      </a:cubicBezTo>
                      <a:cubicBezTo>
                        <a:pt x="48" y="26"/>
                        <a:pt x="42" y="32"/>
                        <a:pt x="37" y="38"/>
                      </a:cubicBezTo>
                      <a:cubicBezTo>
                        <a:pt x="44" y="49"/>
                        <a:pt x="49" y="61"/>
                        <a:pt x="49" y="7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1" name="Freeform 19">
                  <a:extLst>
                    <a:ext uri="{FF2B5EF4-FFF2-40B4-BE49-F238E27FC236}">
                      <a16:creationId xmlns:a16="http://schemas.microsoft.com/office/drawing/2014/main" id="{B78F413E-1D51-491F-A6EC-02810949F837}"/>
                    </a:ext>
                  </a:extLst>
                </p:cNvPr>
                <p:cNvSpPr>
                  <a:spLocks/>
                </p:cNvSpPr>
                <p:nvPr/>
              </p:nvSpPr>
              <p:spPr bwMode="auto">
                <a:xfrm>
                  <a:off x="6186488" y="3009901"/>
                  <a:ext cx="123825" cy="234950"/>
                </a:xfrm>
                <a:custGeom>
                  <a:avLst/>
                  <a:gdLst>
                    <a:gd name="T0" fmla="*/ 12 w 29"/>
                    <a:gd name="T1" fmla="*/ 30 h 55"/>
                    <a:gd name="T2" fmla="*/ 20 w 29"/>
                    <a:gd name="T3" fmla="*/ 7 h 55"/>
                    <a:gd name="T4" fmla="*/ 25 w 29"/>
                    <a:gd name="T5" fmla="*/ 1 h 55"/>
                    <a:gd name="T6" fmla="*/ 26 w 29"/>
                    <a:gd name="T7" fmla="*/ 9 h 55"/>
                    <a:gd name="T8" fmla="*/ 16 w 29"/>
                    <a:gd name="T9" fmla="*/ 39 h 55"/>
                    <a:gd name="T10" fmla="*/ 13 w 29"/>
                    <a:gd name="T11" fmla="*/ 52 h 55"/>
                    <a:gd name="T12" fmla="*/ 7 w 29"/>
                    <a:gd name="T13" fmla="*/ 54 h 55"/>
                    <a:gd name="T14" fmla="*/ 2 w 29"/>
                    <a:gd name="T15" fmla="*/ 41 h 55"/>
                    <a:gd name="T16" fmla="*/ 3 w 29"/>
                    <a:gd name="T17" fmla="*/ 32 h 55"/>
                    <a:gd name="T18" fmla="*/ 2 w 29"/>
                    <a:gd name="T19" fmla="*/ 6 h 55"/>
                    <a:gd name="T20" fmla="*/ 6 w 29"/>
                    <a:gd name="T21" fmla="*/ 5 h 55"/>
                    <a:gd name="T22" fmla="*/ 10 w 29"/>
                    <a:gd name="T23" fmla="*/ 14 h 55"/>
                    <a:gd name="T24" fmla="*/ 11 w 29"/>
                    <a:gd name="T25" fmla="*/ 30 h 55"/>
                    <a:gd name="T26" fmla="*/ 12 w 29"/>
                    <a:gd name="T27" fmla="*/ 3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55">
                      <a:moveTo>
                        <a:pt x="12" y="30"/>
                      </a:moveTo>
                      <a:cubicBezTo>
                        <a:pt x="15" y="23"/>
                        <a:pt x="17" y="15"/>
                        <a:pt x="20" y="7"/>
                      </a:cubicBezTo>
                      <a:cubicBezTo>
                        <a:pt x="21" y="5"/>
                        <a:pt x="21" y="0"/>
                        <a:pt x="25" y="1"/>
                      </a:cubicBezTo>
                      <a:cubicBezTo>
                        <a:pt x="29" y="2"/>
                        <a:pt x="27" y="6"/>
                        <a:pt x="26" y="9"/>
                      </a:cubicBezTo>
                      <a:cubicBezTo>
                        <a:pt x="23" y="19"/>
                        <a:pt x="19" y="29"/>
                        <a:pt x="16" y="39"/>
                      </a:cubicBezTo>
                      <a:cubicBezTo>
                        <a:pt x="15" y="43"/>
                        <a:pt x="14" y="48"/>
                        <a:pt x="13" y="52"/>
                      </a:cubicBezTo>
                      <a:cubicBezTo>
                        <a:pt x="12" y="55"/>
                        <a:pt x="10" y="55"/>
                        <a:pt x="7" y="54"/>
                      </a:cubicBezTo>
                      <a:cubicBezTo>
                        <a:pt x="1" y="50"/>
                        <a:pt x="0" y="49"/>
                        <a:pt x="2" y="41"/>
                      </a:cubicBezTo>
                      <a:cubicBezTo>
                        <a:pt x="3" y="38"/>
                        <a:pt x="3" y="35"/>
                        <a:pt x="3" y="32"/>
                      </a:cubicBezTo>
                      <a:cubicBezTo>
                        <a:pt x="3" y="23"/>
                        <a:pt x="2" y="15"/>
                        <a:pt x="2" y="6"/>
                      </a:cubicBezTo>
                      <a:cubicBezTo>
                        <a:pt x="2" y="3"/>
                        <a:pt x="5" y="3"/>
                        <a:pt x="6" y="5"/>
                      </a:cubicBezTo>
                      <a:cubicBezTo>
                        <a:pt x="8" y="7"/>
                        <a:pt x="10" y="11"/>
                        <a:pt x="10" y="14"/>
                      </a:cubicBezTo>
                      <a:cubicBezTo>
                        <a:pt x="11" y="19"/>
                        <a:pt x="11" y="25"/>
                        <a:pt x="11" y="30"/>
                      </a:cubicBezTo>
                      <a:cubicBezTo>
                        <a:pt x="11" y="30"/>
                        <a:pt x="12" y="30"/>
                        <a:pt x="12"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2" name="Freeform 20">
                  <a:extLst>
                    <a:ext uri="{FF2B5EF4-FFF2-40B4-BE49-F238E27FC236}">
                      <a16:creationId xmlns:a16="http://schemas.microsoft.com/office/drawing/2014/main" id="{28D425C4-CE02-4413-BBE1-2E9FA0CC0E90}"/>
                    </a:ext>
                  </a:extLst>
                </p:cNvPr>
                <p:cNvSpPr>
                  <a:spLocks/>
                </p:cNvSpPr>
                <p:nvPr/>
              </p:nvSpPr>
              <p:spPr bwMode="auto">
                <a:xfrm>
                  <a:off x="6259513" y="2933701"/>
                  <a:ext cx="114300" cy="73025"/>
                </a:xfrm>
                <a:custGeom>
                  <a:avLst/>
                  <a:gdLst>
                    <a:gd name="T0" fmla="*/ 27 w 27"/>
                    <a:gd name="T1" fmla="*/ 1 h 17"/>
                    <a:gd name="T2" fmla="*/ 16 w 27"/>
                    <a:gd name="T3" fmla="*/ 14 h 17"/>
                    <a:gd name="T4" fmla="*/ 5 w 27"/>
                    <a:gd name="T5" fmla="*/ 13 h 17"/>
                    <a:gd name="T6" fmla="*/ 0 w 27"/>
                    <a:gd name="T7" fmla="*/ 4 h 17"/>
                    <a:gd name="T8" fmla="*/ 9 w 27"/>
                    <a:gd name="T9" fmla="*/ 2 h 17"/>
                    <a:gd name="T10" fmla="*/ 27 w 27"/>
                    <a:gd name="T11" fmla="*/ 0 h 17"/>
                    <a:gd name="T12" fmla="*/ 27 w 27"/>
                    <a:gd name="T13" fmla="*/ 1 h 17"/>
                  </a:gdLst>
                  <a:ahLst/>
                  <a:cxnLst>
                    <a:cxn ang="0">
                      <a:pos x="T0" y="T1"/>
                    </a:cxn>
                    <a:cxn ang="0">
                      <a:pos x="T2" y="T3"/>
                    </a:cxn>
                    <a:cxn ang="0">
                      <a:pos x="T4" y="T5"/>
                    </a:cxn>
                    <a:cxn ang="0">
                      <a:pos x="T6" y="T7"/>
                    </a:cxn>
                    <a:cxn ang="0">
                      <a:pos x="T8" y="T9"/>
                    </a:cxn>
                    <a:cxn ang="0">
                      <a:pos x="T10" y="T11"/>
                    </a:cxn>
                    <a:cxn ang="0">
                      <a:pos x="T12" y="T13"/>
                    </a:cxn>
                  </a:cxnLst>
                  <a:rect l="0" t="0" r="r" b="b"/>
                  <a:pathLst>
                    <a:path w="27" h="17">
                      <a:moveTo>
                        <a:pt x="27" y="1"/>
                      </a:moveTo>
                      <a:cubicBezTo>
                        <a:pt x="24" y="6"/>
                        <a:pt x="20" y="10"/>
                        <a:pt x="16" y="14"/>
                      </a:cubicBezTo>
                      <a:cubicBezTo>
                        <a:pt x="14" y="17"/>
                        <a:pt x="8" y="16"/>
                        <a:pt x="5" y="13"/>
                      </a:cubicBezTo>
                      <a:cubicBezTo>
                        <a:pt x="3" y="10"/>
                        <a:pt x="1" y="7"/>
                        <a:pt x="0" y="4"/>
                      </a:cubicBezTo>
                      <a:cubicBezTo>
                        <a:pt x="3" y="3"/>
                        <a:pt x="6" y="2"/>
                        <a:pt x="9" y="2"/>
                      </a:cubicBezTo>
                      <a:cubicBezTo>
                        <a:pt x="15" y="1"/>
                        <a:pt x="21" y="1"/>
                        <a:pt x="27" y="0"/>
                      </a:cubicBezTo>
                      <a:cubicBezTo>
                        <a:pt x="27" y="1"/>
                        <a:pt x="27" y="1"/>
                        <a:pt x="2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sp>
            <p:nvSpPr>
              <p:cNvPr id="38" name="Freeform 11">
                <a:extLst>
                  <a:ext uri="{FF2B5EF4-FFF2-40B4-BE49-F238E27FC236}">
                    <a16:creationId xmlns:a16="http://schemas.microsoft.com/office/drawing/2014/main" id="{9E7CBDC3-9BA0-4307-8967-3267E5966ED9}"/>
                  </a:ext>
                </a:extLst>
              </p:cNvPr>
              <p:cNvSpPr>
                <a:spLocks noEditPoints="1"/>
              </p:cNvSpPr>
              <p:nvPr/>
            </p:nvSpPr>
            <p:spPr bwMode="auto">
              <a:xfrm>
                <a:off x="9065451" y="2270918"/>
                <a:ext cx="439964" cy="615950"/>
              </a:xfrm>
              <a:custGeom>
                <a:avLst/>
                <a:gdLst>
                  <a:gd name="T0" fmla="*/ 29 w 72"/>
                  <a:gd name="T1" fmla="*/ 49 h 102"/>
                  <a:gd name="T2" fmla="*/ 15 w 72"/>
                  <a:gd name="T3" fmla="*/ 43 h 102"/>
                  <a:gd name="T4" fmla="*/ 10 w 72"/>
                  <a:gd name="T5" fmla="*/ 21 h 102"/>
                  <a:gd name="T6" fmla="*/ 13 w 72"/>
                  <a:gd name="T7" fmla="*/ 15 h 102"/>
                  <a:gd name="T8" fmla="*/ 19 w 72"/>
                  <a:gd name="T9" fmla="*/ 18 h 102"/>
                  <a:gd name="T10" fmla="*/ 20 w 72"/>
                  <a:gd name="T11" fmla="*/ 26 h 102"/>
                  <a:gd name="T12" fmla="*/ 35 w 72"/>
                  <a:gd name="T13" fmla="*/ 22 h 102"/>
                  <a:gd name="T14" fmla="*/ 40 w 72"/>
                  <a:gd name="T15" fmla="*/ 16 h 102"/>
                  <a:gd name="T16" fmla="*/ 43 w 72"/>
                  <a:gd name="T17" fmla="*/ 14 h 102"/>
                  <a:gd name="T18" fmla="*/ 44 w 72"/>
                  <a:gd name="T19" fmla="*/ 19 h 102"/>
                  <a:gd name="T20" fmla="*/ 43 w 72"/>
                  <a:gd name="T21" fmla="*/ 28 h 102"/>
                  <a:gd name="T22" fmla="*/ 36 w 72"/>
                  <a:gd name="T23" fmla="*/ 40 h 102"/>
                  <a:gd name="T24" fmla="*/ 37 w 72"/>
                  <a:gd name="T25" fmla="*/ 42 h 102"/>
                  <a:gd name="T26" fmla="*/ 44 w 72"/>
                  <a:gd name="T27" fmla="*/ 38 h 102"/>
                  <a:gd name="T28" fmla="*/ 56 w 72"/>
                  <a:gd name="T29" fmla="*/ 20 h 102"/>
                  <a:gd name="T30" fmla="*/ 49 w 72"/>
                  <a:gd name="T31" fmla="*/ 9 h 102"/>
                  <a:gd name="T32" fmla="*/ 28 w 72"/>
                  <a:gd name="T33" fmla="*/ 14 h 102"/>
                  <a:gd name="T34" fmla="*/ 20 w 72"/>
                  <a:gd name="T35" fmla="*/ 13 h 102"/>
                  <a:gd name="T36" fmla="*/ 22 w 72"/>
                  <a:gd name="T37" fmla="*/ 6 h 102"/>
                  <a:gd name="T38" fmla="*/ 50 w 72"/>
                  <a:gd name="T39" fmla="*/ 1 h 102"/>
                  <a:gd name="T40" fmla="*/ 68 w 72"/>
                  <a:gd name="T41" fmla="*/ 12 h 102"/>
                  <a:gd name="T42" fmla="*/ 67 w 72"/>
                  <a:gd name="T43" fmla="*/ 24 h 102"/>
                  <a:gd name="T44" fmla="*/ 49 w 72"/>
                  <a:gd name="T45" fmla="*/ 48 h 102"/>
                  <a:gd name="T46" fmla="*/ 42 w 72"/>
                  <a:gd name="T47" fmla="*/ 49 h 102"/>
                  <a:gd name="T48" fmla="*/ 37 w 72"/>
                  <a:gd name="T49" fmla="*/ 47 h 102"/>
                  <a:gd name="T50" fmla="*/ 35 w 72"/>
                  <a:gd name="T51" fmla="*/ 52 h 102"/>
                  <a:gd name="T52" fmla="*/ 41 w 72"/>
                  <a:gd name="T53" fmla="*/ 58 h 102"/>
                  <a:gd name="T54" fmla="*/ 48 w 72"/>
                  <a:gd name="T55" fmla="*/ 57 h 102"/>
                  <a:gd name="T56" fmla="*/ 53 w 72"/>
                  <a:gd name="T57" fmla="*/ 59 h 102"/>
                  <a:gd name="T58" fmla="*/ 53 w 72"/>
                  <a:gd name="T59" fmla="*/ 66 h 102"/>
                  <a:gd name="T60" fmla="*/ 48 w 72"/>
                  <a:gd name="T61" fmla="*/ 70 h 102"/>
                  <a:gd name="T62" fmla="*/ 37 w 72"/>
                  <a:gd name="T63" fmla="*/ 81 h 102"/>
                  <a:gd name="T64" fmla="*/ 45 w 72"/>
                  <a:gd name="T65" fmla="*/ 81 h 102"/>
                  <a:gd name="T66" fmla="*/ 57 w 72"/>
                  <a:gd name="T67" fmla="*/ 89 h 102"/>
                  <a:gd name="T68" fmla="*/ 51 w 72"/>
                  <a:gd name="T69" fmla="*/ 98 h 102"/>
                  <a:gd name="T70" fmla="*/ 26 w 72"/>
                  <a:gd name="T71" fmla="*/ 101 h 102"/>
                  <a:gd name="T72" fmla="*/ 17 w 72"/>
                  <a:gd name="T73" fmla="*/ 96 h 102"/>
                  <a:gd name="T74" fmla="*/ 15 w 72"/>
                  <a:gd name="T75" fmla="*/ 94 h 102"/>
                  <a:gd name="T76" fmla="*/ 19 w 72"/>
                  <a:gd name="T77" fmla="*/ 77 h 102"/>
                  <a:gd name="T78" fmla="*/ 27 w 72"/>
                  <a:gd name="T79" fmla="*/ 70 h 102"/>
                  <a:gd name="T80" fmla="*/ 27 w 72"/>
                  <a:gd name="T81" fmla="*/ 69 h 102"/>
                  <a:gd name="T82" fmla="*/ 21 w 72"/>
                  <a:gd name="T83" fmla="*/ 71 h 102"/>
                  <a:gd name="T84" fmla="*/ 9 w 72"/>
                  <a:gd name="T85" fmla="*/ 76 h 102"/>
                  <a:gd name="T86" fmla="*/ 3 w 72"/>
                  <a:gd name="T87" fmla="*/ 75 h 102"/>
                  <a:gd name="T88" fmla="*/ 4 w 72"/>
                  <a:gd name="T89" fmla="*/ 69 h 102"/>
                  <a:gd name="T90" fmla="*/ 26 w 72"/>
                  <a:gd name="T91" fmla="*/ 60 h 102"/>
                  <a:gd name="T92" fmla="*/ 28 w 72"/>
                  <a:gd name="T93" fmla="*/ 57 h 102"/>
                  <a:gd name="T94" fmla="*/ 29 w 72"/>
                  <a:gd name="T95" fmla="*/ 49 h 102"/>
                  <a:gd name="T96" fmla="*/ 34 w 72"/>
                  <a:gd name="T97" fmla="*/ 29 h 102"/>
                  <a:gd name="T98" fmla="*/ 33 w 72"/>
                  <a:gd name="T99" fmla="*/ 28 h 102"/>
                  <a:gd name="T100" fmla="*/ 26 w 72"/>
                  <a:gd name="T101" fmla="*/ 32 h 102"/>
                  <a:gd name="T102" fmla="*/ 23 w 72"/>
                  <a:gd name="T103" fmla="*/ 36 h 102"/>
                  <a:gd name="T104" fmla="*/ 26 w 72"/>
                  <a:gd name="T105" fmla="*/ 42 h 102"/>
                  <a:gd name="T106" fmla="*/ 31 w 72"/>
                  <a:gd name="T107" fmla="*/ 40 h 102"/>
                  <a:gd name="T108" fmla="*/ 34 w 72"/>
                  <a:gd name="T109" fmla="*/ 29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2" h="102">
                    <a:moveTo>
                      <a:pt x="29" y="49"/>
                    </a:moveTo>
                    <a:cubicBezTo>
                      <a:pt x="19" y="52"/>
                      <a:pt x="18" y="52"/>
                      <a:pt x="15" y="43"/>
                    </a:cubicBezTo>
                    <a:cubicBezTo>
                      <a:pt x="13" y="36"/>
                      <a:pt x="11" y="28"/>
                      <a:pt x="10" y="21"/>
                    </a:cubicBezTo>
                    <a:cubicBezTo>
                      <a:pt x="9" y="19"/>
                      <a:pt x="11" y="16"/>
                      <a:pt x="13" y="15"/>
                    </a:cubicBezTo>
                    <a:cubicBezTo>
                      <a:pt x="16" y="13"/>
                      <a:pt x="18" y="16"/>
                      <a:pt x="19" y="18"/>
                    </a:cubicBezTo>
                    <a:cubicBezTo>
                      <a:pt x="19" y="21"/>
                      <a:pt x="20" y="23"/>
                      <a:pt x="20" y="26"/>
                    </a:cubicBezTo>
                    <a:cubicBezTo>
                      <a:pt x="26" y="25"/>
                      <a:pt x="31" y="24"/>
                      <a:pt x="35" y="22"/>
                    </a:cubicBezTo>
                    <a:cubicBezTo>
                      <a:pt x="37" y="21"/>
                      <a:pt x="38" y="18"/>
                      <a:pt x="40" y="16"/>
                    </a:cubicBezTo>
                    <a:cubicBezTo>
                      <a:pt x="41" y="15"/>
                      <a:pt x="42" y="14"/>
                      <a:pt x="43" y="14"/>
                    </a:cubicBezTo>
                    <a:cubicBezTo>
                      <a:pt x="44" y="15"/>
                      <a:pt x="44" y="17"/>
                      <a:pt x="44" y="19"/>
                    </a:cubicBezTo>
                    <a:cubicBezTo>
                      <a:pt x="44" y="22"/>
                      <a:pt x="43" y="25"/>
                      <a:pt x="43" y="28"/>
                    </a:cubicBezTo>
                    <a:cubicBezTo>
                      <a:pt x="37" y="29"/>
                      <a:pt x="39" y="36"/>
                      <a:pt x="36" y="40"/>
                    </a:cubicBezTo>
                    <a:cubicBezTo>
                      <a:pt x="36" y="41"/>
                      <a:pt x="37" y="41"/>
                      <a:pt x="37" y="42"/>
                    </a:cubicBezTo>
                    <a:cubicBezTo>
                      <a:pt x="39" y="41"/>
                      <a:pt x="42" y="40"/>
                      <a:pt x="44" y="38"/>
                    </a:cubicBezTo>
                    <a:cubicBezTo>
                      <a:pt x="48" y="32"/>
                      <a:pt x="52" y="26"/>
                      <a:pt x="56" y="20"/>
                    </a:cubicBezTo>
                    <a:cubicBezTo>
                      <a:pt x="59" y="15"/>
                      <a:pt x="56" y="9"/>
                      <a:pt x="49" y="9"/>
                    </a:cubicBezTo>
                    <a:cubicBezTo>
                      <a:pt x="42" y="8"/>
                      <a:pt x="34" y="10"/>
                      <a:pt x="28" y="14"/>
                    </a:cubicBezTo>
                    <a:cubicBezTo>
                      <a:pt x="25" y="16"/>
                      <a:pt x="22" y="15"/>
                      <a:pt x="20" y="13"/>
                    </a:cubicBezTo>
                    <a:cubicBezTo>
                      <a:pt x="17" y="9"/>
                      <a:pt x="17" y="7"/>
                      <a:pt x="22" y="6"/>
                    </a:cubicBezTo>
                    <a:cubicBezTo>
                      <a:pt x="31" y="3"/>
                      <a:pt x="40" y="0"/>
                      <a:pt x="50" y="1"/>
                    </a:cubicBezTo>
                    <a:cubicBezTo>
                      <a:pt x="58" y="1"/>
                      <a:pt x="63" y="7"/>
                      <a:pt x="68" y="12"/>
                    </a:cubicBezTo>
                    <a:cubicBezTo>
                      <a:pt x="72" y="15"/>
                      <a:pt x="70" y="20"/>
                      <a:pt x="67" y="24"/>
                    </a:cubicBezTo>
                    <a:cubicBezTo>
                      <a:pt x="61" y="32"/>
                      <a:pt x="55" y="40"/>
                      <a:pt x="49" y="48"/>
                    </a:cubicBezTo>
                    <a:cubicBezTo>
                      <a:pt x="47" y="51"/>
                      <a:pt x="45" y="52"/>
                      <a:pt x="42" y="49"/>
                    </a:cubicBezTo>
                    <a:cubicBezTo>
                      <a:pt x="41" y="48"/>
                      <a:pt x="38" y="47"/>
                      <a:pt x="37" y="47"/>
                    </a:cubicBezTo>
                    <a:cubicBezTo>
                      <a:pt x="36" y="48"/>
                      <a:pt x="35" y="50"/>
                      <a:pt x="35" y="52"/>
                    </a:cubicBezTo>
                    <a:cubicBezTo>
                      <a:pt x="34" y="59"/>
                      <a:pt x="34" y="59"/>
                      <a:pt x="41" y="58"/>
                    </a:cubicBezTo>
                    <a:cubicBezTo>
                      <a:pt x="43" y="57"/>
                      <a:pt x="46" y="56"/>
                      <a:pt x="48" y="57"/>
                    </a:cubicBezTo>
                    <a:cubicBezTo>
                      <a:pt x="50" y="57"/>
                      <a:pt x="53" y="58"/>
                      <a:pt x="53" y="59"/>
                    </a:cubicBezTo>
                    <a:cubicBezTo>
                      <a:pt x="54" y="61"/>
                      <a:pt x="54" y="64"/>
                      <a:pt x="53" y="66"/>
                    </a:cubicBezTo>
                    <a:cubicBezTo>
                      <a:pt x="52" y="68"/>
                      <a:pt x="50" y="69"/>
                      <a:pt x="48" y="70"/>
                    </a:cubicBezTo>
                    <a:cubicBezTo>
                      <a:pt x="44" y="73"/>
                      <a:pt x="39" y="75"/>
                      <a:pt x="37" y="81"/>
                    </a:cubicBezTo>
                    <a:cubicBezTo>
                      <a:pt x="40" y="81"/>
                      <a:pt x="43" y="81"/>
                      <a:pt x="45" y="81"/>
                    </a:cubicBezTo>
                    <a:cubicBezTo>
                      <a:pt x="51" y="81"/>
                      <a:pt x="56" y="84"/>
                      <a:pt x="57" y="89"/>
                    </a:cubicBezTo>
                    <a:cubicBezTo>
                      <a:pt x="58" y="93"/>
                      <a:pt x="55" y="97"/>
                      <a:pt x="51" y="98"/>
                    </a:cubicBezTo>
                    <a:cubicBezTo>
                      <a:pt x="43" y="99"/>
                      <a:pt x="35" y="100"/>
                      <a:pt x="26" y="101"/>
                    </a:cubicBezTo>
                    <a:cubicBezTo>
                      <a:pt x="22" y="102"/>
                      <a:pt x="19" y="100"/>
                      <a:pt x="17" y="96"/>
                    </a:cubicBezTo>
                    <a:cubicBezTo>
                      <a:pt x="16" y="96"/>
                      <a:pt x="16" y="95"/>
                      <a:pt x="15" y="94"/>
                    </a:cubicBezTo>
                    <a:cubicBezTo>
                      <a:pt x="11" y="84"/>
                      <a:pt x="11" y="84"/>
                      <a:pt x="19" y="77"/>
                    </a:cubicBezTo>
                    <a:cubicBezTo>
                      <a:pt x="22" y="75"/>
                      <a:pt x="24" y="72"/>
                      <a:pt x="27" y="70"/>
                    </a:cubicBezTo>
                    <a:cubicBezTo>
                      <a:pt x="27" y="70"/>
                      <a:pt x="27" y="69"/>
                      <a:pt x="27" y="69"/>
                    </a:cubicBezTo>
                    <a:cubicBezTo>
                      <a:pt x="25" y="69"/>
                      <a:pt x="23" y="70"/>
                      <a:pt x="21" y="71"/>
                    </a:cubicBezTo>
                    <a:cubicBezTo>
                      <a:pt x="17" y="72"/>
                      <a:pt x="13" y="74"/>
                      <a:pt x="9" y="76"/>
                    </a:cubicBezTo>
                    <a:cubicBezTo>
                      <a:pt x="7" y="76"/>
                      <a:pt x="5" y="76"/>
                      <a:pt x="3" y="75"/>
                    </a:cubicBezTo>
                    <a:cubicBezTo>
                      <a:pt x="0" y="72"/>
                      <a:pt x="0" y="71"/>
                      <a:pt x="4" y="69"/>
                    </a:cubicBezTo>
                    <a:cubicBezTo>
                      <a:pt x="12" y="66"/>
                      <a:pt x="19" y="63"/>
                      <a:pt x="26" y="60"/>
                    </a:cubicBezTo>
                    <a:cubicBezTo>
                      <a:pt x="27" y="60"/>
                      <a:pt x="28" y="58"/>
                      <a:pt x="28" y="57"/>
                    </a:cubicBezTo>
                    <a:cubicBezTo>
                      <a:pt x="29" y="55"/>
                      <a:pt x="29" y="52"/>
                      <a:pt x="29" y="49"/>
                    </a:cubicBezTo>
                    <a:close/>
                    <a:moveTo>
                      <a:pt x="34" y="29"/>
                    </a:moveTo>
                    <a:cubicBezTo>
                      <a:pt x="34" y="29"/>
                      <a:pt x="34" y="29"/>
                      <a:pt x="33" y="28"/>
                    </a:cubicBezTo>
                    <a:cubicBezTo>
                      <a:pt x="31" y="29"/>
                      <a:pt x="28" y="30"/>
                      <a:pt x="26" y="32"/>
                    </a:cubicBezTo>
                    <a:cubicBezTo>
                      <a:pt x="24" y="32"/>
                      <a:pt x="22" y="34"/>
                      <a:pt x="23" y="36"/>
                    </a:cubicBezTo>
                    <a:cubicBezTo>
                      <a:pt x="23" y="38"/>
                      <a:pt x="25" y="40"/>
                      <a:pt x="26" y="42"/>
                    </a:cubicBezTo>
                    <a:cubicBezTo>
                      <a:pt x="27" y="42"/>
                      <a:pt x="30" y="41"/>
                      <a:pt x="31" y="40"/>
                    </a:cubicBezTo>
                    <a:cubicBezTo>
                      <a:pt x="32" y="37"/>
                      <a:pt x="33" y="33"/>
                      <a:pt x="34" y="29"/>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9" name="Freeform 12">
                <a:extLst>
                  <a:ext uri="{FF2B5EF4-FFF2-40B4-BE49-F238E27FC236}">
                    <a16:creationId xmlns:a16="http://schemas.microsoft.com/office/drawing/2014/main" id="{D88D9717-3185-4A77-8E18-2A8659D441F7}"/>
                  </a:ext>
                </a:extLst>
              </p:cNvPr>
              <p:cNvSpPr>
                <a:spLocks/>
              </p:cNvSpPr>
              <p:nvPr/>
            </p:nvSpPr>
            <p:spPr bwMode="auto">
              <a:xfrm>
                <a:off x="8878184" y="2293480"/>
                <a:ext cx="236904" cy="593388"/>
              </a:xfrm>
              <a:custGeom>
                <a:avLst/>
                <a:gdLst>
                  <a:gd name="T0" fmla="*/ 30 w 39"/>
                  <a:gd name="T1" fmla="*/ 44 h 98"/>
                  <a:gd name="T2" fmla="*/ 36 w 39"/>
                  <a:gd name="T3" fmla="*/ 34 h 98"/>
                  <a:gd name="T4" fmla="*/ 37 w 39"/>
                  <a:gd name="T5" fmla="*/ 51 h 98"/>
                  <a:gd name="T6" fmla="*/ 25 w 39"/>
                  <a:gd name="T7" fmla="*/ 82 h 98"/>
                  <a:gd name="T8" fmla="*/ 21 w 39"/>
                  <a:gd name="T9" fmla="*/ 98 h 98"/>
                  <a:gd name="T10" fmla="*/ 13 w 39"/>
                  <a:gd name="T11" fmla="*/ 96 h 98"/>
                  <a:gd name="T12" fmla="*/ 5 w 39"/>
                  <a:gd name="T13" fmla="*/ 83 h 98"/>
                  <a:gd name="T14" fmla="*/ 11 w 39"/>
                  <a:gd name="T15" fmla="*/ 62 h 98"/>
                  <a:gd name="T16" fmla="*/ 9 w 39"/>
                  <a:gd name="T17" fmla="*/ 43 h 98"/>
                  <a:gd name="T18" fmla="*/ 12 w 39"/>
                  <a:gd name="T19" fmla="*/ 38 h 98"/>
                  <a:gd name="T20" fmla="*/ 18 w 39"/>
                  <a:gd name="T21" fmla="*/ 33 h 98"/>
                  <a:gd name="T22" fmla="*/ 23 w 39"/>
                  <a:gd name="T23" fmla="*/ 12 h 98"/>
                  <a:gd name="T24" fmla="*/ 11 w 39"/>
                  <a:gd name="T25" fmla="*/ 16 h 98"/>
                  <a:gd name="T26" fmla="*/ 2 w 39"/>
                  <a:gd name="T27" fmla="*/ 16 h 98"/>
                  <a:gd name="T28" fmla="*/ 0 w 39"/>
                  <a:gd name="T29" fmla="*/ 12 h 98"/>
                  <a:gd name="T30" fmla="*/ 3 w 39"/>
                  <a:gd name="T31" fmla="*/ 10 h 98"/>
                  <a:gd name="T32" fmla="*/ 16 w 39"/>
                  <a:gd name="T33" fmla="*/ 7 h 98"/>
                  <a:gd name="T34" fmla="*/ 26 w 39"/>
                  <a:gd name="T35" fmla="*/ 2 h 98"/>
                  <a:gd name="T36" fmla="*/ 32 w 39"/>
                  <a:gd name="T37" fmla="*/ 1 h 98"/>
                  <a:gd name="T38" fmla="*/ 35 w 39"/>
                  <a:gd name="T39" fmla="*/ 9 h 98"/>
                  <a:gd name="T40" fmla="*/ 34 w 39"/>
                  <a:gd name="T41" fmla="*/ 11 h 98"/>
                  <a:gd name="T42" fmla="*/ 27 w 39"/>
                  <a:gd name="T43" fmla="*/ 38 h 98"/>
                  <a:gd name="T44" fmla="*/ 28 w 39"/>
                  <a:gd name="T45" fmla="*/ 44 h 98"/>
                  <a:gd name="T46" fmla="*/ 30 w 39"/>
                  <a:gd name="T47" fmla="*/ 44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9" h="98">
                    <a:moveTo>
                      <a:pt x="30" y="44"/>
                    </a:moveTo>
                    <a:cubicBezTo>
                      <a:pt x="32" y="41"/>
                      <a:pt x="34" y="38"/>
                      <a:pt x="36" y="34"/>
                    </a:cubicBezTo>
                    <a:cubicBezTo>
                      <a:pt x="37" y="40"/>
                      <a:pt x="39" y="45"/>
                      <a:pt x="37" y="51"/>
                    </a:cubicBezTo>
                    <a:cubicBezTo>
                      <a:pt x="33" y="61"/>
                      <a:pt x="29" y="72"/>
                      <a:pt x="25" y="82"/>
                    </a:cubicBezTo>
                    <a:cubicBezTo>
                      <a:pt x="23" y="87"/>
                      <a:pt x="23" y="92"/>
                      <a:pt x="21" y="98"/>
                    </a:cubicBezTo>
                    <a:cubicBezTo>
                      <a:pt x="18" y="97"/>
                      <a:pt x="15" y="97"/>
                      <a:pt x="13" y="96"/>
                    </a:cubicBezTo>
                    <a:cubicBezTo>
                      <a:pt x="7" y="94"/>
                      <a:pt x="3" y="89"/>
                      <a:pt x="5" y="83"/>
                    </a:cubicBezTo>
                    <a:cubicBezTo>
                      <a:pt x="7" y="76"/>
                      <a:pt x="9" y="69"/>
                      <a:pt x="11" y="62"/>
                    </a:cubicBezTo>
                    <a:cubicBezTo>
                      <a:pt x="13" y="56"/>
                      <a:pt x="14" y="49"/>
                      <a:pt x="9" y="43"/>
                    </a:cubicBezTo>
                    <a:cubicBezTo>
                      <a:pt x="7" y="39"/>
                      <a:pt x="9" y="38"/>
                      <a:pt x="12" y="38"/>
                    </a:cubicBezTo>
                    <a:cubicBezTo>
                      <a:pt x="17" y="39"/>
                      <a:pt x="17" y="37"/>
                      <a:pt x="18" y="33"/>
                    </a:cubicBezTo>
                    <a:cubicBezTo>
                      <a:pt x="19" y="26"/>
                      <a:pt x="21" y="20"/>
                      <a:pt x="23" y="12"/>
                    </a:cubicBezTo>
                    <a:cubicBezTo>
                      <a:pt x="19" y="13"/>
                      <a:pt x="15" y="15"/>
                      <a:pt x="11" y="16"/>
                    </a:cubicBezTo>
                    <a:cubicBezTo>
                      <a:pt x="8" y="17"/>
                      <a:pt x="5" y="16"/>
                      <a:pt x="2" y="16"/>
                    </a:cubicBezTo>
                    <a:cubicBezTo>
                      <a:pt x="1" y="15"/>
                      <a:pt x="0" y="13"/>
                      <a:pt x="0" y="12"/>
                    </a:cubicBezTo>
                    <a:cubicBezTo>
                      <a:pt x="1" y="11"/>
                      <a:pt x="2" y="10"/>
                      <a:pt x="3" y="10"/>
                    </a:cubicBezTo>
                    <a:cubicBezTo>
                      <a:pt x="7" y="8"/>
                      <a:pt x="12" y="8"/>
                      <a:pt x="16" y="7"/>
                    </a:cubicBezTo>
                    <a:cubicBezTo>
                      <a:pt x="19" y="5"/>
                      <a:pt x="22" y="3"/>
                      <a:pt x="26" y="2"/>
                    </a:cubicBezTo>
                    <a:cubicBezTo>
                      <a:pt x="28" y="1"/>
                      <a:pt x="32" y="0"/>
                      <a:pt x="32" y="1"/>
                    </a:cubicBezTo>
                    <a:cubicBezTo>
                      <a:pt x="34" y="3"/>
                      <a:pt x="35" y="6"/>
                      <a:pt x="35" y="9"/>
                    </a:cubicBezTo>
                    <a:cubicBezTo>
                      <a:pt x="36" y="9"/>
                      <a:pt x="35" y="10"/>
                      <a:pt x="34" y="11"/>
                    </a:cubicBezTo>
                    <a:cubicBezTo>
                      <a:pt x="27" y="19"/>
                      <a:pt x="28" y="29"/>
                      <a:pt x="27" y="38"/>
                    </a:cubicBezTo>
                    <a:cubicBezTo>
                      <a:pt x="27" y="40"/>
                      <a:pt x="28" y="42"/>
                      <a:pt x="28" y="44"/>
                    </a:cubicBezTo>
                    <a:cubicBezTo>
                      <a:pt x="29" y="44"/>
                      <a:pt x="29" y="44"/>
                      <a:pt x="30" y="44"/>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grpSp>
      </p:grpSp>
      <p:pic>
        <p:nvPicPr>
          <p:cNvPr id="57" name="图片 56"/>
          <p:cNvPicPr>
            <a:picLocks noChangeAspect="1"/>
          </p:cNvPicPr>
          <p:nvPr userDrawn="1"/>
        </p:nvPicPr>
        <p:blipFill rotWithShape="1">
          <a:blip r:embed="rId2" cstate="hqprint">
            <a:extLst>
              <a:ext uri="{28A0092B-C50C-407E-A947-70E740481C1C}">
                <a14:useLocalDpi xmlns:a14="http://schemas.microsoft.com/office/drawing/2010/main"/>
              </a:ext>
            </a:extLst>
          </a:blip>
          <a:srcRect l="-333"/>
          <a:stretch/>
        </p:blipFill>
        <p:spPr>
          <a:xfrm>
            <a:off x="11282579" y="252089"/>
            <a:ext cx="432990" cy="432990"/>
          </a:xfrm>
          <a:prstGeom prst="rect">
            <a:avLst/>
          </a:prstGeom>
        </p:spPr>
      </p:pic>
      <p:cxnSp>
        <p:nvCxnSpPr>
          <p:cNvPr id="87" name="直接连接符 86">
            <a:extLst>
              <a:ext uri="{FF2B5EF4-FFF2-40B4-BE49-F238E27FC236}">
                <a16:creationId xmlns:a16="http://schemas.microsoft.com/office/drawing/2014/main" id="{1375EC85-F9E6-44D2-9F15-53B5B6F75476}"/>
              </a:ext>
            </a:extLst>
          </p:cNvPr>
          <p:cNvCxnSpPr>
            <a:cxnSpLocks/>
          </p:cNvCxnSpPr>
          <p:nvPr userDrawn="1"/>
        </p:nvCxnSpPr>
        <p:spPr>
          <a:xfrm>
            <a:off x="442913" y="821731"/>
            <a:ext cx="11306175"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0" name="直接连接符 89">
            <a:extLst>
              <a:ext uri="{FF2B5EF4-FFF2-40B4-BE49-F238E27FC236}">
                <a16:creationId xmlns:a16="http://schemas.microsoft.com/office/drawing/2014/main" id="{70DEE229-ACC1-4297-A1E3-DEA16F9B9C28}"/>
              </a:ext>
            </a:extLst>
          </p:cNvPr>
          <p:cNvCxnSpPr>
            <a:cxnSpLocks/>
          </p:cNvCxnSpPr>
          <p:nvPr userDrawn="1"/>
        </p:nvCxnSpPr>
        <p:spPr>
          <a:xfrm>
            <a:off x="442913" y="6264275"/>
            <a:ext cx="11306175"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4" name="组合 3"/>
          <p:cNvGrpSpPr/>
          <p:nvPr userDrawn="1"/>
        </p:nvGrpSpPr>
        <p:grpSpPr>
          <a:xfrm>
            <a:off x="-511603" y="273355"/>
            <a:ext cx="1221064" cy="438825"/>
            <a:chOff x="-529708" y="381991"/>
            <a:chExt cx="1221064" cy="438825"/>
          </a:xfrm>
        </p:grpSpPr>
        <p:sp>
          <p:nvSpPr>
            <p:cNvPr id="58" name="梯形 57">
              <a:extLst>
                <a:ext uri="{FF2B5EF4-FFF2-40B4-BE49-F238E27FC236}">
                  <a16:creationId xmlns:a16="http://schemas.microsoft.com/office/drawing/2014/main" id="{5065A524-15E6-4769-B9ED-7868E19ADB1E}"/>
                </a:ext>
              </a:extLst>
            </p:cNvPr>
            <p:cNvSpPr/>
            <p:nvPr userDrawn="1"/>
          </p:nvSpPr>
          <p:spPr>
            <a:xfrm rot="16200000">
              <a:off x="-107121" y="-40596"/>
              <a:ext cx="375890" cy="1221064"/>
            </a:xfrm>
            <a:prstGeom prst="trapezoid">
              <a:avLst>
                <a:gd name="adj" fmla="val 7230"/>
              </a:avLst>
            </a:prstGeom>
            <a:gradFill>
              <a:gsLst>
                <a:gs pos="100000">
                  <a:schemeClr val="accent1"/>
                </a:gs>
                <a:gs pos="0">
                  <a:schemeClr val="accent1">
                    <a:alpha val="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梯形 58">
              <a:extLst>
                <a:ext uri="{FF2B5EF4-FFF2-40B4-BE49-F238E27FC236}">
                  <a16:creationId xmlns:a16="http://schemas.microsoft.com/office/drawing/2014/main" id="{AC403C93-604F-4B72-B919-463ACA49C29B}"/>
                </a:ext>
              </a:extLst>
            </p:cNvPr>
            <p:cNvSpPr/>
            <p:nvPr userDrawn="1"/>
          </p:nvSpPr>
          <p:spPr>
            <a:xfrm rot="16200000">
              <a:off x="-79397" y="146495"/>
              <a:ext cx="267255" cy="1058332"/>
            </a:xfrm>
            <a:prstGeom prst="trapezoid">
              <a:avLst>
                <a:gd name="adj" fmla="val 723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梯形 59">
              <a:extLst>
                <a:ext uri="{FF2B5EF4-FFF2-40B4-BE49-F238E27FC236}">
                  <a16:creationId xmlns:a16="http://schemas.microsoft.com/office/drawing/2014/main" id="{AC403C93-604F-4B72-B919-463ACA49C29B}"/>
                </a:ext>
              </a:extLst>
            </p:cNvPr>
            <p:cNvSpPr/>
            <p:nvPr userDrawn="1"/>
          </p:nvSpPr>
          <p:spPr>
            <a:xfrm rot="16200000">
              <a:off x="-95133" y="158023"/>
              <a:ext cx="267255" cy="1058332"/>
            </a:xfrm>
            <a:prstGeom prst="trapezoid">
              <a:avLst>
                <a:gd name="adj" fmla="val 7230"/>
              </a:avLst>
            </a:prstGeom>
            <a:gradFill flip="none" rotWithShape="1">
              <a:gsLst>
                <a:gs pos="100000">
                  <a:schemeClr val="accent4"/>
                </a:gs>
                <a:gs pos="0">
                  <a:schemeClr val="accent4">
                    <a:alpha val="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2942088916"/>
      </p:ext>
    </p:extLst>
  </p:cSld>
  <p:clrMapOvr>
    <a:masterClrMapping/>
  </p:clrMapOvr>
  <p:transition spd="med">
    <p:fade/>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内页样式5-一段一图">
    <p:spTree>
      <p:nvGrpSpPr>
        <p:cNvPr id="1" name=""/>
        <p:cNvGrpSpPr/>
        <p:nvPr/>
      </p:nvGrpSpPr>
      <p:grpSpPr>
        <a:xfrm>
          <a:off x="0" y="0"/>
          <a:ext cx="0" cy="0"/>
          <a:chOff x="0" y="0"/>
          <a:chExt cx="0" cy="0"/>
        </a:xfrm>
      </p:grpSpPr>
      <p:sp>
        <p:nvSpPr>
          <p:cNvPr id="61" name="文本框 60"/>
          <p:cNvSpPr txBox="1">
            <a:spLocks noChangeArrowheads="1"/>
          </p:cNvSpPr>
          <p:nvPr userDrawn="1"/>
        </p:nvSpPr>
        <p:spPr bwMode="auto">
          <a:xfrm>
            <a:off x="11233150" y="6353175"/>
            <a:ext cx="55086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0">
            <a:spAutoFit/>
          </a:bodyPr>
          <a:lstStyle>
            <a:lvl1pPr>
              <a:defRPr>
                <a:solidFill>
                  <a:schemeClr val="tx1"/>
                </a:solidFill>
                <a:latin typeface="Century Gothic" panose="020B0502020202020204" pitchFamily="34" charset="0"/>
                <a:ea typeface="微软雅黑" panose="020B0503020204020204" pitchFamily="34" charset="-122"/>
              </a:defRPr>
            </a:lvl1pPr>
            <a:lvl2pPr marL="742950" indent="-285750">
              <a:defRPr>
                <a:solidFill>
                  <a:schemeClr val="tx1"/>
                </a:solidFill>
                <a:latin typeface="Century Gothic" panose="020B0502020202020204" pitchFamily="34" charset="0"/>
                <a:ea typeface="微软雅黑" panose="020B0503020204020204" pitchFamily="34" charset="-122"/>
              </a:defRPr>
            </a:lvl2pPr>
            <a:lvl3pPr marL="1143000" indent="-228600">
              <a:defRPr>
                <a:solidFill>
                  <a:schemeClr val="tx1"/>
                </a:solidFill>
                <a:latin typeface="Century Gothic" panose="020B0502020202020204" pitchFamily="34" charset="0"/>
                <a:ea typeface="微软雅黑" panose="020B0503020204020204" pitchFamily="34" charset="-122"/>
              </a:defRPr>
            </a:lvl3pPr>
            <a:lvl4pPr marL="1600200" indent="-228600">
              <a:defRPr>
                <a:solidFill>
                  <a:schemeClr val="tx1"/>
                </a:solidFill>
                <a:latin typeface="Century Gothic" panose="020B0502020202020204" pitchFamily="34" charset="0"/>
                <a:ea typeface="微软雅黑" panose="020B0503020204020204" pitchFamily="34" charset="-122"/>
              </a:defRPr>
            </a:lvl4pPr>
            <a:lvl5pPr marL="2057400" indent="-228600">
              <a:defRPr>
                <a:solidFill>
                  <a:schemeClr val="tx1"/>
                </a:solidFill>
                <a:latin typeface="Century Gothic" panose="020B050202020202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9pPr>
          </a:lstStyle>
          <a:p>
            <a:pPr algn="ctr" eaLnBrk="1" hangingPunct="1">
              <a:defRPr/>
            </a:pPr>
            <a:fld id="{4CE2CC6A-3CD6-4EB2-A6B9-76993E7CF1F2}" type="slidenum">
              <a:rPr lang="zh-CN" altLang="en-US" sz="1600" smtClean="0">
                <a:solidFill>
                  <a:schemeClr val="accent3"/>
                </a:solidFill>
                <a:latin typeface="微软雅黑" panose="020B0503020204020204" pitchFamily="34" charset="-122"/>
              </a:rPr>
              <a:pPr algn="ctr" eaLnBrk="1" hangingPunct="1">
                <a:defRPr/>
              </a:pPr>
              <a:t>‹#›</a:t>
            </a:fld>
            <a:endParaRPr lang="zh-CN" altLang="en-US" sz="1600" dirty="0">
              <a:solidFill>
                <a:schemeClr val="accent3"/>
              </a:solidFill>
              <a:latin typeface="微软雅黑" panose="020B0503020204020204" pitchFamily="34" charset="-122"/>
            </a:endParaRPr>
          </a:p>
        </p:txBody>
      </p:sp>
      <p:pic>
        <p:nvPicPr>
          <p:cNvPr id="86" name="图片 85"/>
          <p:cNvPicPr>
            <a:picLocks noChangeAspect="1"/>
          </p:cNvPicPr>
          <p:nvPr userDrawn="1"/>
        </p:nvPicPr>
        <p:blipFill rotWithShape="1">
          <a:blip r:embed="rId2" cstate="hqprint">
            <a:extLst>
              <a:ext uri="{28A0092B-C50C-407E-A947-70E740481C1C}">
                <a14:useLocalDpi xmlns:a14="http://schemas.microsoft.com/office/drawing/2010/main"/>
              </a:ext>
            </a:extLst>
          </a:blip>
          <a:srcRect l="-333"/>
          <a:stretch/>
        </p:blipFill>
        <p:spPr>
          <a:xfrm>
            <a:off x="11282579" y="252089"/>
            <a:ext cx="432990" cy="432990"/>
          </a:xfrm>
          <a:prstGeom prst="rect">
            <a:avLst/>
          </a:prstGeom>
        </p:spPr>
      </p:pic>
    </p:spTree>
    <p:extLst>
      <p:ext uri="{BB962C8B-B14F-4D97-AF65-F5344CB8AC3E}">
        <p14:creationId xmlns:p14="http://schemas.microsoft.com/office/powerpoint/2010/main" val="1336386084"/>
      </p:ext>
    </p:extLst>
  </p:cSld>
  <p:clrMapOvr>
    <a:masterClrMapping/>
  </p:clrMapOvr>
  <p:transition spd="med">
    <p:fade/>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402968378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theme" Target="../theme/theme1.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标题占位符 1"/>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文本占位符 2"/>
          <p:cNvSpPr>
            <a:spLocks noGrp="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ea typeface="+mn-ea"/>
              </a:defRPr>
            </a:lvl1pPr>
          </a:lstStyle>
          <a:p>
            <a:pPr>
              <a:defRPr/>
            </a:pPr>
            <a:fld id="{307D9317-7C4B-477D-9FCD-CD5482370328}" type="datetimeFigureOut">
              <a:rPr lang="zh-CN" altLang="en-US"/>
              <a:pPr>
                <a:defRPr/>
              </a:pPr>
              <a:t>2025/12/29</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ea typeface="+mn-ea"/>
              </a:defRPr>
            </a:lvl1pPr>
          </a:lstStyle>
          <a:p>
            <a:pPr>
              <a:defRPr/>
            </a:pPr>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eaLnBrk="1" fontAlgn="auto" hangingPunct="1">
              <a:spcBef>
                <a:spcPts val="0"/>
              </a:spcBef>
              <a:spcAft>
                <a:spcPts val="0"/>
              </a:spcAft>
              <a:defRPr sz="1200">
                <a:solidFill>
                  <a:schemeClr val="tx1">
                    <a:tint val="75000"/>
                  </a:schemeClr>
                </a:solidFill>
                <a:latin typeface="+mn-lt"/>
                <a:ea typeface="+mn-ea"/>
              </a:defRPr>
            </a:lvl1pPr>
          </a:lstStyle>
          <a:p>
            <a:pPr>
              <a:defRPr/>
            </a:pPr>
            <a:fld id="{EC0B3BC9-7090-482A-AB63-1945A9C9F1E4}" type="slidenum">
              <a:rPr lang="zh-CN" altLang="en-US"/>
              <a:pPr>
                <a:defRPr/>
              </a:pPr>
              <a:t>‹#›</a:t>
            </a:fld>
            <a:endParaRPr lang="zh-CN" altLang="en-US"/>
          </a:p>
        </p:txBody>
      </p:sp>
    </p:spTree>
    <p:extLst>
      <p:ext uri="{BB962C8B-B14F-4D97-AF65-F5344CB8AC3E}">
        <p14:creationId xmlns:p14="http://schemas.microsoft.com/office/powerpoint/2010/main" val="946435260"/>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 id="2147483675" r:id="rId14"/>
    <p:sldLayoutId id="2147483676" r:id="rId15"/>
    <p:sldLayoutId id="2147483677" r:id="rId16"/>
    <p:sldLayoutId id="2147483678" r:id="rId17"/>
    <p:sldLayoutId id="2147483679" r:id="rId18"/>
    <p:sldLayoutId id="2147483680" r:id="rId19"/>
    <p:sldLayoutId id="2147483681" r:id="rId20"/>
    <p:sldLayoutId id="2147483682" r:id="rId21"/>
    <p:sldLayoutId id="2147483683" r:id="rId22"/>
    <p:sldLayoutId id="2147483684" r:id="rId23"/>
    <p:sldLayoutId id="2147483685" r:id="rId24"/>
    <p:sldLayoutId id="2147483686" r:id="rId25"/>
    <p:sldLayoutId id="2147483687" r:id="rId26"/>
    <p:sldLayoutId id="2147483688" r:id="rId27"/>
    <p:sldLayoutId id="2147483689" r:id="rId28"/>
    <p:sldLayoutId id="2147483690" r:id="rId29"/>
    <p:sldLayoutId id="2147483691" r:id="rId30"/>
    <p:sldLayoutId id="2147483692" r:id="rId31"/>
    <p:sldLayoutId id="2147483693" r:id="rId32"/>
    <p:sldLayoutId id="2147483694" r:id="rId33"/>
    <p:sldLayoutId id="2147483695" r:id="rId34"/>
    <p:sldLayoutId id="2147483696" r:id="rId35"/>
    <p:sldLayoutId id="2147483697" r:id="rId36"/>
    <p:sldLayoutId id="2147483698" r:id="rId37"/>
    <p:sldLayoutId id="2147483699" r:id="rId38"/>
  </p:sldLayoutIdLst>
  <p:transition spd="med">
    <p:fade/>
  </p:transition>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entury Gothic" panose="020B0502020202020204" pitchFamily="34" charset="0"/>
          <a:ea typeface="微软雅黑" panose="020B0503020204020204" pitchFamily="34" charset="-122"/>
        </a:defRPr>
      </a:lvl2pPr>
      <a:lvl3pPr algn="l" rtl="0" eaLnBrk="0" fontAlgn="base" hangingPunct="0">
        <a:lnSpc>
          <a:spcPct val="90000"/>
        </a:lnSpc>
        <a:spcBef>
          <a:spcPct val="0"/>
        </a:spcBef>
        <a:spcAft>
          <a:spcPct val="0"/>
        </a:spcAft>
        <a:defRPr sz="4400">
          <a:solidFill>
            <a:schemeClr val="tx1"/>
          </a:solidFill>
          <a:latin typeface="Century Gothic" panose="020B0502020202020204" pitchFamily="34" charset="0"/>
          <a:ea typeface="微软雅黑" panose="020B0503020204020204" pitchFamily="34" charset="-122"/>
        </a:defRPr>
      </a:lvl3pPr>
      <a:lvl4pPr algn="l" rtl="0" eaLnBrk="0" fontAlgn="base" hangingPunct="0">
        <a:lnSpc>
          <a:spcPct val="90000"/>
        </a:lnSpc>
        <a:spcBef>
          <a:spcPct val="0"/>
        </a:spcBef>
        <a:spcAft>
          <a:spcPct val="0"/>
        </a:spcAft>
        <a:defRPr sz="4400">
          <a:solidFill>
            <a:schemeClr val="tx1"/>
          </a:solidFill>
          <a:latin typeface="Century Gothic" panose="020B0502020202020204" pitchFamily="34" charset="0"/>
          <a:ea typeface="微软雅黑" panose="020B0503020204020204" pitchFamily="34" charset="-122"/>
        </a:defRPr>
      </a:lvl4pPr>
      <a:lvl5pPr algn="l" rtl="0" eaLnBrk="0" fontAlgn="base" hangingPunct="0">
        <a:lnSpc>
          <a:spcPct val="90000"/>
        </a:lnSpc>
        <a:spcBef>
          <a:spcPct val="0"/>
        </a:spcBef>
        <a:spcAft>
          <a:spcPct val="0"/>
        </a:spcAft>
        <a:defRPr sz="4400">
          <a:solidFill>
            <a:schemeClr val="tx1"/>
          </a:solidFill>
          <a:latin typeface="Century Gothic" panose="020B0502020202020204" pitchFamily="34" charset="0"/>
          <a:ea typeface="微软雅黑" panose="020B0503020204020204" pitchFamily="34" charset="-122"/>
        </a:defRPr>
      </a:lvl5pPr>
      <a:lvl6pPr marL="457200" algn="l" rtl="0" fontAlgn="base">
        <a:lnSpc>
          <a:spcPct val="90000"/>
        </a:lnSpc>
        <a:spcBef>
          <a:spcPct val="0"/>
        </a:spcBef>
        <a:spcAft>
          <a:spcPct val="0"/>
        </a:spcAft>
        <a:defRPr sz="4400">
          <a:solidFill>
            <a:schemeClr val="tx1"/>
          </a:solidFill>
          <a:latin typeface="Century Gothic" panose="020B0502020202020204" pitchFamily="34" charset="0"/>
          <a:ea typeface="微软雅黑" panose="020B0503020204020204" pitchFamily="34" charset="-122"/>
        </a:defRPr>
      </a:lvl6pPr>
      <a:lvl7pPr marL="914400" algn="l" rtl="0" fontAlgn="base">
        <a:lnSpc>
          <a:spcPct val="90000"/>
        </a:lnSpc>
        <a:spcBef>
          <a:spcPct val="0"/>
        </a:spcBef>
        <a:spcAft>
          <a:spcPct val="0"/>
        </a:spcAft>
        <a:defRPr sz="4400">
          <a:solidFill>
            <a:schemeClr val="tx1"/>
          </a:solidFill>
          <a:latin typeface="Century Gothic" panose="020B0502020202020204" pitchFamily="34" charset="0"/>
          <a:ea typeface="微软雅黑" panose="020B0503020204020204" pitchFamily="34" charset="-122"/>
        </a:defRPr>
      </a:lvl7pPr>
      <a:lvl8pPr marL="1371600" algn="l" rtl="0" fontAlgn="base">
        <a:lnSpc>
          <a:spcPct val="90000"/>
        </a:lnSpc>
        <a:spcBef>
          <a:spcPct val="0"/>
        </a:spcBef>
        <a:spcAft>
          <a:spcPct val="0"/>
        </a:spcAft>
        <a:defRPr sz="4400">
          <a:solidFill>
            <a:schemeClr val="tx1"/>
          </a:solidFill>
          <a:latin typeface="Century Gothic" panose="020B0502020202020204" pitchFamily="34" charset="0"/>
          <a:ea typeface="微软雅黑" panose="020B0503020204020204" pitchFamily="34" charset="-122"/>
        </a:defRPr>
      </a:lvl8pPr>
      <a:lvl9pPr marL="1828800" algn="l" rtl="0" fontAlgn="base">
        <a:lnSpc>
          <a:spcPct val="90000"/>
        </a:lnSpc>
        <a:spcBef>
          <a:spcPct val="0"/>
        </a:spcBef>
        <a:spcAft>
          <a:spcPct val="0"/>
        </a:spcAft>
        <a:defRPr sz="4400">
          <a:solidFill>
            <a:schemeClr val="tx1"/>
          </a:solidFill>
          <a:latin typeface="Century Gothic" panose="020B0502020202020204" pitchFamily="34" charset="0"/>
          <a:ea typeface="微软雅黑" panose="020B0503020204020204" pitchFamily="34" charset="-122"/>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5.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30.xml"/></Relationships>
</file>

<file path=ppt/slides/_rels/slide6.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3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a:extLst>
              <a:ext uri="{FF2B5EF4-FFF2-40B4-BE49-F238E27FC236}">
                <a16:creationId xmlns:a16="http://schemas.microsoft.com/office/drawing/2014/main" id="{A453CE20-6C14-4C4C-84F7-26422658A810}"/>
              </a:ext>
            </a:extLst>
          </p:cNvPr>
          <p:cNvSpPr txBox="1">
            <a:spLocks/>
          </p:cNvSpPr>
          <p:nvPr/>
        </p:nvSpPr>
        <p:spPr>
          <a:xfrm>
            <a:off x="803276" y="4318204"/>
            <a:ext cx="10585448" cy="892503"/>
          </a:xfrm>
          <a:prstGeom prst="rect">
            <a:avLst/>
          </a:prstGeom>
        </p:spPr>
        <p:txBody>
          <a:bodyPr tIns="0" bIns="0" anchor="ctr" anchorCtr="0">
            <a:normAutofit fontScale="97500"/>
          </a:bodyPr>
          <a:lstStyle>
            <a:lvl1pPr algn="l" defTabSz="914400" rtl="0" eaLnBrk="1" latinLnBrk="0" hangingPunct="1">
              <a:lnSpc>
                <a:spcPct val="90000"/>
              </a:lnSpc>
              <a:spcBef>
                <a:spcPct val="0"/>
              </a:spcBef>
              <a:buNone/>
              <a:defRPr sz="3600" kern="1200">
                <a:solidFill>
                  <a:schemeClr val="tx1"/>
                </a:solidFill>
                <a:latin typeface="+mj-lt"/>
                <a:ea typeface="+mj-ea"/>
                <a:cs typeface="+mj-cs"/>
              </a:defRPr>
            </a:lvl1pPr>
          </a:lstStyle>
          <a:p>
            <a:pPr algn="ctr"/>
            <a:r>
              <a:rPr lang="zh-CN" altLang="zh-CN" sz="3200" b="1" dirty="0"/>
              <a:t>基于</a:t>
            </a:r>
            <a:r>
              <a:rPr lang="en-US" altLang="zh-CN" sz="3200" b="1" dirty="0"/>
              <a:t>Starry-OS</a:t>
            </a:r>
            <a:r>
              <a:rPr lang="zh-CN" altLang="zh-CN" sz="3200" b="1" dirty="0"/>
              <a:t>的统一调度与中断响应机制的软件化实现</a:t>
            </a:r>
            <a:endParaRPr lang="zh-CN" altLang="zh-CN" sz="3200" dirty="0"/>
          </a:p>
        </p:txBody>
      </p:sp>
      <p:sp>
        <p:nvSpPr>
          <p:cNvPr id="8" name="文本占位符 34">
            <a:extLst>
              <a:ext uri="{FF2B5EF4-FFF2-40B4-BE49-F238E27FC236}">
                <a16:creationId xmlns:a16="http://schemas.microsoft.com/office/drawing/2014/main" id="{863F15CD-989D-B145-8B27-B543A0C87DAD}"/>
              </a:ext>
            </a:extLst>
          </p:cNvPr>
          <p:cNvSpPr txBox="1">
            <a:spLocks/>
          </p:cNvSpPr>
          <p:nvPr/>
        </p:nvSpPr>
        <p:spPr>
          <a:xfrm>
            <a:off x="803275" y="5500576"/>
            <a:ext cx="10585450" cy="595123"/>
          </a:xfrm>
          <a:prstGeom prst="rect">
            <a:avLst/>
          </a:prstGeom>
        </p:spPr>
        <p:txBody>
          <a:bodyPr lIns="72000" tIns="0" rIns="72000" bIns="0" anchor="ctr" anchorCtr="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base" latinLnBrk="0" hangingPunct="1">
              <a:lnSpc>
                <a:spcPct val="90000"/>
              </a:lnSpc>
              <a:spcBef>
                <a:spcPts val="1000"/>
              </a:spcBef>
              <a:spcAft>
                <a:spcPct val="0"/>
              </a:spcAft>
              <a:buClrTx/>
              <a:buSzTx/>
              <a:buFont typeface="Arial" panose="020B0604020202020204" pitchFamily="34" charset="0"/>
              <a:buNone/>
              <a:tabLst/>
              <a:defRPr/>
            </a:pPr>
            <a:r>
              <a:rPr kumimoji="0" lang="zh-CN" altLang="en-US" sz="1800" b="0" i="0" u="none" strike="noStrike" kern="1200" cap="none" spc="0" normalizeH="0" baseline="0" noProof="0" dirty="0">
                <a:ln>
                  <a:noFill/>
                </a:ln>
                <a:solidFill>
                  <a:prstClr val="black">
                    <a:lumMod val="75000"/>
                    <a:lumOff val="25000"/>
                  </a:prstClr>
                </a:solidFill>
                <a:effectLst/>
                <a:uLnTx/>
                <a:uFillTx/>
                <a:latin typeface="微软雅黑"/>
                <a:ea typeface="微软雅黑"/>
                <a:cs typeface="+mn-cs"/>
              </a:rPr>
              <a:t>答辩人：</a:t>
            </a:r>
            <a:r>
              <a:rPr lang="zh-CN" altLang="en-US" sz="1800" dirty="0">
                <a:solidFill>
                  <a:prstClr val="black">
                    <a:lumMod val="75000"/>
                    <a:lumOff val="25000"/>
                  </a:prstClr>
                </a:solidFill>
                <a:latin typeface="微软雅黑"/>
                <a:ea typeface="微软雅黑"/>
              </a:rPr>
              <a:t>肖嘉骏</a:t>
            </a:r>
            <a:r>
              <a:rPr kumimoji="0" lang="zh-CN" altLang="en-US" sz="1800" b="0" i="0" u="none" strike="noStrike" kern="1200" cap="none" spc="0" normalizeH="0" baseline="0" noProof="0" dirty="0">
                <a:ln>
                  <a:noFill/>
                </a:ln>
                <a:solidFill>
                  <a:prstClr val="black">
                    <a:lumMod val="75000"/>
                    <a:lumOff val="25000"/>
                  </a:prstClr>
                </a:solidFill>
                <a:effectLst/>
                <a:uLnTx/>
                <a:uFillTx/>
                <a:latin typeface="微软雅黑"/>
                <a:ea typeface="微软雅黑"/>
                <a:cs typeface="+mn-cs"/>
              </a:rPr>
              <a:t>       导　师：</a:t>
            </a:r>
            <a:r>
              <a:rPr lang="zh-CN" altLang="en-US" sz="1800" dirty="0">
                <a:solidFill>
                  <a:prstClr val="black">
                    <a:lumMod val="75000"/>
                    <a:lumOff val="25000"/>
                  </a:prstClr>
                </a:solidFill>
                <a:latin typeface="微软雅黑"/>
                <a:ea typeface="微软雅黑"/>
              </a:rPr>
              <a:t>陆慧梅</a:t>
            </a:r>
            <a:r>
              <a:rPr kumimoji="0" lang="zh-CN" altLang="en-US" sz="1800" b="0" i="0" u="none" strike="noStrike" kern="1200" cap="none" spc="0" normalizeH="0" baseline="0" noProof="0" dirty="0">
                <a:ln>
                  <a:noFill/>
                </a:ln>
                <a:solidFill>
                  <a:prstClr val="black">
                    <a:lumMod val="75000"/>
                    <a:lumOff val="25000"/>
                  </a:prstClr>
                </a:solidFill>
                <a:effectLst/>
                <a:uLnTx/>
                <a:uFillTx/>
                <a:latin typeface="微软雅黑"/>
                <a:ea typeface="微软雅黑"/>
                <a:cs typeface="+mn-cs"/>
              </a:rPr>
              <a:t>      时间：</a:t>
            </a:r>
            <a:fld id="{FAA7561E-A48D-4E03-84F4-488CDA95D192}" type="datetime1">
              <a:rPr kumimoji="0" lang="zh-CN" altLang="en-US" sz="1800" b="0" i="0" u="none" strike="noStrike" kern="1200" cap="none" spc="0" normalizeH="0" baseline="0" noProof="0" smtClean="0">
                <a:ln>
                  <a:noFill/>
                </a:ln>
                <a:solidFill>
                  <a:prstClr val="black">
                    <a:lumMod val="75000"/>
                    <a:lumOff val="25000"/>
                  </a:prstClr>
                </a:solidFill>
                <a:effectLst/>
                <a:uLnTx/>
                <a:uFillTx/>
                <a:latin typeface="微软雅黑"/>
                <a:ea typeface="微软雅黑"/>
                <a:cs typeface="+mn-cs"/>
              </a:rPr>
              <a:pPr marL="0" marR="0" lvl="0" indent="0" algn="ctr" defTabSz="914400" rtl="0" eaLnBrk="1" fontAlgn="base" latinLnBrk="0" hangingPunct="1">
                <a:lnSpc>
                  <a:spcPct val="90000"/>
                </a:lnSpc>
                <a:spcBef>
                  <a:spcPts val="1000"/>
                </a:spcBef>
                <a:spcAft>
                  <a:spcPct val="0"/>
                </a:spcAft>
                <a:buClrTx/>
                <a:buSzTx/>
                <a:buFont typeface="Arial" panose="020B0604020202020204" pitchFamily="34" charset="0"/>
                <a:buNone/>
                <a:tabLst/>
                <a:defRPr/>
              </a:pPr>
              <a:t>2025/12/29</a:t>
            </a:fld>
            <a:endParaRPr kumimoji="0" lang="zh-CN" altLang="en-US" sz="1800" b="0" i="0" u="none" strike="noStrike" kern="1200" cap="none" spc="0" normalizeH="0" baseline="0" noProof="0" dirty="0">
              <a:ln>
                <a:noFill/>
              </a:ln>
              <a:solidFill>
                <a:prstClr val="black">
                  <a:lumMod val="75000"/>
                  <a:lumOff val="25000"/>
                </a:prstClr>
              </a:solidFill>
              <a:effectLst/>
              <a:uLnTx/>
              <a:uFillTx/>
              <a:latin typeface="微软雅黑"/>
              <a:ea typeface="微软雅黑"/>
              <a:cs typeface="+mn-cs"/>
            </a:endParaRPr>
          </a:p>
        </p:txBody>
      </p:sp>
    </p:spTree>
    <p:extLst>
      <p:ext uri="{BB962C8B-B14F-4D97-AF65-F5344CB8AC3E}">
        <p14:creationId xmlns:p14="http://schemas.microsoft.com/office/powerpoint/2010/main" val="893767213"/>
      </p:ext>
    </p:extLst>
  </p:cSld>
  <p:clrMapOvr>
    <a:masterClrMapping/>
  </p:clrMapOvr>
  <p:transition spd="med">
    <p:pull/>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矩形 34">
            <a:extLst>
              <a:ext uri="{FF2B5EF4-FFF2-40B4-BE49-F238E27FC236}">
                <a16:creationId xmlns:a16="http://schemas.microsoft.com/office/drawing/2014/main" id="{234987F0-E0CB-448B-93C2-1AED92645BA7}"/>
              </a:ext>
            </a:extLst>
          </p:cNvPr>
          <p:cNvSpPr/>
          <p:nvPr/>
        </p:nvSpPr>
        <p:spPr bwMode="auto">
          <a:xfrm>
            <a:off x="3262558" y="112345"/>
            <a:ext cx="952500" cy="1446212"/>
          </a:xfrm>
          <a:prstGeom prst="rect">
            <a:avLst/>
          </a:prstGeom>
        </p:spPr>
        <p:txBody>
          <a:bodyPr>
            <a:spAutoFit/>
          </a:bodyPr>
          <a:lstStyle/>
          <a:p>
            <a:pPr eaLnBrk="1" fontAlgn="auto" hangingPunct="1">
              <a:spcBef>
                <a:spcPts val="0"/>
              </a:spcBef>
              <a:spcAft>
                <a:spcPts val="0"/>
              </a:spcAft>
              <a:defRPr/>
            </a:pPr>
            <a:endParaRPr lang="zh-CN" altLang="en-US" sz="8800" dirty="0">
              <a:solidFill>
                <a:schemeClr val="tx1">
                  <a:lumMod val="65000"/>
                  <a:lumOff val="35000"/>
                </a:schemeClr>
              </a:solidFill>
              <a:latin typeface="+mn-ea"/>
              <a:ea typeface="+mn-ea"/>
              <a:cs typeface="+mn-ea"/>
              <a:sym typeface="+mn-lt"/>
            </a:endParaRPr>
          </a:p>
        </p:txBody>
      </p:sp>
      <p:sp>
        <p:nvSpPr>
          <p:cNvPr id="68" name="文本框 67">
            <a:extLst>
              <a:ext uri="{FF2B5EF4-FFF2-40B4-BE49-F238E27FC236}">
                <a16:creationId xmlns:a16="http://schemas.microsoft.com/office/drawing/2014/main" id="{B7792EE0-0A94-4B1A-89B0-B8AEF3BFFF8B}"/>
              </a:ext>
            </a:extLst>
          </p:cNvPr>
          <p:cNvSpPr txBox="1"/>
          <p:nvPr/>
        </p:nvSpPr>
        <p:spPr bwMode="auto">
          <a:xfrm>
            <a:off x="5335437" y="844409"/>
            <a:ext cx="861774" cy="5243358"/>
          </a:xfrm>
          <a:prstGeom prst="rect">
            <a:avLst/>
          </a:prstGeom>
          <a:noFill/>
        </p:spPr>
        <p:txBody>
          <a:bodyPr vert="eaVert" wrap="none">
            <a:spAutoFit/>
          </a:bodyPr>
          <a:lstStyle/>
          <a:p>
            <a:pPr algn="ctr" eaLnBrk="1" fontAlgn="auto" hangingPunct="1">
              <a:spcBef>
                <a:spcPts val="0"/>
              </a:spcBef>
              <a:spcAft>
                <a:spcPts val="0"/>
              </a:spcAft>
              <a:defRPr/>
            </a:pPr>
            <a:r>
              <a:rPr lang="zh-CN" altLang="en-US" sz="4400" b="1" spc="200" dirty="0">
                <a:solidFill>
                  <a:schemeClr val="tx2"/>
                </a:solidFill>
                <a:latin typeface="+mn-lt"/>
                <a:ea typeface="+mn-ea"/>
                <a:cs typeface="+mn-ea"/>
                <a:sym typeface="+mn-lt"/>
              </a:rPr>
              <a:t>目录 </a:t>
            </a:r>
            <a:r>
              <a:rPr lang="en-US" altLang="zh-CN" sz="4400" b="1" spc="200" dirty="0">
                <a:solidFill>
                  <a:schemeClr val="tx2"/>
                </a:solidFill>
                <a:latin typeface="+mn-ea"/>
                <a:ea typeface="+mn-ea"/>
                <a:cs typeface="+mn-ea"/>
                <a:sym typeface="+mn-lt"/>
              </a:rPr>
              <a:t>|</a:t>
            </a:r>
            <a:r>
              <a:rPr lang="en-US" altLang="zh-CN" sz="4400" b="1" spc="200" dirty="0">
                <a:solidFill>
                  <a:schemeClr val="tx2"/>
                </a:solidFill>
                <a:latin typeface="+mn-lt"/>
                <a:ea typeface="+mn-ea"/>
                <a:cs typeface="+mn-ea"/>
                <a:sym typeface="+mn-lt"/>
              </a:rPr>
              <a:t> </a:t>
            </a:r>
            <a:r>
              <a:rPr lang="en-US" altLang="zh-CN" sz="4400" b="1" spc="200" dirty="0">
                <a:latin typeface="+mn-lt"/>
                <a:ea typeface="+mn-ea"/>
                <a:cs typeface="+mn-ea"/>
                <a:sym typeface="+mn-lt"/>
              </a:rPr>
              <a:t>CONTENTS</a:t>
            </a:r>
          </a:p>
        </p:txBody>
      </p:sp>
      <p:grpSp>
        <p:nvGrpSpPr>
          <p:cNvPr id="2" name="组合 1"/>
          <p:cNvGrpSpPr/>
          <p:nvPr/>
        </p:nvGrpSpPr>
        <p:grpSpPr>
          <a:xfrm>
            <a:off x="7192665" y="1270983"/>
            <a:ext cx="2315383" cy="4365897"/>
            <a:chOff x="6597449" y="1348624"/>
            <a:chExt cx="2315383" cy="4365897"/>
          </a:xfrm>
        </p:grpSpPr>
        <p:grpSp>
          <p:nvGrpSpPr>
            <p:cNvPr id="3" name="组合 2"/>
            <p:cNvGrpSpPr/>
            <p:nvPr/>
          </p:nvGrpSpPr>
          <p:grpSpPr>
            <a:xfrm>
              <a:off x="6597449" y="1348624"/>
              <a:ext cx="2315383" cy="620713"/>
              <a:chOff x="5855427" y="1847869"/>
              <a:chExt cx="2315383" cy="620713"/>
            </a:xfrm>
          </p:grpSpPr>
          <p:sp>
            <p:nvSpPr>
              <p:cNvPr id="5" name="文本框 4">
                <a:extLst>
                  <a:ext uri="{FF2B5EF4-FFF2-40B4-BE49-F238E27FC236}">
                    <a16:creationId xmlns:a16="http://schemas.microsoft.com/office/drawing/2014/main" id="{41B256AE-680D-4CCC-B51F-B69BF45F0365}"/>
                  </a:ext>
                </a:extLst>
              </p:cNvPr>
              <p:cNvSpPr txBox="1"/>
              <p:nvPr/>
            </p:nvSpPr>
            <p:spPr>
              <a:xfrm>
                <a:off x="6549853" y="1896615"/>
                <a:ext cx="1620957" cy="523220"/>
              </a:xfrm>
              <a:prstGeom prst="rect">
                <a:avLst/>
              </a:prstGeom>
              <a:noFill/>
            </p:spPr>
            <p:txBody>
              <a:bodyPr wrap="none">
                <a:spAutoFit/>
              </a:bodyPr>
              <a:lstStyle/>
              <a:p>
                <a:pPr eaLnBrk="1" fontAlgn="auto" hangingPunct="1">
                  <a:spcBef>
                    <a:spcPts val="0"/>
                  </a:spcBef>
                  <a:spcAft>
                    <a:spcPts val="0"/>
                  </a:spcAft>
                  <a:defRPr/>
                </a:pPr>
                <a:r>
                  <a:rPr lang="zh-CN" altLang="en-US" sz="2800" b="1" dirty="0">
                    <a:sym typeface="+mn-lt"/>
                  </a:rPr>
                  <a:t>研究背景</a:t>
                </a:r>
              </a:p>
            </p:txBody>
          </p:sp>
          <p:sp>
            <p:nvSpPr>
              <p:cNvPr id="33" name="椭圆 32">
                <a:extLst>
                  <a:ext uri="{FF2B5EF4-FFF2-40B4-BE49-F238E27FC236}">
                    <a16:creationId xmlns:a16="http://schemas.microsoft.com/office/drawing/2014/main" id="{4CD969C8-E62F-446D-85AA-293C5C9F7396}"/>
                  </a:ext>
                </a:extLst>
              </p:cNvPr>
              <p:cNvSpPr/>
              <p:nvPr/>
            </p:nvSpPr>
            <p:spPr>
              <a:xfrm>
                <a:off x="5855427" y="1847869"/>
                <a:ext cx="620712" cy="620713"/>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b="1" dirty="0"/>
                  <a:t>1</a:t>
                </a:r>
                <a:endParaRPr lang="zh-CN" altLang="en-US" sz="3200" b="1" dirty="0"/>
              </a:p>
            </p:txBody>
          </p:sp>
        </p:grpSp>
        <p:grpSp>
          <p:nvGrpSpPr>
            <p:cNvPr id="75" name="组合 74"/>
            <p:cNvGrpSpPr/>
            <p:nvPr/>
          </p:nvGrpSpPr>
          <p:grpSpPr>
            <a:xfrm>
              <a:off x="6597449" y="3221216"/>
              <a:ext cx="2315383" cy="620713"/>
              <a:chOff x="5855427" y="1647453"/>
              <a:chExt cx="2315383" cy="620713"/>
            </a:xfrm>
          </p:grpSpPr>
          <p:sp>
            <p:nvSpPr>
              <p:cNvPr id="76" name="文本框 75">
                <a:extLst>
                  <a:ext uri="{FF2B5EF4-FFF2-40B4-BE49-F238E27FC236}">
                    <a16:creationId xmlns:a16="http://schemas.microsoft.com/office/drawing/2014/main" id="{41B256AE-680D-4CCC-B51F-B69BF45F0365}"/>
                  </a:ext>
                </a:extLst>
              </p:cNvPr>
              <p:cNvSpPr txBox="1"/>
              <p:nvPr/>
            </p:nvSpPr>
            <p:spPr>
              <a:xfrm>
                <a:off x="6549853" y="1696200"/>
                <a:ext cx="1620957" cy="523220"/>
              </a:xfrm>
              <a:prstGeom prst="rect">
                <a:avLst/>
              </a:prstGeom>
              <a:noFill/>
            </p:spPr>
            <p:txBody>
              <a:bodyPr wrap="none">
                <a:spAutoFit/>
              </a:bodyPr>
              <a:lstStyle/>
              <a:p>
                <a:pPr eaLnBrk="1" fontAlgn="auto" hangingPunct="1">
                  <a:spcBef>
                    <a:spcPts val="0"/>
                  </a:spcBef>
                  <a:spcAft>
                    <a:spcPts val="0"/>
                  </a:spcAft>
                  <a:defRPr/>
                </a:pPr>
                <a:r>
                  <a:rPr lang="zh-CN" altLang="en-US" sz="2800" b="1" dirty="0">
                    <a:sym typeface="+mn-lt"/>
                  </a:rPr>
                  <a:t>研究目标</a:t>
                </a:r>
              </a:p>
            </p:txBody>
          </p:sp>
          <p:sp>
            <p:nvSpPr>
              <p:cNvPr id="77" name="椭圆 76">
                <a:extLst>
                  <a:ext uri="{FF2B5EF4-FFF2-40B4-BE49-F238E27FC236}">
                    <a16:creationId xmlns:a16="http://schemas.microsoft.com/office/drawing/2014/main" id="{4CD969C8-E62F-446D-85AA-293C5C9F7396}"/>
                  </a:ext>
                </a:extLst>
              </p:cNvPr>
              <p:cNvSpPr/>
              <p:nvPr/>
            </p:nvSpPr>
            <p:spPr>
              <a:xfrm>
                <a:off x="5855427" y="1647453"/>
                <a:ext cx="620712" cy="620713"/>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b="1" dirty="0"/>
                  <a:t>2</a:t>
                </a:r>
                <a:endParaRPr lang="zh-CN" altLang="en-US" sz="3200" b="1" dirty="0"/>
              </a:p>
            </p:txBody>
          </p:sp>
        </p:grpSp>
        <p:grpSp>
          <p:nvGrpSpPr>
            <p:cNvPr id="17" name="组合 16"/>
            <p:cNvGrpSpPr/>
            <p:nvPr/>
          </p:nvGrpSpPr>
          <p:grpSpPr>
            <a:xfrm>
              <a:off x="6597449" y="5093808"/>
              <a:ext cx="2315383" cy="620713"/>
              <a:chOff x="5855427" y="1447701"/>
              <a:chExt cx="2315383" cy="620713"/>
            </a:xfrm>
          </p:grpSpPr>
          <p:sp>
            <p:nvSpPr>
              <p:cNvPr id="18" name="文本框 17">
                <a:extLst>
                  <a:ext uri="{FF2B5EF4-FFF2-40B4-BE49-F238E27FC236}">
                    <a16:creationId xmlns:a16="http://schemas.microsoft.com/office/drawing/2014/main" id="{41B256AE-680D-4CCC-B51F-B69BF45F0365}"/>
                  </a:ext>
                </a:extLst>
              </p:cNvPr>
              <p:cNvSpPr txBox="1"/>
              <p:nvPr/>
            </p:nvSpPr>
            <p:spPr>
              <a:xfrm>
                <a:off x="6549853" y="1496447"/>
                <a:ext cx="1620957" cy="523220"/>
              </a:xfrm>
              <a:prstGeom prst="rect">
                <a:avLst/>
              </a:prstGeom>
              <a:noFill/>
            </p:spPr>
            <p:txBody>
              <a:bodyPr wrap="none">
                <a:spAutoFit/>
              </a:bodyPr>
              <a:lstStyle/>
              <a:p>
                <a:pPr eaLnBrk="1" fontAlgn="auto" hangingPunct="1">
                  <a:spcBef>
                    <a:spcPts val="0"/>
                  </a:spcBef>
                  <a:spcAft>
                    <a:spcPts val="0"/>
                  </a:spcAft>
                  <a:defRPr/>
                </a:pPr>
                <a:r>
                  <a:rPr lang="zh-CN" altLang="en-US" sz="2800" b="1" dirty="0">
                    <a:sym typeface="+mn-lt"/>
                  </a:rPr>
                  <a:t>研究计划</a:t>
                </a:r>
              </a:p>
            </p:txBody>
          </p:sp>
          <p:sp>
            <p:nvSpPr>
              <p:cNvPr id="19" name="椭圆 18">
                <a:extLst>
                  <a:ext uri="{FF2B5EF4-FFF2-40B4-BE49-F238E27FC236}">
                    <a16:creationId xmlns:a16="http://schemas.microsoft.com/office/drawing/2014/main" id="{4CD969C8-E62F-446D-85AA-293C5C9F7396}"/>
                  </a:ext>
                </a:extLst>
              </p:cNvPr>
              <p:cNvSpPr/>
              <p:nvPr/>
            </p:nvSpPr>
            <p:spPr>
              <a:xfrm>
                <a:off x="5855427" y="1447701"/>
                <a:ext cx="620712" cy="620713"/>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b="1" dirty="0"/>
                  <a:t>3</a:t>
                </a:r>
                <a:endParaRPr lang="zh-CN" altLang="en-US" sz="3200" b="1" dirty="0"/>
              </a:p>
            </p:txBody>
          </p:sp>
        </p:grpSp>
      </p:grpSp>
    </p:spTree>
  </p:cSld>
  <p:clrMapOvr>
    <a:masterClrMapping/>
  </p:clrMapOvr>
  <p:transition spd="med">
    <p:pull/>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5891815" y="3000270"/>
            <a:ext cx="2993171" cy="857460"/>
            <a:chOff x="5588007" y="1590635"/>
            <a:chExt cx="2993171" cy="857460"/>
          </a:xfrm>
        </p:grpSpPr>
        <p:sp>
          <p:nvSpPr>
            <p:cNvPr id="19" name="文本框 18">
              <a:extLst>
                <a:ext uri="{FF2B5EF4-FFF2-40B4-BE49-F238E27FC236}">
                  <a16:creationId xmlns:a16="http://schemas.microsoft.com/office/drawing/2014/main" id="{41B256AE-680D-4CCC-B51F-B69BF45F0365}"/>
                </a:ext>
              </a:extLst>
            </p:cNvPr>
            <p:cNvSpPr txBox="1"/>
            <p:nvPr/>
          </p:nvSpPr>
          <p:spPr>
            <a:xfrm>
              <a:off x="6549853" y="1696200"/>
              <a:ext cx="2031325" cy="646331"/>
            </a:xfrm>
            <a:prstGeom prst="rect">
              <a:avLst/>
            </a:prstGeom>
            <a:noFill/>
          </p:spPr>
          <p:txBody>
            <a:bodyPr wrap="none">
              <a:spAutoFit/>
            </a:bodyPr>
            <a:lstStyle/>
            <a:p>
              <a:pPr eaLnBrk="1" fontAlgn="auto" hangingPunct="1">
                <a:spcBef>
                  <a:spcPts val="0"/>
                </a:spcBef>
                <a:spcAft>
                  <a:spcPts val="0"/>
                </a:spcAft>
                <a:defRPr/>
              </a:pPr>
              <a:r>
                <a:rPr lang="zh-CN" altLang="en-US" sz="3600" b="1" dirty="0">
                  <a:sym typeface="+mn-lt"/>
                </a:rPr>
                <a:t>研究背景</a:t>
              </a:r>
            </a:p>
          </p:txBody>
        </p:sp>
        <p:sp>
          <p:nvSpPr>
            <p:cNvPr id="20" name="椭圆 19">
              <a:extLst>
                <a:ext uri="{FF2B5EF4-FFF2-40B4-BE49-F238E27FC236}">
                  <a16:creationId xmlns:a16="http://schemas.microsoft.com/office/drawing/2014/main" id="{4CD969C8-E62F-446D-85AA-293C5C9F7396}"/>
                </a:ext>
              </a:extLst>
            </p:cNvPr>
            <p:cNvSpPr/>
            <p:nvPr/>
          </p:nvSpPr>
          <p:spPr>
            <a:xfrm>
              <a:off x="5588007" y="1590635"/>
              <a:ext cx="857459" cy="85746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4000" b="1" dirty="0"/>
                <a:t>1</a:t>
              </a:r>
              <a:endParaRPr lang="zh-CN" altLang="en-US" sz="4000" b="1" dirty="0"/>
            </a:p>
          </p:txBody>
        </p:sp>
      </p:grpSp>
    </p:spTree>
    <p:extLst>
      <p:ext uri="{BB962C8B-B14F-4D97-AF65-F5344CB8AC3E}">
        <p14:creationId xmlns:p14="http://schemas.microsoft.com/office/powerpoint/2010/main" val="467670668"/>
      </p:ext>
    </p:extLst>
  </p:cSld>
  <p:clrMapOvr>
    <a:masterClrMapping/>
  </p:clrMapOvr>
  <p:transition spd="med">
    <p:pull/>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9"/>
          <p:cNvSpPr>
            <a:spLocks noGrp="1"/>
          </p:cNvSpPr>
          <p:nvPr>
            <p:ph type="title"/>
          </p:nvPr>
        </p:nvSpPr>
        <p:spPr/>
        <p:txBody>
          <a:bodyPr/>
          <a:lstStyle/>
          <a:p>
            <a:r>
              <a:rPr lang="zh-CN" altLang="en-US" dirty="0"/>
              <a:t>研究背景</a:t>
            </a:r>
          </a:p>
        </p:txBody>
      </p:sp>
      <p:sp>
        <p:nvSpPr>
          <p:cNvPr id="15" name="文本框 14">
            <a:extLst>
              <a:ext uri="{FF2B5EF4-FFF2-40B4-BE49-F238E27FC236}">
                <a16:creationId xmlns:a16="http://schemas.microsoft.com/office/drawing/2014/main" id="{08E23802-C0C4-4BBC-8B49-14F89E47D61D}"/>
              </a:ext>
            </a:extLst>
          </p:cNvPr>
          <p:cNvSpPr txBox="1"/>
          <p:nvPr/>
        </p:nvSpPr>
        <p:spPr>
          <a:xfrm>
            <a:off x="1949938" y="2522743"/>
            <a:ext cx="3559908" cy="3205814"/>
          </a:xfrm>
          <a:prstGeom prst="rect">
            <a:avLst/>
          </a:prstGeom>
          <a:noFill/>
        </p:spPr>
        <p:txBody>
          <a:bodyPr wrap="square" lIns="0" tIns="0" rIns="0" bIns="0" rtlCol="0">
            <a:spAutoFit/>
          </a:bodyPr>
          <a:lstStyle/>
          <a:p>
            <a:pPr marL="285750" indent="-285750" algn="just" eaLnBrk="1" fontAlgn="auto" hangingPunct="1">
              <a:lnSpc>
                <a:spcPct val="130000"/>
              </a:lnSpc>
              <a:spcBef>
                <a:spcPts val="0"/>
              </a:spcBef>
              <a:spcAft>
                <a:spcPts val="0"/>
              </a:spcAft>
              <a:buFont typeface="Arial" panose="020B0604020202020204" pitchFamily="34" charset="0"/>
              <a:buChar char="•"/>
            </a:pPr>
            <a:r>
              <a:rPr lang="zh-CN" altLang="en-US" spc="300" dirty="0">
                <a:solidFill>
                  <a:srgbClr val="000000">
                    <a:lumMod val="85000"/>
                    <a:lumOff val="15000"/>
                  </a:srgbClr>
                </a:solidFill>
                <a:latin typeface="微软雅黑"/>
                <a:ea typeface="微软雅黑"/>
              </a:rPr>
              <a:t>现代软件系统中广泛采用协程、异步</a:t>
            </a:r>
            <a:r>
              <a:rPr lang="en-US" altLang="zh-CN" spc="300" dirty="0">
                <a:solidFill>
                  <a:srgbClr val="000000">
                    <a:lumMod val="85000"/>
                    <a:lumOff val="15000"/>
                  </a:srgbClr>
                </a:solidFill>
                <a:latin typeface="微软雅黑"/>
                <a:ea typeface="微软雅黑"/>
              </a:rPr>
              <a:t>I/O</a:t>
            </a:r>
            <a:r>
              <a:rPr lang="zh-CN" altLang="en-US" spc="300" dirty="0">
                <a:solidFill>
                  <a:srgbClr val="000000">
                    <a:lumMod val="85000"/>
                    <a:lumOff val="15000"/>
                  </a:srgbClr>
                </a:solidFill>
                <a:latin typeface="微软雅黑"/>
                <a:ea typeface="微软雅黑"/>
              </a:rPr>
              <a:t>等执行模型</a:t>
            </a:r>
            <a:endParaRPr lang="en-US" altLang="zh-CN" spc="300" dirty="0">
              <a:solidFill>
                <a:srgbClr val="000000">
                  <a:lumMod val="85000"/>
                  <a:lumOff val="15000"/>
                </a:srgbClr>
              </a:solidFill>
              <a:latin typeface="微软雅黑"/>
              <a:ea typeface="微软雅黑"/>
            </a:endParaRPr>
          </a:p>
          <a:p>
            <a:pPr marL="285750" indent="-285750" algn="just" eaLnBrk="1" fontAlgn="auto" hangingPunct="1">
              <a:lnSpc>
                <a:spcPct val="130000"/>
              </a:lnSpc>
              <a:spcBef>
                <a:spcPts val="0"/>
              </a:spcBef>
              <a:spcAft>
                <a:spcPts val="0"/>
              </a:spcAft>
              <a:buFont typeface="Arial" panose="020B0604020202020204" pitchFamily="34" charset="0"/>
              <a:buChar char="•"/>
            </a:pPr>
            <a:r>
              <a:rPr lang="en-US" altLang="zh-CN" spc="300" dirty="0">
                <a:solidFill>
                  <a:srgbClr val="000000">
                    <a:lumMod val="85000"/>
                    <a:lumOff val="15000"/>
                  </a:srgbClr>
                </a:solidFill>
                <a:latin typeface="微软雅黑"/>
                <a:ea typeface="微软雅黑"/>
              </a:rPr>
              <a:t>Web</a:t>
            </a:r>
            <a:r>
              <a:rPr lang="zh-CN" altLang="en-US" spc="300" dirty="0">
                <a:solidFill>
                  <a:srgbClr val="000000">
                    <a:lumMod val="85000"/>
                    <a:lumOff val="15000"/>
                  </a:srgbClr>
                </a:solidFill>
                <a:latin typeface="微软雅黑"/>
                <a:ea typeface="微软雅黑"/>
              </a:rPr>
              <a:t>服务器、文件系统等场景大量依赖异步机制，用户态异步执行流数量不断增加</a:t>
            </a:r>
            <a:endParaRPr lang="en-US" altLang="zh-CN" spc="300" dirty="0">
              <a:solidFill>
                <a:srgbClr val="000000">
                  <a:lumMod val="85000"/>
                  <a:lumOff val="15000"/>
                </a:srgbClr>
              </a:solidFill>
              <a:latin typeface="微软雅黑"/>
              <a:ea typeface="微软雅黑"/>
            </a:endParaRPr>
          </a:p>
          <a:p>
            <a:pPr marL="285750" indent="-285750" algn="just" eaLnBrk="1" fontAlgn="auto" hangingPunct="1">
              <a:lnSpc>
                <a:spcPct val="130000"/>
              </a:lnSpc>
              <a:spcBef>
                <a:spcPts val="0"/>
              </a:spcBef>
              <a:spcAft>
                <a:spcPts val="0"/>
              </a:spcAft>
              <a:buFont typeface="Arial" panose="020B0604020202020204" pitchFamily="34" charset="0"/>
              <a:buChar char="•"/>
            </a:pPr>
            <a:r>
              <a:rPr lang="zh-CN" altLang="en-US" spc="300" dirty="0">
                <a:solidFill>
                  <a:srgbClr val="000000">
                    <a:lumMod val="85000"/>
                    <a:lumOff val="15000"/>
                  </a:srgbClr>
                </a:solidFill>
                <a:latin typeface="微软雅黑"/>
                <a:ea typeface="微软雅黑"/>
              </a:rPr>
              <a:t>操作系统内核需要为异步执行提供更加友好的调度与支持机制</a:t>
            </a:r>
          </a:p>
        </p:txBody>
      </p:sp>
      <p:sp>
        <p:nvSpPr>
          <p:cNvPr id="16" name="文本框 15">
            <a:extLst>
              <a:ext uri="{FF2B5EF4-FFF2-40B4-BE49-F238E27FC236}">
                <a16:creationId xmlns:a16="http://schemas.microsoft.com/office/drawing/2014/main" id="{BB2E5BDC-FBD7-4DAA-A362-18FE332B89DB}"/>
              </a:ext>
            </a:extLst>
          </p:cNvPr>
          <p:cNvSpPr txBox="1"/>
          <p:nvPr/>
        </p:nvSpPr>
        <p:spPr>
          <a:xfrm>
            <a:off x="6682156" y="2522743"/>
            <a:ext cx="3559909" cy="2845715"/>
          </a:xfrm>
          <a:prstGeom prst="rect">
            <a:avLst/>
          </a:prstGeom>
          <a:noFill/>
        </p:spPr>
        <p:txBody>
          <a:bodyPr wrap="square" lIns="0" tIns="0" rIns="0" bIns="0" rtlCol="0">
            <a:spAutoFit/>
          </a:bodyPr>
          <a:lstStyle/>
          <a:p>
            <a:pPr marL="285750" indent="-285750" algn="just" eaLnBrk="1" fontAlgn="auto" hangingPunct="1">
              <a:lnSpc>
                <a:spcPct val="130000"/>
              </a:lnSpc>
              <a:spcBef>
                <a:spcPts val="0"/>
              </a:spcBef>
              <a:spcAft>
                <a:spcPts val="0"/>
              </a:spcAft>
              <a:buFont typeface="Arial" panose="020B0604020202020204" pitchFamily="34" charset="0"/>
              <a:buChar char="•"/>
            </a:pPr>
            <a:r>
              <a:rPr lang="zh-CN" altLang="en-US" spc="300" dirty="0">
                <a:solidFill>
                  <a:srgbClr val="000000">
                    <a:lumMod val="85000"/>
                    <a:lumOff val="15000"/>
                  </a:srgbClr>
                </a:solidFill>
                <a:latin typeface="微软雅黑"/>
                <a:ea typeface="微软雅黑"/>
              </a:rPr>
              <a:t>现有宏内核仍以线程为核心调度对象</a:t>
            </a:r>
            <a:endParaRPr lang="en-US" altLang="zh-CN" spc="300" dirty="0">
              <a:solidFill>
                <a:srgbClr val="000000">
                  <a:lumMod val="85000"/>
                  <a:lumOff val="15000"/>
                </a:srgbClr>
              </a:solidFill>
              <a:latin typeface="微软雅黑"/>
              <a:ea typeface="微软雅黑"/>
            </a:endParaRPr>
          </a:p>
          <a:p>
            <a:pPr marL="285750" indent="-285750" algn="just" eaLnBrk="1" fontAlgn="auto" hangingPunct="1">
              <a:lnSpc>
                <a:spcPct val="130000"/>
              </a:lnSpc>
              <a:spcBef>
                <a:spcPts val="0"/>
              </a:spcBef>
              <a:spcAft>
                <a:spcPts val="0"/>
              </a:spcAft>
              <a:buFont typeface="Arial" panose="020B0604020202020204" pitchFamily="34" charset="0"/>
              <a:buChar char="•"/>
            </a:pPr>
            <a:r>
              <a:rPr lang="zh-CN" altLang="en-US" spc="300" dirty="0">
                <a:solidFill>
                  <a:srgbClr val="000000">
                    <a:lumMod val="85000"/>
                    <a:lumOff val="15000"/>
                  </a:srgbClr>
                </a:solidFill>
                <a:latin typeface="微软雅黑"/>
                <a:ea typeface="微软雅黑"/>
              </a:rPr>
              <a:t>用户态异步执行流通常被封装在运行时内部，难以参与内核调度决策</a:t>
            </a:r>
            <a:endParaRPr lang="en-US" altLang="zh-CN" spc="300" dirty="0">
              <a:solidFill>
                <a:srgbClr val="000000">
                  <a:lumMod val="85000"/>
                  <a:lumOff val="15000"/>
                </a:srgbClr>
              </a:solidFill>
              <a:latin typeface="微软雅黑"/>
              <a:ea typeface="微软雅黑"/>
            </a:endParaRPr>
          </a:p>
          <a:p>
            <a:pPr marL="285750" indent="-285750" algn="just" eaLnBrk="1" fontAlgn="auto" hangingPunct="1">
              <a:lnSpc>
                <a:spcPct val="130000"/>
              </a:lnSpc>
              <a:spcBef>
                <a:spcPts val="0"/>
              </a:spcBef>
              <a:spcAft>
                <a:spcPts val="0"/>
              </a:spcAft>
              <a:buFont typeface="Arial" panose="020B0604020202020204" pitchFamily="34" charset="0"/>
              <a:buChar char="•"/>
            </a:pPr>
            <a:r>
              <a:rPr lang="zh-CN" altLang="en-US" spc="300" dirty="0">
                <a:solidFill>
                  <a:srgbClr val="000000">
                    <a:lumMod val="85000"/>
                    <a:lumOff val="15000"/>
                  </a:srgbClr>
                </a:solidFill>
                <a:latin typeface="微软雅黑"/>
                <a:ea typeface="微软雅黑"/>
              </a:rPr>
              <a:t>执行流概念停留在逻辑层面上，没有形成实际对象参与调度。</a:t>
            </a:r>
          </a:p>
        </p:txBody>
      </p:sp>
      <p:sp>
        <p:nvSpPr>
          <p:cNvPr id="17" name="文本框 16">
            <a:extLst>
              <a:ext uri="{FF2B5EF4-FFF2-40B4-BE49-F238E27FC236}">
                <a16:creationId xmlns:a16="http://schemas.microsoft.com/office/drawing/2014/main" id="{D78364A1-0DD5-4557-ACB1-F13F6D44EA0D}"/>
              </a:ext>
            </a:extLst>
          </p:cNvPr>
          <p:cNvSpPr txBox="1"/>
          <p:nvPr/>
        </p:nvSpPr>
        <p:spPr>
          <a:xfrm>
            <a:off x="2303138" y="1370408"/>
            <a:ext cx="2853509" cy="619744"/>
          </a:xfrm>
          <a:prstGeom prst="roundRect">
            <a:avLst/>
          </a:prstGeom>
          <a:solidFill>
            <a:schemeClr val="accent1"/>
          </a:solidFill>
        </p:spPr>
        <p:txBody>
          <a:bodyPr wrap="square" lIns="0" tIns="0" rIns="0" bIns="0" rtlCol="0">
            <a:noAutofit/>
          </a:bodyPr>
          <a:lstStyle/>
          <a:p>
            <a:pPr marL="0" marR="0" lvl="0" indent="0" algn="ctr" defTabSz="914400" eaLnBrk="1" fontAlgn="auto" latinLnBrk="0" hangingPunct="1">
              <a:lnSpc>
                <a:spcPct val="130000"/>
              </a:lnSpc>
              <a:spcBef>
                <a:spcPts val="0"/>
              </a:spcBef>
              <a:spcAft>
                <a:spcPts val="0"/>
              </a:spcAft>
              <a:buClrTx/>
              <a:buSzTx/>
              <a:buFontTx/>
              <a:buNone/>
              <a:tabLst/>
              <a:defRPr/>
            </a:pPr>
            <a:r>
              <a:rPr kumimoji="0" lang="zh-CN" altLang="en-US" sz="2800" b="1" i="0" u="none" strike="noStrike" kern="0" cap="none" spc="300" normalizeH="0" baseline="0" noProof="0" dirty="0">
                <a:ln>
                  <a:noFill/>
                </a:ln>
                <a:solidFill>
                  <a:srgbClr val="FFFFFF"/>
                </a:solidFill>
                <a:effectLst/>
                <a:uLnTx/>
                <a:uFillTx/>
                <a:latin typeface="微软雅黑"/>
                <a:ea typeface="微软雅黑"/>
              </a:rPr>
              <a:t>异步任务</a:t>
            </a:r>
          </a:p>
        </p:txBody>
      </p:sp>
      <p:sp>
        <p:nvSpPr>
          <p:cNvPr id="18" name="文本框 17">
            <a:extLst>
              <a:ext uri="{FF2B5EF4-FFF2-40B4-BE49-F238E27FC236}">
                <a16:creationId xmlns:a16="http://schemas.microsoft.com/office/drawing/2014/main" id="{0E6D24B9-D51A-4A97-963A-5F65DA720C62}"/>
              </a:ext>
            </a:extLst>
          </p:cNvPr>
          <p:cNvSpPr txBox="1"/>
          <p:nvPr/>
        </p:nvSpPr>
        <p:spPr>
          <a:xfrm>
            <a:off x="7035356" y="1370408"/>
            <a:ext cx="2853509" cy="619744"/>
          </a:xfrm>
          <a:prstGeom prst="roundRect">
            <a:avLst/>
          </a:prstGeom>
          <a:solidFill>
            <a:schemeClr val="accent4"/>
          </a:solidFill>
        </p:spPr>
        <p:txBody>
          <a:bodyPr wrap="square" lIns="0" tIns="0" rIns="0" bIns="0" rtlCol="0">
            <a:noAutofit/>
          </a:bodyPr>
          <a:lstStyle/>
          <a:p>
            <a:pPr marL="0" marR="0" lvl="0" indent="0" algn="ctr" defTabSz="914400" eaLnBrk="1" fontAlgn="auto" latinLnBrk="0" hangingPunct="1">
              <a:lnSpc>
                <a:spcPct val="130000"/>
              </a:lnSpc>
              <a:spcBef>
                <a:spcPts val="0"/>
              </a:spcBef>
              <a:spcAft>
                <a:spcPts val="0"/>
              </a:spcAft>
              <a:buClrTx/>
              <a:buSzTx/>
              <a:buFontTx/>
              <a:buNone/>
              <a:tabLst/>
              <a:defRPr/>
            </a:pPr>
            <a:r>
              <a:rPr kumimoji="0" lang="zh-CN" altLang="en-US" sz="2800" b="1" i="0" u="none" strike="noStrike" kern="0" cap="none" spc="300" normalizeH="0" baseline="0" noProof="0" dirty="0">
                <a:ln>
                  <a:noFill/>
                </a:ln>
                <a:solidFill>
                  <a:srgbClr val="FFFFFF"/>
                </a:solidFill>
                <a:effectLst/>
                <a:uLnTx/>
                <a:uFillTx/>
                <a:latin typeface="微软雅黑"/>
                <a:ea typeface="微软雅黑"/>
              </a:rPr>
              <a:t>现有宏内核</a:t>
            </a:r>
          </a:p>
        </p:txBody>
      </p:sp>
    </p:spTree>
    <p:extLst>
      <p:ext uri="{BB962C8B-B14F-4D97-AF65-F5344CB8AC3E}">
        <p14:creationId xmlns:p14="http://schemas.microsoft.com/office/powerpoint/2010/main" val="3507363218"/>
      </p:ext>
    </p:extLst>
  </p:cSld>
  <p:clrMapOvr>
    <a:masterClrMapping/>
  </p:clrMapOvr>
  <p:transition spd="med">
    <p:pull/>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descr="图示&#10;&#10;AI 生成的内容可能不正确。">
            <a:extLst>
              <a:ext uri="{FF2B5EF4-FFF2-40B4-BE49-F238E27FC236}">
                <a16:creationId xmlns:a16="http://schemas.microsoft.com/office/drawing/2014/main" id="{014039E4-74EF-A4E2-C118-84DBAC43C44E}"/>
              </a:ext>
            </a:extLst>
          </p:cNvPr>
          <p:cNvPicPr>
            <a:picLocks noChangeAspect="1"/>
          </p:cNvPicPr>
          <p:nvPr/>
        </p:nvPicPr>
        <p:blipFill>
          <a:blip r:embed="rId2"/>
          <a:srcRect r="16478"/>
          <a:stretch>
            <a:fillRect/>
          </a:stretch>
        </p:blipFill>
        <p:spPr>
          <a:xfrm>
            <a:off x="246292" y="1195450"/>
            <a:ext cx="5577638" cy="4180780"/>
          </a:xfrm>
          <a:prstGeom prst="rect">
            <a:avLst/>
          </a:prstGeom>
        </p:spPr>
      </p:pic>
      <p:sp>
        <p:nvSpPr>
          <p:cNvPr id="2" name="标题 1"/>
          <p:cNvSpPr>
            <a:spLocks noGrp="1"/>
          </p:cNvSpPr>
          <p:nvPr>
            <p:ph type="title"/>
          </p:nvPr>
        </p:nvSpPr>
        <p:spPr/>
        <p:txBody>
          <a:bodyPr/>
          <a:lstStyle/>
          <a:p>
            <a:r>
              <a:rPr lang="zh-CN" altLang="en-US" dirty="0"/>
              <a:t>现有研究：</a:t>
            </a:r>
            <a:r>
              <a:rPr lang="en-US" altLang="zh-CN" dirty="0"/>
              <a:t>TAIC</a:t>
            </a:r>
            <a:endParaRPr lang="zh-CN" altLang="en-US" dirty="0"/>
          </a:p>
        </p:txBody>
      </p:sp>
      <p:sp>
        <p:nvSpPr>
          <p:cNvPr id="11" name="文本框 10">
            <a:extLst>
              <a:ext uri="{FF2B5EF4-FFF2-40B4-BE49-F238E27FC236}">
                <a16:creationId xmlns:a16="http://schemas.microsoft.com/office/drawing/2014/main" id="{0F6C1D3A-8883-489A-9010-FCACBD19E490}"/>
              </a:ext>
            </a:extLst>
          </p:cNvPr>
          <p:cNvSpPr txBox="1"/>
          <p:nvPr/>
        </p:nvSpPr>
        <p:spPr>
          <a:xfrm>
            <a:off x="6096000" y="1880519"/>
            <a:ext cx="5435601" cy="1405321"/>
          </a:xfrm>
          <a:prstGeom prst="rect">
            <a:avLst/>
          </a:prstGeom>
          <a:noFill/>
        </p:spPr>
        <p:txBody>
          <a:bodyPr wrap="square" lIns="0" tIns="0" rIns="0" bIns="0" rtlCol="0">
            <a:spAutoFit/>
          </a:bodyPr>
          <a:lstStyle>
            <a:defPPr>
              <a:defRPr lang="zh-CN"/>
            </a:defPPr>
            <a:lvl1pPr>
              <a:lnSpc>
                <a:spcPct val="130000"/>
              </a:lnSpc>
              <a:defRPr sz="1200" spc="300">
                <a:solidFill>
                  <a:schemeClr val="tx1">
                    <a:lumMod val="85000"/>
                    <a:lumOff val="15000"/>
                  </a:schemeClr>
                </a:solidFill>
              </a:defRPr>
            </a:lvl1pPr>
          </a:lstStyle>
          <a:p>
            <a:pPr marL="285750" indent="-285750">
              <a:buFont typeface="Arial" panose="020B0604020202020204" pitchFamily="34" charset="0"/>
              <a:buChar char="•"/>
            </a:pPr>
            <a:r>
              <a:rPr lang="zh-CN" altLang="en-US" sz="1800" dirty="0"/>
              <a:t>提出执行流概念，将执行流作为调度对象</a:t>
            </a:r>
            <a:endParaRPr lang="en-US" altLang="zh-CN" sz="1800" dirty="0"/>
          </a:p>
          <a:p>
            <a:pPr marL="285750" indent="-285750">
              <a:buFont typeface="Arial" panose="020B0604020202020204" pitchFamily="34" charset="0"/>
              <a:buChar char="•"/>
            </a:pPr>
            <a:r>
              <a:rPr lang="zh-CN" altLang="en-US" sz="1800" dirty="0"/>
              <a:t>将任务调度、中断处理与 </a:t>
            </a:r>
            <a:r>
              <a:rPr lang="en-US" altLang="zh-CN" sz="1800" dirty="0"/>
              <a:t>IPC </a:t>
            </a:r>
            <a:r>
              <a:rPr lang="zh-CN" altLang="en-US" sz="1800" dirty="0"/>
              <a:t>统一为执行流切换</a:t>
            </a:r>
            <a:endParaRPr lang="en-US" altLang="zh-CN" sz="1800" dirty="0"/>
          </a:p>
          <a:p>
            <a:pPr marL="285750" indent="-285750">
              <a:buFont typeface="Arial" panose="020B0604020202020204" pitchFamily="34" charset="0"/>
              <a:buChar char="•"/>
            </a:pPr>
            <a:r>
              <a:rPr lang="zh-CN" altLang="en-US" sz="1800" dirty="0"/>
              <a:t>使用硬件参与调度，大幅提高异步调度性能</a:t>
            </a:r>
            <a:endParaRPr lang="en-US" altLang="zh-CN" sz="1800" dirty="0"/>
          </a:p>
        </p:txBody>
      </p:sp>
      <p:sp>
        <p:nvSpPr>
          <p:cNvPr id="12" name="文本框 11">
            <a:extLst>
              <a:ext uri="{FF2B5EF4-FFF2-40B4-BE49-F238E27FC236}">
                <a16:creationId xmlns:a16="http://schemas.microsoft.com/office/drawing/2014/main" id="{8DD9C6B7-CF61-4922-AAA6-B85AE1628331}"/>
              </a:ext>
            </a:extLst>
          </p:cNvPr>
          <p:cNvSpPr txBox="1"/>
          <p:nvPr/>
        </p:nvSpPr>
        <p:spPr>
          <a:xfrm>
            <a:off x="6096000" y="1129183"/>
            <a:ext cx="2685691" cy="560153"/>
          </a:xfrm>
          <a:prstGeom prst="rect">
            <a:avLst/>
          </a:prstGeom>
          <a:solidFill>
            <a:schemeClr val="accent1"/>
          </a:solidFill>
        </p:spPr>
        <p:txBody>
          <a:bodyPr wrap="square" lIns="0" tIns="0" rIns="0" bIns="0" rtlCol="0" anchor="ctr" anchorCtr="0">
            <a:noAutofit/>
          </a:bodyPr>
          <a:lstStyle>
            <a:defPPr>
              <a:defRPr lang="zh-CN"/>
            </a:defPPr>
            <a:lvl1pPr>
              <a:lnSpc>
                <a:spcPct val="130000"/>
              </a:lnSpc>
              <a:defRPr sz="4000" spc="300">
                <a:solidFill>
                  <a:schemeClr val="accent1"/>
                </a:solidFill>
                <a:latin typeface="+mj-ea"/>
                <a:ea typeface="+mj-ea"/>
              </a:defRPr>
            </a:lvl1pPr>
          </a:lstStyle>
          <a:p>
            <a:pPr algn="ctr"/>
            <a:r>
              <a:rPr lang="zh-CN" altLang="en-US" sz="2800" b="1" dirty="0">
                <a:solidFill>
                  <a:schemeClr val="bg1"/>
                </a:solidFill>
                <a:latin typeface="微软雅黑" panose="020B0503020204020204" pitchFamily="34" charset="-122"/>
                <a:ea typeface="微软雅黑" panose="020B0503020204020204" pitchFamily="34" charset="-122"/>
              </a:rPr>
              <a:t>主要思想</a:t>
            </a:r>
          </a:p>
        </p:txBody>
      </p:sp>
      <p:sp>
        <p:nvSpPr>
          <p:cNvPr id="13" name="矩形 12">
            <a:extLst>
              <a:ext uri="{FF2B5EF4-FFF2-40B4-BE49-F238E27FC236}">
                <a16:creationId xmlns:a16="http://schemas.microsoft.com/office/drawing/2014/main" id="{778149A0-7B66-4522-BEDE-3946C60F53BE}"/>
              </a:ext>
            </a:extLst>
          </p:cNvPr>
          <p:cNvSpPr/>
          <p:nvPr/>
        </p:nvSpPr>
        <p:spPr>
          <a:xfrm>
            <a:off x="673100" y="5609824"/>
            <a:ext cx="4998741" cy="29830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spc="300" dirty="0"/>
              <a:t>TAIC</a:t>
            </a:r>
            <a:r>
              <a:rPr lang="zh-CN" altLang="en-US" sz="1200" spc="300" dirty="0"/>
              <a:t>的整体架构</a:t>
            </a:r>
          </a:p>
        </p:txBody>
      </p:sp>
      <p:sp>
        <p:nvSpPr>
          <p:cNvPr id="20" name="文本框 19">
            <a:extLst>
              <a:ext uri="{FF2B5EF4-FFF2-40B4-BE49-F238E27FC236}">
                <a16:creationId xmlns:a16="http://schemas.microsoft.com/office/drawing/2014/main" id="{58FD7F51-F933-4C16-AF77-363679D2D4D6}"/>
              </a:ext>
            </a:extLst>
          </p:cNvPr>
          <p:cNvSpPr txBox="1"/>
          <p:nvPr/>
        </p:nvSpPr>
        <p:spPr>
          <a:xfrm>
            <a:off x="6096000" y="4482190"/>
            <a:ext cx="5422900" cy="1405321"/>
          </a:xfrm>
          <a:prstGeom prst="rect">
            <a:avLst/>
          </a:prstGeom>
          <a:noFill/>
        </p:spPr>
        <p:txBody>
          <a:bodyPr wrap="square" lIns="0" tIns="0" rIns="0" bIns="0" rtlCol="0">
            <a:spAutoFit/>
          </a:bodyPr>
          <a:lstStyle>
            <a:defPPr>
              <a:defRPr lang="zh-CN"/>
            </a:defPPr>
            <a:lvl1pPr>
              <a:lnSpc>
                <a:spcPct val="130000"/>
              </a:lnSpc>
              <a:defRPr sz="1200" spc="300">
                <a:solidFill>
                  <a:schemeClr val="tx1">
                    <a:lumMod val="85000"/>
                    <a:lumOff val="15000"/>
                  </a:schemeClr>
                </a:solidFill>
              </a:defRPr>
            </a:lvl1pPr>
          </a:lstStyle>
          <a:p>
            <a:pPr marL="285750" indent="-285750">
              <a:buFont typeface="Arial" panose="020B0604020202020204" pitchFamily="34" charset="0"/>
              <a:buChar char="•"/>
            </a:pPr>
            <a:r>
              <a:rPr lang="zh-CN" altLang="en-US" sz="1800" dirty="0"/>
              <a:t>依赖定制化硬件实现，难以直接应用于通用平台</a:t>
            </a:r>
            <a:endParaRPr lang="en-US" altLang="zh-CN" sz="1800" dirty="0"/>
          </a:p>
          <a:p>
            <a:pPr marL="285750" indent="-285750">
              <a:buFont typeface="Arial" panose="020B0604020202020204" pitchFamily="34" charset="0"/>
              <a:buChar char="•"/>
            </a:pPr>
            <a:r>
              <a:rPr lang="zh-CN" altLang="en-US" sz="1800" dirty="0"/>
              <a:t>尚未形成可在通用操作系统中广泛使用的执行流调度框架</a:t>
            </a:r>
            <a:endParaRPr lang="en-US" altLang="zh-CN" sz="1800" dirty="0"/>
          </a:p>
        </p:txBody>
      </p:sp>
      <p:sp>
        <p:nvSpPr>
          <p:cNvPr id="21" name="文本框 20">
            <a:extLst>
              <a:ext uri="{FF2B5EF4-FFF2-40B4-BE49-F238E27FC236}">
                <a16:creationId xmlns:a16="http://schemas.microsoft.com/office/drawing/2014/main" id="{B7738CD3-2509-4EB1-81C5-87AF35740910}"/>
              </a:ext>
            </a:extLst>
          </p:cNvPr>
          <p:cNvSpPr txBox="1"/>
          <p:nvPr/>
        </p:nvSpPr>
        <p:spPr>
          <a:xfrm>
            <a:off x="6096000" y="3668935"/>
            <a:ext cx="2685691" cy="560153"/>
          </a:xfrm>
          <a:prstGeom prst="rect">
            <a:avLst/>
          </a:prstGeom>
          <a:solidFill>
            <a:schemeClr val="accent4"/>
          </a:solidFill>
        </p:spPr>
        <p:txBody>
          <a:bodyPr wrap="square" lIns="0" tIns="0" rIns="0" bIns="0" rtlCol="0" anchor="ctr" anchorCtr="0">
            <a:noAutofit/>
          </a:bodyPr>
          <a:lstStyle>
            <a:defPPr>
              <a:defRPr lang="zh-CN"/>
            </a:defPPr>
            <a:lvl1pPr>
              <a:lnSpc>
                <a:spcPct val="130000"/>
              </a:lnSpc>
              <a:defRPr sz="4000" spc="300">
                <a:solidFill>
                  <a:schemeClr val="accent1"/>
                </a:solidFill>
                <a:latin typeface="+mj-ea"/>
                <a:ea typeface="+mj-ea"/>
              </a:defRPr>
            </a:lvl1pPr>
          </a:lstStyle>
          <a:p>
            <a:pPr algn="ctr"/>
            <a:r>
              <a:rPr lang="zh-CN" altLang="en-US" sz="2800" b="1" dirty="0">
                <a:solidFill>
                  <a:schemeClr val="bg1"/>
                </a:solidFill>
                <a:latin typeface="微软雅黑" panose="020B0503020204020204" pitchFamily="34" charset="-122"/>
                <a:ea typeface="微软雅黑" panose="020B0503020204020204" pitchFamily="34" charset="-122"/>
              </a:rPr>
              <a:t>存在问题</a:t>
            </a:r>
          </a:p>
        </p:txBody>
      </p:sp>
    </p:spTree>
    <p:extLst>
      <p:ext uri="{BB962C8B-B14F-4D97-AF65-F5344CB8AC3E}">
        <p14:creationId xmlns:p14="http://schemas.microsoft.com/office/powerpoint/2010/main" val="3450734909"/>
      </p:ext>
    </p:extLst>
  </p:cSld>
  <p:clrMapOvr>
    <a:masterClrMapping/>
  </p:clrMapOvr>
  <p:transition spd="med">
    <p:pull/>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实验操作系统平台</a:t>
            </a:r>
          </a:p>
        </p:txBody>
      </p:sp>
      <p:sp>
        <p:nvSpPr>
          <p:cNvPr id="3" name="矩形 2">
            <a:extLst>
              <a:ext uri="{FF2B5EF4-FFF2-40B4-BE49-F238E27FC236}">
                <a16:creationId xmlns:a16="http://schemas.microsoft.com/office/drawing/2014/main" id="{03A2DB49-A34F-415C-BDCB-6167DF90484C}"/>
              </a:ext>
            </a:extLst>
          </p:cNvPr>
          <p:cNvSpPr/>
          <p:nvPr/>
        </p:nvSpPr>
        <p:spPr>
          <a:xfrm>
            <a:off x="660400" y="1026788"/>
            <a:ext cx="10858500" cy="5003800"/>
          </a:xfrm>
          <a:prstGeom prst="rect">
            <a:avLst/>
          </a:prstGeom>
          <a:solidFill>
            <a:schemeClr val="bg1"/>
          </a:solidFill>
          <a:ln>
            <a:noFill/>
          </a:ln>
          <a:effectLst>
            <a:outerShdw blurRad="165100" sx="101000" sy="101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783EB24E-FE0D-4498-8616-DAE4D7B97315}"/>
              </a:ext>
            </a:extLst>
          </p:cNvPr>
          <p:cNvSpPr txBox="1"/>
          <p:nvPr/>
        </p:nvSpPr>
        <p:spPr>
          <a:xfrm>
            <a:off x="1139788" y="1866432"/>
            <a:ext cx="4134260" cy="577787"/>
          </a:xfrm>
          <a:prstGeom prst="rect">
            <a:avLst/>
          </a:prstGeom>
          <a:noFill/>
        </p:spPr>
        <p:txBody>
          <a:bodyPr wrap="square" lIns="0" tIns="0" rIns="0" bIns="0" rtlCol="0">
            <a:spAutoFit/>
          </a:bodyPr>
          <a:lstStyle/>
          <a:p>
            <a:pPr algn="ctr">
              <a:lnSpc>
                <a:spcPct val="130000"/>
              </a:lnSpc>
            </a:pPr>
            <a:r>
              <a:rPr lang="en-US" altLang="zh-CN" sz="3200" b="1" spc="300"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Starry-OS</a:t>
            </a:r>
            <a:endParaRPr lang="zh-CN" altLang="en-US" sz="3200" b="1" spc="300"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6" name="文本框 5">
            <a:extLst>
              <a:ext uri="{FF2B5EF4-FFF2-40B4-BE49-F238E27FC236}">
                <a16:creationId xmlns:a16="http://schemas.microsoft.com/office/drawing/2014/main" id="{4EB6D056-BA36-4095-8BCC-5DBB420ACAD9}"/>
              </a:ext>
            </a:extLst>
          </p:cNvPr>
          <p:cNvSpPr txBox="1"/>
          <p:nvPr/>
        </p:nvSpPr>
        <p:spPr>
          <a:xfrm>
            <a:off x="1139788" y="2797274"/>
            <a:ext cx="4265193" cy="1765420"/>
          </a:xfrm>
          <a:prstGeom prst="rect">
            <a:avLst/>
          </a:prstGeom>
          <a:noFill/>
        </p:spPr>
        <p:txBody>
          <a:bodyPr wrap="square" lIns="0" tIns="0" rIns="0" bIns="0" rtlCol="0">
            <a:spAutoFit/>
          </a:bodyPr>
          <a:lstStyle/>
          <a:p>
            <a:pPr>
              <a:lnSpc>
                <a:spcPct val="130000"/>
              </a:lnSpc>
            </a:pPr>
            <a:r>
              <a:rPr lang="en-US" altLang="zh-CN" spc="300" dirty="0">
                <a:solidFill>
                  <a:schemeClr val="tx1">
                    <a:lumMod val="85000"/>
                    <a:lumOff val="15000"/>
                  </a:schemeClr>
                </a:solidFill>
              </a:rPr>
              <a:t>    </a:t>
            </a:r>
            <a:r>
              <a:rPr lang="en-US" altLang="zh-CN" spc="300" dirty="0">
                <a:solidFill>
                  <a:schemeClr val="tx1">
                    <a:lumMod val="85000"/>
                    <a:lumOff val="15000"/>
                  </a:schemeClr>
                </a:solidFill>
                <a:latin typeface="Times New Roman" panose="02020603050405020304" pitchFamily="18" charset="0"/>
                <a:cs typeface="Times New Roman" panose="02020603050405020304" pitchFamily="18" charset="0"/>
              </a:rPr>
              <a:t>Starry-OS</a:t>
            </a:r>
            <a:r>
              <a:rPr lang="zh-CN" altLang="en-US" spc="300" dirty="0">
                <a:solidFill>
                  <a:schemeClr val="tx1">
                    <a:lumMod val="85000"/>
                    <a:lumOff val="15000"/>
                  </a:schemeClr>
                </a:solidFill>
              </a:rPr>
              <a:t>作为研究型操作系统内核，异步机制较为基础，且具备良好的模块化结构和实验环境，为执行流模型的软件化研究提供了理想平台。</a:t>
            </a:r>
          </a:p>
        </p:txBody>
      </p:sp>
      <p:cxnSp>
        <p:nvCxnSpPr>
          <p:cNvPr id="7" name="直接连接符 6">
            <a:extLst>
              <a:ext uri="{FF2B5EF4-FFF2-40B4-BE49-F238E27FC236}">
                <a16:creationId xmlns:a16="http://schemas.microsoft.com/office/drawing/2014/main" id="{6DAE3BEC-0D40-461A-A5E2-07A3B7AD813B}"/>
              </a:ext>
            </a:extLst>
          </p:cNvPr>
          <p:cNvCxnSpPr>
            <a:cxnSpLocks/>
          </p:cNvCxnSpPr>
          <p:nvPr/>
        </p:nvCxnSpPr>
        <p:spPr>
          <a:xfrm>
            <a:off x="1121924" y="2636182"/>
            <a:ext cx="4026380" cy="0"/>
          </a:xfrm>
          <a:prstGeom prst="line">
            <a:avLst/>
          </a:prstGeom>
          <a:ln w="12700"/>
        </p:spPr>
        <p:style>
          <a:lnRef idx="1">
            <a:schemeClr val="accent1"/>
          </a:lnRef>
          <a:fillRef idx="0">
            <a:schemeClr val="accent1"/>
          </a:fillRef>
          <a:effectRef idx="0">
            <a:schemeClr val="accent1"/>
          </a:effectRef>
          <a:fontRef idx="minor">
            <a:schemeClr val="tx1"/>
          </a:fontRef>
        </p:style>
      </p:cxnSp>
      <p:pic>
        <p:nvPicPr>
          <p:cNvPr id="1026" name="Picture 2" descr="Starry 结构图">
            <a:extLst>
              <a:ext uri="{FF2B5EF4-FFF2-40B4-BE49-F238E27FC236}">
                <a16:creationId xmlns:a16="http://schemas.microsoft.com/office/drawing/2014/main" id="{276631A8-3642-6FEB-EDE3-D03613C04BD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78860" y="1307982"/>
            <a:ext cx="4583739" cy="4162407"/>
          </a:xfrm>
          <a:prstGeom prst="rect">
            <a:avLst/>
          </a:prstGeom>
          <a:noFill/>
          <a:extLst>
            <a:ext uri="{909E8E84-426E-40DD-AFC4-6F175D3DCCD1}">
              <a14:hiddenFill xmlns:a14="http://schemas.microsoft.com/office/drawing/2010/main">
                <a:solidFill>
                  <a:srgbClr val="FFFFFF"/>
                </a:solidFill>
              </a14:hiddenFill>
            </a:ext>
          </a:extLst>
        </p:spPr>
      </p:pic>
      <p:sp>
        <p:nvSpPr>
          <p:cNvPr id="9" name="矩形 8">
            <a:extLst>
              <a:ext uri="{FF2B5EF4-FFF2-40B4-BE49-F238E27FC236}">
                <a16:creationId xmlns:a16="http://schemas.microsoft.com/office/drawing/2014/main" id="{7C3F0130-4E9D-B407-9B81-619A2A8C666D}"/>
              </a:ext>
            </a:extLst>
          </p:cNvPr>
          <p:cNvSpPr/>
          <p:nvPr/>
        </p:nvSpPr>
        <p:spPr>
          <a:xfrm>
            <a:off x="5708563" y="5550018"/>
            <a:ext cx="4998741" cy="298309"/>
          </a:xfrm>
          <a:prstGeom prst="rect">
            <a:avLst/>
          </a:prstGeom>
          <a:solidFill>
            <a:srgbClr val="006C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spc="300" dirty="0"/>
              <a:t>Starry-OS</a:t>
            </a:r>
            <a:r>
              <a:rPr lang="zh-CN" altLang="en-US" sz="1200" spc="300" dirty="0"/>
              <a:t>整体架构</a:t>
            </a:r>
          </a:p>
        </p:txBody>
      </p:sp>
    </p:spTree>
    <p:extLst>
      <p:ext uri="{BB962C8B-B14F-4D97-AF65-F5344CB8AC3E}">
        <p14:creationId xmlns:p14="http://schemas.microsoft.com/office/powerpoint/2010/main" val="532802578"/>
      </p:ext>
    </p:extLst>
  </p:cSld>
  <p:clrMapOvr>
    <a:masterClrMapping/>
  </p:clrMapOvr>
  <p:transition spd="med">
    <p:pull/>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5891815" y="3000270"/>
            <a:ext cx="2993171" cy="857460"/>
            <a:chOff x="5588007" y="1590635"/>
            <a:chExt cx="2993171" cy="857460"/>
          </a:xfrm>
        </p:grpSpPr>
        <p:sp>
          <p:nvSpPr>
            <p:cNvPr id="19" name="文本框 18">
              <a:extLst>
                <a:ext uri="{FF2B5EF4-FFF2-40B4-BE49-F238E27FC236}">
                  <a16:creationId xmlns:a16="http://schemas.microsoft.com/office/drawing/2014/main" id="{41B256AE-680D-4CCC-B51F-B69BF45F0365}"/>
                </a:ext>
              </a:extLst>
            </p:cNvPr>
            <p:cNvSpPr txBox="1"/>
            <p:nvPr/>
          </p:nvSpPr>
          <p:spPr>
            <a:xfrm>
              <a:off x="6549853" y="1696200"/>
              <a:ext cx="2031325" cy="646331"/>
            </a:xfrm>
            <a:prstGeom prst="rect">
              <a:avLst/>
            </a:prstGeom>
            <a:noFill/>
          </p:spPr>
          <p:txBody>
            <a:bodyPr wrap="none">
              <a:spAutoFit/>
            </a:bodyPr>
            <a:lstStyle/>
            <a:p>
              <a:pPr eaLnBrk="1" fontAlgn="auto" hangingPunct="1">
                <a:spcBef>
                  <a:spcPts val="0"/>
                </a:spcBef>
                <a:spcAft>
                  <a:spcPts val="0"/>
                </a:spcAft>
                <a:defRPr/>
              </a:pPr>
              <a:r>
                <a:rPr lang="zh-CN" altLang="en-US" sz="3600" b="1" dirty="0">
                  <a:sym typeface="+mn-lt"/>
                </a:rPr>
                <a:t>研究目标</a:t>
              </a:r>
            </a:p>
          </p:txBody>
        </p:sp>
        <p:sp>
          <p:nvSpPr>
            <p:cNvPr id="20" name="椭圆 19">
              <a:extLst>
                <a:ext uri="{FF2B5EF4-FFF2-40B4-BE49-F238E27FC236}">
                  <a16:creationId xmlns:a16="http://schemas.microsoft.com/office/drawing/2014/main" id="{4CD969C8-E62F-446D-85AA-293C5C9F7396}"/>
                </a:ext>
              </a:extLst>
            </p:cNvPr>
            <p:cNvSpPr/>
            <p:nvPr/>
          </p:nvSpPr>
          <p:spPr>
            <a:xfrm>
              <a:off x="5588007" y="1590635"/>
              <a:ext cx="857459" cy="85746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4000" b="1" dirty="0"/>
                <a:t>2</a:t>
              </a:r>
              <a:endParaRPr lang="zh-CN" altLang="en-US" sz="4000" b="1" dirty="0"/>
            </a:p>
          </p:txBody>
        </p:sp>
      </p:grpSp>
    </p:spTree>
    <p:extLst>
      <p:ext uri="{BB962C8B-B14F-4D97-AF65-F5344CB8AC3E}">
        <p14:creationId xmlns:p14="http://schemas.microsoft.com/office/powerpoint/2010/main" val="1398830140"/>
      </p:ext>
    </p:extLst>
  </p:cSld>
  <p:clrMapOvr>
    <a:masterClrMapping/>
  </p:clrMapOvr>
  <p:transition spd="med">
    <p:pull/>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title"/>
          </p:nvPr>
        </p:nvSpPr>
        <p:spPr/>
        <p:txBody>
          <a:bodyPr/>
          <a:lstStyle/>
          <a:p>
            <a:r>
              <a:rPr lang="zh-CN" altLang="en-US" dirty="0"/>
              <a:t>研究目标</a:t>
            </a:r>
          </a:p>
        </p:txBody>
      </p:sp>
      <p:sp>
        <p:nvSpPr>
          <p:cNvPr id="11" name="内容占位符 1">
            <a:extLst>
              <a:ext uri="{FF2B5EF4-FFF2-40B4-BE49-F238E27FC236}">
                <a16:creationId xmlns:a16="http://schemas.microsoft.com/office/drawing/2014/main" id="{9220699B-30D4-4073-91F7-02313840C09E}"/>
              </a:ext>
            </a:extLst>
          </p:cNvPr>
          <p:cNvSpPr txBox="1">
            <a:spLocks/>
          </p:cNvSpPr>
          <p:nvPr/>
        </p:nvSpPr>
        <p:spPr>
          <a:xfrm>
            <a:off x="1539631" y="2357813"/>
            <a:ext cx="9100038" cy="3610708"/>
          </a:xfrm>
          <a:prstGeom prst="rect">
            <a:avLst/>
          </a:prstGeom>
        </p:spPr>
        <p:txBody>
          <a:bodyPr vert="horz" lIns="0" tIns="0" rIns="0" bIns="0" rtlCol="0">
            <a:normAutofit/>
          </a:bodyPr>
          <a:lstStyle>
            <a:lvl1pPr marL="228600" indent="-228600" algn="l" defTabSz="914400" rtl="0" eaLnBrk="1" latinLnBrk="0" hangingPunct="1">
              <a:lnSpc>
                <a:spcPct val="120000"/>
              </a:lnSpc>
              <a:spcBef>
                <a:spcPts val="1000"/>
              </a:spcBef>
              <a:buFont typeface="Arial" panose="020B0604020202020204" pitchFamily="34" charset="0"/>
              <a:buChar char="•"/>
              <a:defRPr sz="2800" kern="1200" spc="3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2400" kern="1200" spc="3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spc="3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spc="3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spc="3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20000"/>
              </a:lnSpc>
              <a:spcBef>
                <a:spcPts val="1000"/>
              </a:spcBef>
              <a:spcAft>
                <a:spcPts val="0"/>
              </a:spcAft>
              <a:buClrTx/>
              <a:buSzTx/>
              <a:buFont typeface="Arial" panose="020B0604020202020204" pitchFamily="34" charset="0"/>
              <a:buNone/>
              <a:tabLst/>
              <a:defRPr/>
            </a:pPr>
            <a:r>
              <a:rPr kumimoji="0" lang="zh-CN" altLang="en-US" sz="2800" b="0" i="0" u="none" strike="noStrike" kern="1200" cap="none" spc="300" normalizeH="0" baseline="0" noProof="0" dirty="0">
                <a:ln>
                  <a:noFill/>
                </a:ln>
                <a:solidFill>
                  <a:srgbClr val="000000"/>
                </a:solidFill>
                <a:effectLst/>
                <a:uLnTx/>
                <a:uFillTx/>
                <a:latin typeface="微软雅黑"/>
                <a:ea typeface="微软雅黑"/>
                <a:cs typeface="+mn-cs"/>
              </a:rPr>
              <a:t>     在</a:t>
            </a:r>
            <a:r>
              <a:rPr kumimoji="0" lang="en-US" altLang="zh-CN" sz="2800" b="0" i="0" u="none" strike="noStrike" kern="1200" cap="none" spc="300" normalizeH="0" baseline="0" noProof="0" dirty="0">
                <a:ln>
                  <a:noFill/>
                </a:ln>
                <a:solidFill>
                  <a:srgbClr val="000000"/>
                </a:solidFill>
                <a:effectLst/>
                <a:uLnTx/>
                <a:uFillTx/>
                <a:latin typeface="微软雅黑"/>
                <a:ea typeface="微软雅黑"/>
                <a:cs typeface="+mn-cs"/>
              </a:rPr>
              <a:t>Starry-OS</a:t>
            </a:r>
            <a:r>
              <a:rPr kumimoji="0" lang="zh-CN" altLang="en-US" sz="2800" b="0" i="0" u="none" strike="noStrike" kern="1200" cap="none" spc="300" normalizeH="0" baseline="0" noProof="0" dirty="0">
                <a:ln>
                  <a:noFill/>
                </a:ln>
                <a:solidFill>
                  <a:srgbClr val="000000"/>
                </a:solidFill>
                <a:effectLst/>
                <a:uLnTx/>
                <a:uFillTx/>
                <a:latin typeface="微软雅黑"/>
                <a:ea typeface="微软雅黑"/>
                <a:cs typeface="+mn-cs"/>
              </a:rPr>
              <a:t>的体系结构基础上，参考</a:t>
            </a:r>
            <a:r>
              <a:rPr kumimoji="0" lang="en-US" altLang="zh-CN" sz="2800" b="0" i="0" u="none" strike="noStrike" kern="1200" cap="none" spc="300" normalizeH="0" baseline="0" noProof="0" dirty="0">
                <a:ln>
                  <a:noFill/>
                </a:ln>
                <a:solidFill>
                  <a:srgbClr val="000000"/>
                </a:solidFill>
                <a:effectLst/>
                <a:uLnTx/>
                <a:uFillTx/>
                <a:latin typeface="微软雅黑"/>
                <a:ea typeface="微软雅黑"/>
                <a:cs typeface="+mn-cs"/>
              </a:rPr>
              <a:t>TAIC</a:t>
            </a:r>
            <a:r>
              <a:rPr kumimoji="0" lang="zh-CN" altLang="en-US" sz="2800" b="0" i="0" u="none" strike="noStrike" kern="1200" cap="none" spc="300" normalizeH="0" baseline="0" noProof="0" dirty="0">
                <a:ln>
                  <a:noFill/>
                </a:ln>
                <a:solidFill>
                  <a:srgbClr val="000000"/>
                </a:solidFill>
                <a:effectLst/>
                <a:uLnTx/>
                <a:uFillTx/>
                <a:latin typeface="微软雅黑"/>
                <a:ea typeface="微软雅黑"/>
                <a:cs typeface="+mn-cs"/>
              </a:rPr>
              <a:t>的设计思路，探索一种无需依赖专用硬件支持的统一任务调度与中断管理的软件化方案，设计一个相对独立的异步调度模块。</a:t>
            </a:r>
          </a:p>
        </p:txBody>
      </p:sp>
      <p:sp>
        <p:nvSpPr>
          <p:cNvPr id="12" name="半闭框 11">
            <a:extLst>
              <a:ext uri="{FF2B5EF4-FFF2-40B4-BE49-F238E27FC236}">
                <a16:creationId xmlns:a16="http://schemas.microsoft.com/office/drawing/2014/main" id="{0D90A06A-B605-4CDB-9B13-1BB6C4658928}"/>
              </a:ext>
            </a:extLst>
          </p:cNvPr>
          <p:cNvSpPr/>
          <p:nvPr/>
        </p:nvSpPr>
        <p:spPr>
          <a:xfrm>
            <a:off x="1058985" y="1823129"/>
            <a:ext cx="480646" cy="480646"/>
          </a:xfrm>
          <a:prstGeom prst="halfFrame">
            <a:avLst>
              <a:gd name="adj1" fmla="val 17948"/>
              <a:gd name="adj2" fmla="val 17949"/>
            </a:avLst>
          </a:prstGeom>
          <a:solidFill>
            <a:schemeClr val="accent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微软雅黑"/>
              <a:ea typeface="微软雅黑"/>
              <a:cs typeface="+mn-cs"/>
            </a:endParaRPr>
          </a:p>
        </p:txBody>
      </p:sp>
      <p:sp>
        <p:nvSpPr>
          <p:cNvPr id="13" name="半闭框 12">
            <a:extLst>
              <a:ext uri="{FF2B5EF4-FFF2-40B4-BE49-F238E27FC236}">
                <a16:creationId xmlns:a16="http://schemas.microsoft.com/office/drawing/2014/main" id="{F77F212D-4F59-4957-9187-E73A42BE8E9D}"/>
              </a:ext>
            </a:extLst>
          </p:cNvPr>
          <p:cNvSpPr/>
          <p:nvPr/>
        </p:nvSpPr>
        <p:spPr>
          <a:xfrm flipH="1" flipV="1">
            <a:off x="10639669" y="4640978"/>
            <a:ext cx="480646" cy="480646"/>
          </a:xfrm>
          <a:prstGeom prst="halfFrame">
            <a:avLst>
              <a:gd name="adj1" fmla="val 17948"/>
              <a:gd name="adj2" fmla="val 17949"/>
            </a:avLst>
          </a:prstGeom>
          <a:solidFill>
            <a:schemeClr val="accent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微软雅黑"/>
              <a:ea typeface="微软雅黑"/>
              <a:cs typeface="+mn-cs"/>
            </a:endParaRPr>
          </a:p>
        </p:txBody>
      </p:sp>
    </p:spTree>
    <p:extLst>
      <p:ext uri="{BB962C8B-B14F-4D97-AF65-F5344CB8AC3E}">
        <p14:creationId xmlns:p14="http://schemas.microsoft.com/office/powerpoint/2010/main" val="2676990008"/>
      </p:ext>
    </p:extLst>
  </p:cSld>
  <p:clrMapOvr>
    <a:masterClrMapping/>
  </p:clrMapOvr>
  <p:transition spd="med">
    <p:pull/>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9"/>
          <p:cNvSpPr>
            <a:spLocks noGrp="1"/>
          </p:cNvSpPr>
          <p:nvPr>
            <p:ph type="title"/>
          </p:nvPr>
        </p:nvSpPr>
        <p:spPr/>
        <p:txBody>
          <a:bodyPr/>
          <a:lstStyle/>
          <a:p>
            <a:r>
              <a:rPr lang="zh-CN" altLang="en-US" dirty="0"/>
              <a:t>主要内容</a:t>
            </a:r>
          </a:p>
        </p:txBody>
      </p:sp>
      <p:grpSp>
        <p:nvGrpSpPr>
          <p:cNvPr id="11" name="组合 10">
            <a:extLst>
              <a:ext uri="{FF2B5EF4-FFF2-40B4-BE49-F238E27FC236}">
                <a16:creationId xmlns:a16="http://schemas.microsoft.com/office/drawing/2014/main" id="{FBBDEF9D-09E4-4787-8D18-54BA435A6872}"/>
              </a:ext>
            </a:extLst>
          </p:cNvPr>
          <p:cNvGrpSpPr/>
          <p:nvPr/>
        </p:nvGrpSpPr>
        <p:grpSpPr>
          <a:xfrm>
            <a:off x="640757" y="1607291"/>
            <a:ext cx="3311205" cy="3917208"/>
            <a:chOff x="678857" y="2188316"/>
            <a:chExt cx="2160001" cy="3917208"/>
          </a:xfrm>
        </p:grpSpPr>
        <p:sp>
          <p:nvSpPr>
            <p:cNvPr id="12" name="矩形 11">
              <a:extLst>
                <a:ext uri="{FF2B5EF4-FFF2-40B4-BE49-F238E27FC236}">
                  <a16:creationId xmlns:a16="http://schemas.microsoft.com/office/drawing/2014/main" id="{C26FDF4B-DF2A-42A0-AC9A-44EB3A58DC57}"/>
                </a:ext>
              </a:extLst>
            </p:cNvPr>
            <p:cNvSpPr/>
            <p:nvPr/>
          </p:nvSpPr>
          <p:spPr>
            <a:xfrm>
              <a:off x="678857" y="2819802"/>
              <a:ext cx="720000" cy="7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p:sp>
          <p:nvSpPr>
            <p:cNvPr id="13" name="文本框 12">
              <a:extLst>
                <a:ext uri="{FF2B5EF4-FFF2-40B4-BE49-F238E27FC236}">
                  <a16:creationId xmlns:a16="http://schemas.microsoft.com/office/drawing/2014/main" id="{BD6F4000-594E-40D3-940D-643B631BB399}"/>
                </a:ext>
              </a:extLst>
            </p:cNvPr>
            <p:cNvSpPr txBox="1"/>
            <p:nvPr/>
          </p:nvSpPr>
          <p:spPr>
            <a:xfrm>
              <a:off x="678857" y="2188316"/>
              <a:ext cx="1695336" cy="461665"/>
            </a:xfrm>
            <a:prstGeom prst="rect">
              <a:avLst/>
            </a:prstGeom>
            <a:noFill/>
          </p:spPr>
          <p:txBody>
            <a:bodyPr wrap="none" lIns="0" rtlCol="0">
              <a:spAutoFit/>
            </a:bodyPr>
            <a:lstStyle/>
            <a:p>
              <a:r>
                <a:rPr lang="zh-CN" altLang="en-US" sz="2400" b="1" spc="100" dirty="0">
                  <a:solidFill>
                    <a:schemeClr val="accent1"/>
                  </a:solidFill>
                </a:rPr>
                <a:t>学习与分析</a:t>
              </a:r>
            </a:p>
          </p:txBody>
        </p:sp>
        <p:sp>
          <p:nvSpPr>
            <p:cNvPr id="14" name="文本框 13">
              <a:extLst>
                <a:ext uri="{FF2B5EF4-FFF2-40B4-BE49-F238E27FC236}">
                  <a16:creationId xmlns:a16="http://schemas.microsoft.com/office/drawing/2014/main" id="{D3C07288-9E2C-41A0-9BD8-FC6941580CF1}"/>
                </a:ext>
              </a:extLst>
            </p:cNvPr>
            <p:cNvSpPr txBox="1"/>
            <p:nvPr/>
          </p:nvSpPr>
          <p:spPr>
            <a:xfrm>
              <a:off x="678858" y="3123177"/>
              <a:ext cx="2160000" cy="2982347"/>
            </a:xfrm>
            <a:prstGeom prst="rect">
              <a:avLst/>
            </a:prstGeom>
            <a:noFill/>
          </p:spPr>
          <p:txBody>
            <a:bodyPr wrap="square" lIns="0" rtlCol="0">
              <a:noAutofit/>
            </a:bodyPr>
            <a:lstStyle/>
            <a:p>
              <a:pPr algn="just">
                <a:lnSpc>
                  <a:spcPct val="150000"/>
                </a:lnSpc>
              </a:pPr>
              <a:r>
                <a:rPr lang="en-US" altLang="zh-CN" dirty="0"/>
                <a:t>       </a:t>
              </a:r>
              <a:r>
                <a:rPr lang="zh-CN" altLang="zh-CN" dirty="0"/>
                <a:t>学习</a:t>
              </a:r>
              <a:r>
                <a:rPr lang="en-US" altLang="zh-CN" dirty="0"/>
                <a:t>TAIC</a:t>
              </a:r>
              <a:r>
                <a:rPr lang="zh-CN" altLang="zh-CN" dirty="0"/>
                <a:t>中执行流模型的原理与相关软硬件设计思路，分析</a:t>
              </a:r>
              <a:r>
                <a:rPr lang="en-US" altLang="zh-CN" dirty="0"/>
                <a:t>Starry-OS</a:t>
              </a:r>
              <a:r>
                <a:rPr lang="zh-CN" altLang="zh-CN" dirty="0"/>
                <a:t>中任务模型与调度模型，找到应该着手修改的位置，为后续移植做基础。</a:t>
              </a:r>
              <a:endParaRPr lang="zh-CN" altLang="en-US" spc="100" dirty="0"/>
            </a:p>
          </p:txBody>
        </p:sp>
      </p:grpSp>
      <p:grpSp>
        <p:nvGrpSpPr>
          <p:cNvPr id="15" name="组合 14">
            <a:extLst>
              <a:ext uri="{FF2B5EF4-FFF2-40B4-BE49-F238E27FC236}">
                <a16:creationId xmlns:a16="http://schemas.microsoft.com/office/drawing/2014/main" id="{3AE1C27E-AAD5-4AEE-8661-FB2A1F7F7CEF}"/>
              </a:ext>
            </a:extLst>
          </p:cNvPr>
          <p:cNvGrpSpPr/>
          <p:nvPr/>
        </p:nvGrpSpPr>
        <p:grpSpPr>
          <a:xfrm>
            <a:off x="6169068" y="1607291"/>
            <a:ext cx="5160720" cy="3917207"/>
            <a:chOff x="5063619" y="2188316"/>
            <a:chExt cx="2160000" cy="3917207"/>
          </a:xfrm>
        </p:grpSpPr>
        <p:sp>
          <p:nvSpPr>
            <p:cNvPr id="16" name="矩形 15">
              <a:extLst>
                <a:ext uri="{FF2B5EF4-FFF2-40B4-BE49-F238E27FC236}">
                  <a16:creationId xmlns:a16="http://schemas.microsoft.com/office/drawing/2014/main" id="{678EE4BB-86C1-4632-85D4-AFD8DA732254}"/>
                </a:ext>
              </a:extLst>
            </p:cNvPr>
            <p:cNvSpPr/>
            <p:nvPr/>
          </p:nvSpPr>
          <p:spPr>
            <a:xfrm>
              <a:off x="5063619" y="2819802"/>
              <a:ext cx="720000" cy="7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p:sp>
          <p:nvSpPr>
            <p:cNvPr id="17" name="文本框 16">
              <a:extLst>
                <a:ext uri="{FF2B5EF4-FFF2-40B4-BE49-F238E27FC236}">
                  <a16:creationId xmlns:a16="http://schemas.microsoft.com/office/drawing/2014/main" id="{7E57FC14-8070-4F3F-87EA-DA88182E25E6}"/>
                </a:ext>
              </a:extLst>
            </p:cNvPr>
            <p:cNvSpPr txBox="1"/>
            <p:nvPr/>
          </p:nvSpPr>
          <p:spPr>
            <a:xfrm>
              <a:off x="5063619" y="2188316"/>
              <a:ext cx="2015936" cy="461665"/>
            </a:xfrm>
            <a:prstGeom prst="rect">
              <a:avLst/>
            </a:prstGeom>
            <a:noFill/>
          </p:spPr>
          <p:txBody>
            <a:bodyPr wrap="none" lIns="0" rtlCol="0">
              <a:spAutoFit/>
            </a:bodyPr>
            <a:lstStyle/>
            <a:p>
              <a:r>
                <a:rPr lang="zh-CN" altLang="en-US" sz="2400" b="1" spc="100" dirty="0">
                  <a:solidFill>
                    <a:schemeClr val="accent1"/>
                  </a:solidFill>
                </a:rPr>
                <a:t>移植调度机制</a:t>
              </a:r>
            </a:p>
          </p:txBody>
        </p:sp>
        <p:sp>
          <p:nvSpPr>
            <p:cNvPr id="18" name="文本框 17">
              <a:extLst>
                <a:ext uri="{FF2B5EF4-FFF2-40B4-BE49-F238E27FC236}">
                  <a16:creationId xmlns:a16="http://schemas.microsoft.com/office/drawing/2014/main" id="{9813BEEA-754F-47C9-8A5D-B53A56379029}"/>
                </a:ext>
              </a:extLst>
            </p:cNvPr>
            <p:cNvSpPr txBox="1"/>
            <p:nvPr/>
          </p:nvSpPr>
          <p:spPr>
            <a:xfrm>
              <a:off x="5063619" y="3123177"/>
              <a:ext cx="2160000" cy="2982346"/>
            </a:xfrm>
            <a:prstGeom prst="rect">
              <a:avLst/>
            </a:prstGeom>
            <a:noFill/>
          </p:spPr>
          <p:txBody>
            <a:bodyPr wrap="square" lIns="0" rtlCol="0">
              <a:noAutofit/>
            </a:bodyPr>
            <a:lstStyle/>
            <a:p>
              <a:pPr algn="just">
                <a:lnSpc>
                  <a:spcPct val="150000"/>
                </a:lnSpc>
              </a:pPr>
              <a:r>
                <a:rPr lang="en-US" altLang="zh-CN" dirty="0"/>
                <a:t>       </a:t>
              </a:r>
              <a:r>
                <a:rPr lang="zh-CN" altLang="zh-CN" dirty="0"/>
                <a:t>将</a:t>
              </a:r>
              <a:r>
                <a:rPr lang="en-US" altLang="zh-CN" dirty="0"/>
                <a:t>TAIC</a:t>
              </a:r>
              <a:r>
                <a:rPr lang="zh-CN" altLang="zh-CN" dirty="0"/>
                <a:t>中基于执行流异步调度机制以软件的形式移植到</a:t>
              </a:r>
              <a:r>
                <a:rPr lang="en-US" altLang="zh-CN" dirty="0"/>
                <a:t>Starry-OS</a:t>
              </a:r>
              <a:r>
                <a:rPr lang="zh-CN" altLang="zh-CN" dirty="0"/>
                <a:t>上，包括：</a:t>
              </a:r>
              <a:endParaRPr lang="en-US" altLang="zh-CN" dirty="0"/>
            </a:p>
            <a:p>
              <a:pPr marL="342900" indent="-342900" algn="just">
                <a:lnSpc>
                  <a:spcPct val="150000"/>
                </a:lnSpc>
                <a:buFont typeface="+mj-lt"/>
                <a:buAutoNum type="arabicPeriod"/>
              </a:pPr>
              <a:r>
                <a:rPr lang="zh-CN" altLang="en-US" spc="100" dirty="0"/>
                <a:t>在</a:t>
              </a:r>
              <a:r>
                <a:rPr lang="en-US" altLang="zh-CN" spc="100" dirty="0"/>
                <a:t>Starry-OS</a:t>
              </a:r>
              <a:r>
                <a:rPr lang="zh-CN" altLang="en-US" spc="100" dirty="0"/>
                <a:t>上构建执行流任务模型；</a:t>
              </a:r>
            </a:p>
            <a:p>
              <a:pPr marL="342900" indent="-342900" algn="just">
                <a:lnSpc>
                  <a:spcPct val="150000"/>
                </a:lnSpc>
                <a:buFont typeface="+mj-lt"/>
                <a:buAutoNum type="arabicPeriod"/>
              </a:pPr>
              <a:r>
                <a:rPr lang="zh-CN" altLang="en-US" spc="100" dirty="0"/>
                <a:t>参考</a:t>
              </a:r>
              <a:r>
                <a:rPr lang="en-US" altLang="zh-CN" spc="100" dirty="0"/>
                <a:t>TAIC</a:t>
              </a:r>
              <a:r>
                <a:rPr lang="zh-CN" altLang="en-US" spc="100" dirty="0"/>
                <a:t>，设计软件化实现的任务调度器；</a:t>
              </a:r>
            </a:p>
            <a:p>
              <a:pPr marL="342900" indent="-342900" algn="just">
                <a:lnSpc>
                  <a:spcPct val="150000"/>
                </a:lnSpc>
                <a:buFont typeface="+mj-lt"/>
                <a:buAutoNum type="arabicPeriod"/>
              </a:pPr>
              <a:r>
                <a:rPr lang="zh-CN" altLang="en-US" spc="100" dirty="0"/>
                <a:t>将</a:t>
              </a:r>
              <a:r>
                <a:rPr lang="en-US" altLang="zh-CN" spc="100" dirty="0"/>
                <a:t>Starry-OS</a:t>
              </a:r>
              <a:r>
                <a:rPr lang="zh-CN" altLang="en-US" spc="100" dirty="0"/>
                <a:t>中断响应与</a:t>
              </a:r>
              <a:r>
                <a:rPr lang="en-US" altLang="zh-CN" spc="100" dirty="0"/>
                <a:t>IPC</a:t>
              </a:r>
              <a:r>
                <a:rPr lang="zh-CN" altLang="en-US" spc="100" dirty="0"/>
                <a:t>转换为任务切换。</a:t>
              </a:r>
            </a:p>
            <a:p>
              <a:pPr algn="just">
                <a:lnSpc>
                  <a:spcPct val="150000"/>
                </a:lnSpc>
              </a:pPr>
              <a:endParaRPr lang="zh-CN" altLang="en-US" spc="100" dirty="0"/>
            </a:p>
          </p:txBody>
        </p:sp>
      </p:grpSp>
      <p:sp>
        <p:nvSpPr>
          <p:cNvPr id="23" name="right-arrow_339913">
            <a:extLst>
              <a:ext uri="{FF2B5EF4-FFF2-40B4-BE49-F238E27FC236}">
                <a16:creationId xmlns:a16="http://schemas.microsoft.com/office/drawing/2014/main" id="{358D34DA-96BD-462C-A5D9-F385FCFCCD26}"/>
              </a:ext>
            </a:extLst>
          </p:cNvPr>
          <p:cNvSpPr>
            <a:spLocks noChangeAspect="1"/>
          </p:cNvSpPr>
          <p:nvPr/>
        </p:nvSpPr>
        <p:spPr bwMode="auto">
          <a:xfrm>
            <a:off x="4755672" y="2950119"/>
            <a:ext cx="609685" cy="608513"/>
          </a:xfrm>
          <a:custGeom>
            <a:avLst/>
            <a:gdLst>
              <a:gd name="connsiteX0" fmla="*/ 312860 w 607729"/>
              <a:gd name="connsiteY0" fmla="*/ 3534 h 606561"/>
              <a:gd name="connsiteX1" fmla="*/ 603991 w 607729"/>
              <a:gd name="connsiteY1" fmla="*/ 294222 h 606561"/>
              <a:gd name="connsiteX2" fmla="*/ 603991 w 607729"/>
              <a:gd name="connsiteY2" fmla="*/ 312084 h 606561"/>
              <a:gd name="connsiteX3" fmla="*/ 312860 w 607729"/>
              <a:gd name="connsiteY3" fmla="*/ 602772 h 606561"/>
              <a:gd name="connsiteX4" fmla="*/ 312593 w 607729"/>
              <a:gd name="connsiteY4" fmla="*/ 602949 h 606561"/>
              <a:gd name="connsiteX5" fmla="*/ 294792 w 607729"/>
              <a:gd name="connsiteY5" fmla="*/ 602772 h 606561"/>
              <a:gd name="connsiteX6" fmla="*/ 295059 w 607729"/>
              <a:gd name="connsiteY6" fmla="*/ 584909 h 606561"/>
              <a:gd name="connsiteX7" fmla="*/ 577201 w 607729"/>
              <a:gd name="connsiteY7" fmla="*/ 303108 h 606561"/>
              <a:gd name="connsiteX8" fmla="*/ 295059 w 607729"/>
              <a:gd name="connsiteY8" fmla="*/ 21308 h 606561"/>
              <a:gd name="connsiteX9" fmla="*/ 295059 w 607729"/>
              <a:gd name="connsiteY9" fmla="*/ 3800 h 606561"/>
              <a:gd name="connsiteX10" fmla="*/ 312860 w 607729"/>
              <a:gd name="connsiteY10" fmla="*/ 3534 h 606561"/>
              <a:gd name="connsiteX11" fmla="*/ 21707 w 607729"/>
              <a:gd name="connsiteY11" fmla="*/ 3534 h 606561"/>
              <a:gd name="connsiteX12" fmla="*/ 312838 w 607729"/>
              <a:gd name="connsiteY12" fmla="*/ 294222 h 606561"/>
              <a:gd name="connsiteX13" fmla="*/ 312838 w 607729"/>
              <a:gd name="connsiteY13" fmla="*/ 312084 h 606561"/>
              <a:gd name="connsiteX14" fmla="*/ 21707 w 607729"/>
              <a:gd name="connsiteY14" fmla="*/ 602772 h 606561"/>
              <a:gd name="connsiteX15" fmla="*/ 21440 w 607729"/>
              <a:gd name="connsiteY15" fmla="*/ 602949 h 606561"/>
              <a:gd name="connsiteX16" fmla="*/ 3639 w 607729"/>
              <a:gd name="connsiteY16" fmla="*/ 602772 h 606561"/>
              <a:gd name="connsiteX17" fmla="*/ 3906 w 607729"/>
              <a:gd name="connsiteY17" fmla="*/ 584909 h 606561"/>
              <a:gd name="connsiteX18" fmla="*/ 286047 w 607729"/>
              <a:gd name="connsiteY18" fmla="*/ 303197 h 606561"/>
              <a:gd name="connsiteX19" fmla="*/ 3906 w 607729"/>
              <a:gd name="connsiteY19" fmla="*/ 21485 h 606561"/>
              <a:gd name="connsiteX20" fmla="*/ 3906 w 607729"/>
              <a:gd name="connsiteY20" fmla="*/ 3889 h 606561"/>
              <a:gd name="connsiteX21" fmla="*/ 21707 w 607729"/>
              <a:gd name="connsiteY21" fmla="*/ 3534 h 606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607729" h="606561">
                <a:moveTo>
                  <a:pt x="312860" y="3534"/>
                </a:moveTo>
                <a:lnTo>
                  <a:pt x="603991" y="294222"/>
                </a:lnTo>
                <a:cubicBezTo>
                  <a:pt x="608975" y="299109"/>
                  <a:pt x="608975" y="307107"/>
                  <a:pt x="603991" y="312084"/>
                </a:cubicBezTo>
                <a:lnTo>
                  <a:pt x="312860" y="602772"/>
                </a:lnTo>
                <a:lnTo>
                  <a:pt x="312593" y="602949"/>
                </a:lnTo>
                <a:cubicBezTo>
                  <a:pt x="307698" y="607926"/>
                  <a:pt x="299688" y="607659"/>
                  <a:pt x="294792" y="602772"/>
                </a:cubicBezTo>
                <a:cubicBezTo>
                  <a:pt x="289808" y="597795"/>
                  <a:pt x="289986" y="589708"/>
                  <a:pt x="295059" y="584909"/>
                </a:cubicBezTo>
                <a:lnTo>
                  <a:pt x="577201" y="303108"/>
                </a:lnTo>
                <a:lnTo>
                  <a:pt x="295059" y="21308"/>
                </a:lnTo>
                <a:cubicBezTo>
                  <a:pt x="290342" y="16420"/>
                  <a:pt x="290342" y="8688"/>
                  <a:pt x="295059" y="3800"/>
                </a:cubicBezTo>
                <a:cubicBezTo>
                  <a:pt x="299866" y="-1176"/>
                  <a:pt x="307787" y="-1265"/>
                  <a:pt x="312860" y="3534"/>
                </a:cubicBezTo>
                <a:close/>
                <a:moveTo>
                  <a:pt x="21707" y="3534"/>
                </a:moveTo>
                <a:lnTo>
                  <a:pt x="312838" y="294222"/>
                </a:lnTo>
                <a:cubicBezTo>
                  <a:pt x="317822" y="299109"/>
                  <a:pt x="317822" y="307107"/>
                  <a:pt x="312838" y="312084"/>
                </a:cubicBezTo>
                <a:lnTo>
                  <a:pt x="21707" y="602772"/>
                </a:lnTo>
                <a:lnTo>
                  <a:pt x="21440" y="602949"/>
                </a:lnTo>
                <a:cubicBezTo>
                  <a:pt x="16544" y="607926"/>
                  <a:pt x="8534" y="607659"/>
                  <a:pt x="3639" y="602772"/>
                </a:cubicBezTo>
                <a:cubicBezTo>
                  <a:pt x="-1345" y="597795"/>
                  <a:pt x="-1167" y="589708"/>
                  <a:pt x="3906" y="584909"/>
                </a:cubicBezTo>
                <a:lnTo>
                  <a:pt x="286047" y="303197"/>
                </a:lnTo>
                <a:lnTo>
                  <a:pt x="3906" y="21485"/>
                </a:lnTo>
                <a:cubicBezTo>
                  <a:pt x="-811" y="16509"/>
                  <a:pt x="-811" y="8866"/>
                  <a:pt x="3906" y="3889"/>
                </a:cubicBezTo>
                <a:cubicBezTo>
                  <a:pt x="8712" y="-1176"/>
                  <a:pt x="16811" y="-1265"/>
                  <a:pt x="21707" y="3534"/>
                </a:cubicBezTo>
                <a:close/>
              </a:path>
            </a:pathLst>
          </a:custGeom>
          <a:solidFill>
            <a:schemeClr val="accent1"/>
          </a:solidFill>
          <a:ln>
            <a:noFill/>
          </a:ln>
        </p:spPr>
        <p:txBody>
          <a:bodyPr/>
          <a:lstStyle/>
          <a:p>
            <a:endParaRPr lang="zh-CN" altLang="en-US" dirty="0"/>
          </a:p>
        </p:txBody>
      </p:sp>
    </p:spTree>
    <p:extLst>
      <p:ext uri="{BB962C8B-B14F-4D97-AF65-F5344CB8AC3E}">
        <p14:creationId xmlns:p14="http://schemas.microsoft.com/office/powerpoint/2010/main" val="4235462706"/>
      </p:ext>
    </p:extLst>
  </p:cSld>
  <p:clrMapOvr>
    <a:masterClrMapping/>
  </p:clrMapOvr>
  <p:transition spd="med">
    <p:pull/>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9"/>
          <p:cNvSpPr>
            <a:spLocks noGrp="1"/>
          </p:cNvSpPr>
          <p:nvPr>
            <p:ph type="title"/>
          </p:nvPr>
        </p:nvSpPr>
        <p:spPr/>
        <p:txBody>
          <a:bodyPr/>
          <a:lstStyle/>
          <a:p>
            <a:r>
              <a:rPr lang="zh-CN" altLang="en-US" dirty="0"/>
              <a:t>主要内容</a:t>
            </a:r>
          </a:p>
        </p:txBody>
      </p:sp>
      <p:grpSp>
        <p:nvGrpSpPr>
          <p:cNvPr id="11" name="组合 10">
            <a:extLst>
              <a:ext uri="{FF2B5EF4-FFF2-40B4-BE49-F238E27FC236}">
                <a16:creationId xmlns:a16="http://schemas.microsoft.com/office/drawing/2014/main" id="{FBBDEF9D-09E4-4787-8D18-54BA435A6872}"/>
              </a:ext>
            </a:extLst>
          </p:cNvPr>
          <p:cNvGrpSpPr/>
          <p:nvPr/>
        </p:nvGrpSpPr>
        <p:grpSpPr>
          <a:xfrm>
            <a:off x="640757" y="1607291"/>
            <a:ext cx="2160001" cy="3917208"/>
            <a:chOff x="678857" y="2188316"/>
            <a:chExt cx="2160001" cy="3917208"/>
          </a:xfrm>
        </p:grpSpPr>
        <p:sp>
          <p:nvSpPr>
            <p:cNvPr id="12" name="矩形 11">
              <a:extLst>
                <a:ext uri="{FF2B5EF4-FFF2-40B4-BE49-F238E27FC236}">
                  <a16:creationId xmlns:a16="http://schemas.microsoft.com/office/drawing/2014/main" id="{C26FDF4B-DF2A-42A0-AC9A-44EB3A58DC57}"/>
                </a:ext>
              </a:extLst>
            </p:cNvPr>
            <p:cNvSpPr/>
            <p:nvPr/>
          </p:nvSpPr>
          <p:spPr>
            <a:xfrm>
              <a:off x="678857" y="2819802"/>
              <a:ext cx="720000" cy="7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p:sp>
          <p:nvSpPr>
            <p:cNvPr id="13" name="文本框 12">
              <a:extLst>
                <a:ext uri="{FF2B5EF4-FFF2-40B4-BE49-F238E27FC236}">
                  <a16:creationId xmlns:a16="http://schemas.microsoft.com/office/drawing/2014/main" id="{BD6F4000-594E-40D3-940D-643B631BB399}"/>
                </a:ext>
              </a:extLst>
            </p:cNvPr>
            <p:cNvSpPr txBox="1"/>
            <p:nvPr/>
          </p:nvSpPr>
          <p:spPr>
            <a:xfrm>
              <a:off x="678857" y="2188316"/>
              <a:ext cx="1695336" cy="461665"/>
            </a:xfrm>
            <a:prstGeom prst="rect">
              <a:avLst/>
            </a:prstGeom>
            <a:noFill/>
          </p:spPr>
          <p:txBody>
            <a:bodyPr wrap="none" lIns="0" rtlCol="0">
              <a:spAutoFit/>
            </a:bodyPr>
            <a:lstStyle/>
            <a:p>
              <a:r>
                <a:rPr lang="zh-CN" altLang="en-US" sz="2400" b="1" spc="100" dirty="0">
                  <a:solidFill>
                    <a:schemeClr val="accent1"/>
                  </a:solidFill>
                </a:rPr>
                <a:t>模块化改造</a:t>
              </a:r>
            </a:p>
          </p:txBody>
        </p:sp>
        <p:sp>
          <p:nvSpPr>
            <p:cNvPr id="14" name="文本框 13">
              <a:extLst>
                <a:ext uri="{FF2B5EF4-FFF2-40B4-BE49-F238E27FC236}">
                  <a16:creationId xmlns:a16="http://schemas.microsoft.com/office/drawing/2014/main" id="{D3C07288-9E2C-41A0-9BD8-FC6941580CF1}"/>
                </a:ext>
              </a:extLst>
            </p:cNvPr>
            <p:cNvSpPr txBox="1"/>
            <p:nvPr/>
          </p:nvSpPr>
          <p:spPr>
            <a:xfrm>
              <a:off x="678858" y="3123177"/>
              <a:ext cx="2160000" cy="2982347"/>
            </a:xfrm>
            <a:prstGeom prst="rect">
              <a:avLst/>
            </a:prstGeom>
            <a:noFill/>
          </p:spPr>
          <p:txBody>
            <a:bodyPr wrap="square" lIns="0" rtlCol="0">
              <a:noAutofit/>
            </a:bodyPr>
            <a:lstStyle/>
            <a:p>
              <a:pPr algn="just">
                <a:lnSpc>
                  <a:spcPct val="150000"/>
                </a:lnSpc>
              </a:pPr>
              <a:r>
                <a:rPr lang="en-US" altLang="zh-CN" dirty="0"/>
                <a:t>       </a:t>
              </a:r>
              <a:r>
                <a:rPr lang="zh-CN" altLang="zh-CN" dirty="0"/>
                <a:t>对异步机制优化，主要优化其中的任务队列机制，避免出现死锁问题与数据不一致问题，并实现一个独立于操作系统的异步调度模块</a:t>
              </a:r>
              <a:endParaRPr lang="zh-CN" altLang="en-US" spc="100" dirty="0"/>
            </a:p>
          </p:txBody>
        </p:sp>
      </p:grpSp>
      <p:grpSp>
        <p:nvGrpSpPr>
          <p:cNvPr id="15" name="组合 14">
            <a:extLst>
              <a:ext uri="{FF2B5EF4-FFF2-40B4-BE49-F238E27FC236}">
                <a16:creationId xmlns:a16="http://schemas.microsoft.com/office/drawing/2014/main" id="{3AE1C27E-AAD5-4AEE-8661-FB2A1F7F7CEF}"/>
              </a:ext>
            </a:extLst>
          </p:cNvPr>
          <p:cNvGrpSpPr/>
          <p:nvPr/>
        </p:nvGrpSpPr>
        <p:grpSpPr>
          <a:xfrm>
            <a:off x="5025519" y="1607291"/>
            <a:ext cx="2160001" cy="3917208"/>
            <a:chOff x="5063619" y="2188316"/>
            <a:chExt cx="2160001" cy="3917208"/>
          </a:xfrm>
        </p:grpSpPr>
        <p:sp>
          <p:nvSpPr>
            <p:cNvPr id="16" name="矩形 15">
              <a:extLst>
                <a:ext uri="{FF2B5EF4-FFF2-40B4-BE49-F238E27FC236}">
                  <a16:creationId xmlns:a16="http://schemas.microsoft.com/office/drawing/2014/main" id="{678EE4BB-86C1-4632-85D4-AFD8DA732254}"/>
                </a:ext>
              </a:extLst>
            </p:cNvPr>
            <p:cNvSpPr/>
            <p:nvPr/>
          </p:nvSpPr>
          <p:spPr>
            <a:xfrm>
              <a:off x="5063619" y="2819802"/>
              <a:ext cx="720000" cy="7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p:sp>
          <p:nvSpPr>
            <p:cNvPr id="17" name="文本框 16">
              <a:extLst>
                <a:ext uri="{FF2B5EF4-FFF2-40B4-BE49-F238E27FC236}">
                  <a16:creationId xmlns:a16="http://schemas.microsoft.com/office/drawing/2014/main" id="{7E57FC14-8070-4F3F-87EA-DA88182E25E6}"/>
                </a:ext>
              </a:extLst>
            </p:cNvPr>
            <p:cNvSpPr txBox="1"/>
            <p:nvPr/>
          </p:nvSpPr>
          <p:spPr>
            <a:xfrm>
              <a:off x="5063619" y="2188316"/>
              <a:ext cx="2015936" cy="461665"/>
            </a:xfrm>
            <a:prstGeom prst="rect">
              <a:avLst/>
            </a:prstGeom>
            <a:noFill/>
          </p:spPr>
          <p:txBody>
            <a:bodyPr wrap="none" lIns="0" rtlCol="0">
              <a:spAutoFit/>
            </a:bodyPr>
            <a:lstStyle/>
            <a:p>
              <a:r>
                <a:rPr lang="zh-CN" altLang="en-US" sz="2400" b="1" spc="100" dirty="0">
                  <a:solidFill>
                    <a:schemeClr val="accent1"/>
                  </a:solidFill>
                </a:rPr>
                <a:t>优化调度算法</a:t>
              </a:r>
            </a:p>
          </p:txBody>
        </p:sp>
        <p:sp>
          <p:nvSpPr>
            <p:cNvPr id="18" name="文本框 17">
              <a:extLst>
                <a:ext uri="{FF2B5EF4-FFF2-40B4-BE49-F238E27FC236}">
                  <a16:creationId xmlns:a16="http://schemas.microsoft.com/office/drawing/2014/main" id="{9813BEEA-754F-47C9-8A5D-B53A56379029}"/>
                </a:ext>
              </a:extLst>
            </p:cNvPr>
            <p:cNvSpPr txBox="1"/>
            <p:nvPr/>
          </p:nvSpPr>
          <p:spPr>
            <a:xfrm>
              <a:off x="5063620" y="3123178"/>
              <a:ext cx="2160000" cy="2982346"/>
            </a:xfrm>
            <a:prstGeom prst="rect">
              <a:avLst/>
            </a:prstGeom>
            <a:noFill/>
          </p:spPr>
          <p:txBody>
            <a:bodyPr wrap="square" lIns="0" rtlCol="0">
              <a:noAutofit/>
            </a:bodyPr>
            <a:lstStyle/>
            <a:p>
              <a:pPr algn="just">
                <a:lnSpc>
                  <a:spcPct val="150000"/>
                </a:lnSpc>
              </a:pPr>
              <a:r>
                <a:rPr lang="zh-CN" altLang="en-US" spc="100" dirty="0"/>
                <a:t>      引入优先级调度策略，兼顾任务重要性与任务切换开销，尽可能缩短任务调度时间</a:t>
              </a:r>
            </a:p>
          </p:txBody>
        </p:sp>
      </p:grpSp>
      <p:grpSp>
        <p:nvGrpSpPr>
          <p:cNvPr id="19" name="组合 18">
            <a:extLst>
              <a:ext uri="{FF2B5EF4-FFF2-40B4-BE49-F238E27FC236}">
                <a16:creationId xmlns:a16="http://schemas.microsoft.com/office/drawing/2014/main" id="{03F5CACD-F12D-428A-A85B-BA5C6607B6E8}"/>
              </a:ext>
            </a:extLst>
          </p:cNvPr>
          <p:cNvGrpSpPr/>
          <p:nvPr/>
        </p:nvGrpSpPr>
        <p:grpSpPr>
          <a:xfrm>
            <a:off x="9410280" y="1607291"/>
            <a:ext cx="2160001" cy="3917208"/>
            <a:chOff x="9448380" y="2188316"/>
            <a:chExt cx="2160001" cy="3917208"/>
          </a:xfrm>
        </p:grpSpPr>
        <p:sp>
          <p:nvSpPr>
            <p:cNvPr id="20" name="矩形 19">
              <a:extLst>
                <a:ext uri="{FF2B5EF4-FFF2-40B4-BE49-F238E27FC236}">
                  <a16:creationId xmlns:a16="http://schemas.microsoft.com/office/drawing/2014/main" id="{51C959A8-76C0-4A27-9E4F-5CFAEA1EFF4D}"/>
                </a:ext>
              </a:extLst>
            </p:cNvPr>
            <p:cNvSpPr/>
            <p:nvPr/>
          </p:nvSpPr>
          <p:spPr>
            <a:xfrm>
              <a:off x="9448380" y="2819802"/>
              <a:ext cx="720000" cy="7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p:sp>
          <p:nvSpPr>
            <p:cNvPr id="21" name="文本框 20">
              <a:extLst>
                <a:ext uri="{FF2B5EF4-FFF2-40B4-BE49-F238E27FC236}">
                  <a16:creationId xmlns:a16="http://schemas.microsoft.com/office/drawing/2014/main" id="{B9932CB4-01A3-450C-AFF8-986CBEAA454C}"/>
                </a:ext>
              </a:extLst>
            </p:cNvPr>
            <p:cNvSpPr txBox="1"/>
            <p:nvPr/>
          </p:nvSpPr>
          <p:spPr>
            <a:xfrm>
              <a:off x="9448380" y="2188316"/>
              <a:ext cx="1374735" cy="461665"/>
            </a:xfrm>
            <a:prstGeom prst="rect">
              <a:avLst/>
            </a:prstGeom>
            <a:noFill/>
          </p:spPr>
          <p:txBody>
            <a:bodyPr wrap="none" lIns="0" rtlCol="0">
              <a:spAutoFit/>
            </a:bodyPr>
            <a:lstStyle/>
            <a:p>
              <a:r>
                <a:rPr lang="zh-CN" altLang="en-US" sz="2400" b="1" spc="100" dirty="0">
                  <a:solidFill>
                    <a:schemeClr val="accent1"/>
                  </a:solidFill>
                </a:rPr>
                <a:t>进行测试</a:t>
              </a:r>
            </a:p>
          </p:txBody>
        </p:sp>
        <p:sp>
          <p:nvSpPr>
            <p:cNvPr id="22" name="文本框 21">
              <a:extLst>
                <a:ext uri="{FF2B5EF4-FFF2-40B4-BE49-F238E27FC236}">
                  <a16:creationId xmlns:a16="http://schemas.microsoft.com/office/drawing/2014/main" id="{49CC292C-EC56-4CA9-B3DF-337A59B88AC3}"/>
                </a:ext>
              </a:extLst>
            </p:cNvPr>
            <p:cNvSpPr txBox="1"/>
            <p:nvPr/>
          </p:nvSpPr>
          <p:spPr>
            <a:xfrm>
              <a:off x="9448381" y="3123178"/>
              <a:ext cx="2160000" cy="2982346"/>
            </a:xfrm>
            <a:prstGeom prst="rect">
              <a:avLst/>
            </a:prstGeom>
            <a:noFill/>
          </p:spPr>
          <p:txBody>
            <a:bodyPr wrap="square" lIns="0" rtlCol="0">
              <a:noAutofit/>
            </a:bodyPr>
            <a:lstStyle/>
            <a:p>
              <a:pPr algn="just">
                <a:lnSpc>
                  <a:spcPct val="150000"/>
                </a:lnSpc>
              </a:pPr>
              <a:r>
                <a:rPr lang="zh-CN" altLang="en-US" spc="100" dirty="0"/>
                <a:t>      在</a:t>
              </a:r>
              <a:r>
                <a:rPr lang="en-US" altLang="zh-CN" spc="100" dirty="0"/>
                <a:t>QEMU</a:t>
              </a:r>
              <a:r>
                <a:rPr lang="zh-CN" altLang="en-US" spc="100" dirty="0"/>
                <a:t>模拟器上进行性能测试，验证新的调度器的有效性和性能优化，再进行上板测试，验证在真实平台上能够符合预期</a:t>
              </a:r>
            </a:p>
          </p:txBody>
        </p:sp>
      </p:grpSp>
      <p:sp>
        <p:nvSpPr>
          <p:cNvPr id="23" name="right-arrow_339913">
            <a:extLst>
              <a:ext uri="{FF2B5EF4-FFF2-40B4-BE49-F238E27FC236}">
                <a16:creationId xmlns:a16="http://schemas.microsoft.com/office/drawing/2014/main" id="{358D34DA-96BD-462C-A5D9-F385FCFCCD26}"/>
              </a:ext>
            </a:extLst>
          </p:cNvPr>
          <p:cNvSpPr>
            <a:spLocks noChangeAspect="1"/>
          </p:cNvSpPr>
          <p:nvPr/>
        </p:nvSpPr>
        <p:spPr bwMode="auto">
          <a:xfrm>
            <a:off x="3520065" y="2950119"/>
            <a:ext cx="609685" cy="608513"/>
          </a:xfrm>
          <a:custGeom>
            <a:avLst/>
            <a:gdLst>
              <a:gd name="connsiteX0" fmla="*/ 312860 w 607729"/>
              <a:gd name="connsiteY0" fmla="*/ 3534 h 606561"/>
              <a:gd name="connsiteX1" fmla="*/ 603991 w 607729"/>
              <a:gd name="connsiteY1" fmla="*/ 294222 h 606561"/>
              <a:gd name="connsiteX2" fmla="*/ 603991 w 607729"/>
              <a:gd name="connsiteY2" fmla="*/ 312084 h 606561"/>
              <a:gd name="connsiteX3" fmla="*/ 312860 w 607729"/>
              <a:gd name="connsiteY3" fmla="*/ 602772 h 606561"/>
              <a:gd name="connsiteX4" fmla="*/ 312593 w 607729"/>
              <a:gd name="connsiteY4" fmla="*/ 602949 h 606561"/>
              <a:gd name="connsiteX5" fmla="*/ 294792 w 607729"/>
              <a:gd name="connsiteY5" fmla="*/ 602772 h 606561"/>
              <a:gd name="connsiteX6" fmla="*/ 295059 w 607729"/>
              <a:gd name="connsiteY6" fmla="*/ 584909 h 606561"/>
              <a:gd name="connsiteX7" fmla="*/ 577201 w 607729"/>
              <a:gd name="connsiteY7" fmla="*/ 303108 h 606561"/>
              <a:gd name="connsiteX8" fmla="*/ 295059 w 607729"/>
              <a:gd name="connsiteY8" fmla="*/ 21308 h 606561"/>
              <a:gd name="connsiteX9" fmla="*/ 295059 w 607729"/>
              <a:gd name="connsiteY9" fmla="*/ 3800 h 606561"/>
              <a:gd name="connsiteX10" fmla="*/ 312860 w 607729"/>
              <a:gd name="connsiteY10" fmla="*/ 3534 h 606561"/>
              <a:gd name="connsiteX11" fmla="*/ 21707 w 607729"/>
              <a:gd name="connsiteY11" fmla="*/ 3534 h 606561"/>
              <a:gd name="connsiteX12" fmla="*/ 312838 w 607729"/>
              <a:gd name="connsiteY12" fmla="*/ 294222 h 606561"/>
              <a:gd name="connsiteX13" fmla="*/ 312838 w 607729"/>
              <a:gd name="connsiteY13" fmla="*/ 312084 h 606561"/>
              <a:gd name="connsiteX14" fmla="*/ 21707 w 607729"/>
              <a:gd name="connsiteY14" fmla="*/ 602772 h 606561"/>
              <a:gd name="connsiteX15" fmla="*/ 21440 w 607729"/>
              <a:gd name="connsiteY15" fmla="*/ 602949 h 606561"/>
              <a:gd name="connsiteX16" fmla="*/ 3639 w 607729"/>
              <a:gd name="connsiteY16" fmla="*/ 602772 h 606561"/>
              <a:gd name="connsiteX17" fmla="*/ 3906 w 607729"/>
              <a:gd name="connsiteY17" fmla="*/ 584909 h 606561"/>
              <a:gd name="connsiteX18" fmla="*/ 286047 w 607729"/>
              <a:gd name="connsiteY18" fmla="*/ 303197 h 606561"/>
              <a:gd name="connsiteX19" fmla="*/ 3906 w 607729"/>
              <a:gd name="connsiteY19" fmla="*/ 21485 h 606561"/>
              <a:gd name="connsiteX20" fmla="*/ 3906 w 607729"/>
              <a:gd name="connsiteY20" fmla="*/ 3889 h 606561"/>
              <a:gd name="connsiteX21" fmla="*/ 21707 w 607729"/>
              <a:gd name="connsiteY21" fmla="*/ 3534 h 606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607729" h="606561">
                <a:moveTo>
                  <a:pt x="312860" y="3534"/>
                </a:moveTo>
                <a:lnTo>
                  <a:pt x="603991" y="294222"/>
                </a:lnTo>
                <a:cubicBezTo>
                  <a:pt x="608975" y="299109"/>
                  <a:pt x="608975" y="307107"/>
                  <a:pt x="603991" y="312084"/>
                </a:cubicBezTo>
                <a:lnTo>
                  <a:pt x="312860" y="602772"/>
                </a:lnTo>
                <a:lnTo>
                  <a:pt x="312593" y="602949"/>
                </a:lnTo>
                <a:cubicBezTo>
                  <a:pt x="307698" y="607926"/>
                  <a:pt x="299688" y="607659"/>
                  <a:pt x="294792" y="602772"/>
                </a:cubicBezTo>
                <a:cubicBezTo>
                  <a:pt x="289808" y="597795"/>
                  <a:pt x="289986" y="589708"/>
                  <a:pt x="295059" y="584909"/>
                </a:cubicBezTo>
                <a:lnTo>
                  <a:pt x="577201" y="303108"/>
                </a:lnTo>
                <a:lnTo>
                  <a:pt x="295059" y="21308"/>
                </a:lnTo>
                <a:cubicBezTo>
                  <a:pt x="290342" y="16420"/>
                  <a:pt x="290342" y="8688"/>
                  <a:pt x="295059" y="3800"/>
                </a:cubicBezTo>
                <a:cubicBezTo>
                  <a:pt x="299866" y="-1176"/>
                  <a:pt x="307787" y="-1265"/>
                  <a:pt x="312860" y="3534"/>
                </a:cubicBezTo>
                <a:close/>
                <a:moveTo>
                  <a:pt x="21707" y="3534"/>
                </a:moveTo>
                <a:lnTo>
                  <a:pt x="312838" y="294222"/>
                </a:lnTo>
                <a:cubicBezTo>
                  <a:pt x="317822" y="299109"/>
                  <a:pt x="317822" y="307107"/>
                  <a:pt x="312838" y="312084"/>
                </a:cubicBezTo>
                <a:lnTo>
                  <a:pt x="21707" y="602772"/>
                </a:lnTo>
                <a:lnTo>
                  <a:pt x="21440" y="602949"/>
                </a:lnTo>
                <a:cubicBezTo>
                  <a:pt x="16544" y="607926"/>
                  <a:pt x="8534" y="607659"/>
                  <a:pt x="3639" y="602772"/>
                </a:cubicBezTo>
                <a:cubicBezTo>
                  <a:pt x="-1345" y="597795"/>
                  <a:pt x="-1167" y="589708"/>
                  <a:pt x="3906" y="584909"/>
                </a:cubicBezTo>
                <a:lnTo>
                  <a:pt x="286047" y="303197"/>
                </a:lnTo>
                <a:lnTo>
                  <a:pt x="3906" y="21485"/>
                </a:lnTo>
                <a:cubicBezTo>
                  <a:pt x="-811" y="16509"/>
                  <a:pt x="-811" y="8866"/>
                  <a:pt x="3906" y="3889"/>
                </a:cubicBezTo>
                <a:cubicBezTo>
                  <a:pt x="8712" y="-1176"/>
                  <a:pt x="16811" y="-1265"/>
                  <a:pt x="21707" y="3534"/>
                </a:cubicBezTo>
                <a:close/>
              </a:path>
            </a:pathLst>
          </a:custGeom>
          <a:solidFill>
            <a:schemeClr val="accent1"/>
          </a:solidFill>
          <a:ln>
            <a:noFill/>
          </a:ln>
        </p:spPr>
      </p:sp>
      <p:sp>
        <p:nvSpPr>
          <p:cNvPr id="24" name="right-arrow_339913">
            <a:extLst>
              <a:ext uri="{FF2B5EF4-FFF2-40B4-BE49-F238E27FC236}">
                <a16:creationId xmlns:a16="http://schemas.microsoft.com/office/drawing/2014/main" id="{8E16FC23-C0A0-4D47-B980-B3CBABCC9486}"/>
              </a:ext>
            </a:extLst>
          </p:cNvPr>
          <p:cNvSpPr>
            <a:spLocks noChangeAspect="1"/>
          </p:cNvSpPr>
          <p:nvPr/>
        </p:nvSpPr>
        <p:spPr bwMode="auto">
          <a:xfrm>
            <a:off x="7993058" y="2950119"/>
            <a:ext cx="609685" cy="608513"/>
          </a:xfrm>
          <a:custGeom>
            <a:avLst/>
            <a:gdLst>
              <a:gd name="connsiteX0" fmla="*/ 312860 w 607729"/>
              <a:gd name="connsiteY0" fmla="*/ 3534 h 606561"/>
              <a:gd name="connsiteX1" fmla="*/ 603991 w 607729"/>
              <a:gd name="connsiteY1" fmla="*/ 294222 h 606561"/>
              <a:gd name="connsiteX2" fmla="*/ 603991 w 607729"/>
              <a:gd name="connsiteY2" fmla="*/ 312084 h 606561"/>
              <a:gd name="connsiteX3" fmla="*/ 312860 w 607729"/>
              <a:gd name="connsiteY3" fmla="*/ 602772 h 606561"/>
              <a:gd name="connsiteX4" fmla="*/ 312593 w 607729"/>
              <a:gd name="connsiteY4" fmla="*/ 602949 h 606561"/>
              <a:gd name="connsiteX5" fmla="*/ 294792 w 607729"/>
              <a:gd name="connsiteY5" fmla="*/ 602772 h 606561"/>
              <a:gd name="connsiteX6" fmla="*/ 295059 w 607729"/>
              <a:gd name="connsiteY6" fmla="*/ 584909 h 606561"/>
              <a:gd name="connsiteX7" fmla="*/ 577201 w 607729"/>
              <a:gd name="connsiteY7" fmla="*/ 303108 h 606561"/>
              <a:gd name="connsiteX8" fmla="*/ 295059 w 607729"/>
              <a:gd name="connsiteY8" fmla="*/ 21308 h 606561"/>
              <a:gd name="connsiteX9" fmla="*/ 295059 w 607729"/>
              <a:gd name="connsiteY9" fmla="*/ 3800 h 606561"/>
              <a:gd name="connsiteX10" fmla="*/ 312860 w 607729"/>
              <a:gd name="connsiteY10" fmla="*/ 3534 h 606561"/>
              <a:gd name="connsiteX11" fmla="*/ 21707 w 607729"/>
              <a:gd name="connsiteY11" fmla="*/ 3534 h 606561"/>
              <a:gd name="connsiteX12" fmla="*/ 312838 w 607729"/>
              <a:gd name="connsiteY12" fmla="*/ 294222 h 606561"/>
              <a:gd name="connsiteX13" fmla="*/ 312838 w 607729"/>
              <a:gd name="connsiteY13" fmla="*/ 312084 h 606561"/>
              <a:gd name="connsiteX14" fmla="*/ 21707 w 607729"/>
              <a:gd name="connsiteY14" fmla="*/ 602772 h 606561"/>
              <a:gd name="connsiteX15" fmla="*/ 21440 w 607729"/>
              <a:gd name="connsiteY15" fmla="*/ 602949 h 606561"/>
              <a:gd name="connsiteX16" fmla="*/ 3639 w 607729"/>
              <a:gd name="connsiteY16" fmla="*/ 602772 h 606561"/>
              <a:gd name="connsiteX17" fmla="*/ 3906 w 607729"/>
              <a:gd name="connsiteY17" fmla="*/ 584909 h 606561"/>
              <a:gd name="connsiteX18" fmla="*/ 286047 w 607729"/>
              <a:gd name="connsiteY18" fmla="*/ 303197 h 606561"/>
              <a:gd name="connsiteX19" fmla="*/ 3906 w 607729"/>
              <a:gd name="connsiteY19" fmla="*/ 21485 h 606561"/>
              <a:gd name="connsiteX20" fmla="*/ 3906 w 607729"/>
              <a:gd name="connsiteY20" fmla="*/ 3889 h 606561"/>
              <a:gd name="connsiteX21" fmla="*/ 21707 w 607729"/>
              <a:gd name="connsiteY21" fmla="*/ 3534 h 606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607729" h="606561">
                <a:moveTo>
                  <a:pt x="312860" y="3534"/>
                </a:moveTo>
                <a:lnTo>
                  <a:pt x="603991" y="294222"/>
                </a:lnTo>
                <a:cubicBezTo>
                  <a:pt x="608975" y="299109"/>
                  <a:pt x="608975" y="307107"/>
                  <a:pt x="603991" y="312084"/>
                </a:cubicBezTo>
                <a:lnTo>
                  <a:pt x="312860" y="602772"/>
                </a:lnTo>
                <a:lnTo>
                  <a:pt x="312593" y="602949"/>
                </a:lnTo>
                <a:cubicBezTo>
                  <a:pt x="307698" y="607926"/>
                  <a:pt x="299688" y="607659"/>
                  <a:pt x="294792" y="602772"/>
                </a:cubicBezTo>
                <a:cubicBezTo>
                  <a:pt x="289808" y="597795"/>
                  <a:pt x="289986" y="589708"/>
                  <a:pt x="295059" y="584909"/>
                </a:cubicBezTo>
                <a:lnTo>
                  <a:pt x="577201" y="303108"/>
                </a:lnTo>
                <a:lnTo>
                  <a:pt x="295059" y="21308"/>
                </a:lnTo>
                <a:cubicBezTo>
                  <a:pt x="290342" y="16420"/>
                  <a:pt x="290342" y="8688"/>
                  <a:pt x="295059" y="3800"/>
                </a:cubicBezTo>
                <a:cubicBezTo>
                  <a:pt x="299866" y="-1176"/>
                  <a:pt x="307787" y="-1265"/>
                  <a:pt x="312860" y="3534"/>
                </a:cubicBezTo>
                <a:close/>
                <a:moveTo>
                  <a:pt x="21707" y="3534"/>
                </a:moveTo>
                <a:lnTo>
                  <a:pt x="312838" y="294222"/>
                </a:lnTo>
                <a:cubicBezTo>
                  <a:pt x="317822" y="299109"/>
                  <a:pt x="317822" y="307107"/>
                  <a:pt x="312838" y="312084"/>
                </a:cubicBezTo>
                <a:lnTo>
                  <a:pt x="21707" y="602772"/>
                </a:lnTo>
                <a:lnTo>
                  <a:pt x="21440" y="602949"/>
                </a:lnTo>
                <a:cubicBezTo>
                  <a:pt x="16544" y="607926"/>
                  <a:pt x="8534" y="607659"/>
                  <a:pt x="3639" y="602772"/>
                </a:cubicBezTo>
                <a:cubicBezTo>
                  <a:pt x="-1345" y="597795"/>
                  <a:pt x="-1167" y="589708"/>
                  <a:pt x="3906" y="584909"/>
                </a:cubicBezTo>
                <a:lnTo>
                  <a:pt x="286047" y="303197"/>
                </a:lnTo>
                <a:lnTo>
                  <a:pt x="3906" y="21485"/>
                </a:lnTo>
                <a:cubicBezTo>
                  <a:pt x="-811" y="16509"/>
                  <a:pt x="-811" y="8866"/>
                  <a:pt x="3906" y="3889"/>
                </a:cubicBezTo>
                <a:cubicBezTo>
                  <a:pt x="8712" y="-1176"/>
                  <a:pt x="16811" y="-1265"/>
                  <a:pt x="21707" y="3534"/>
                </a:cubicBezTo>
                <a:close/>
              </a:path>
            </a:pathLst>
          </a:custGeom>
          <a:solidFill>
            <a:schemeClr val="accent1"/>
          </a:solidFill>
          <a:ln>
            <a:noFill/>
          </a:ln>
        </p:spPr>
      </p:sp>
    </p:spTree>
    <p:extLst>
      <p:ext uri="{BB962C8B-B14F-4D97-AF65-F5344CB8AC3E}">
        <p14:creationId xmlns:p14="http://schemas.microsoft.com/office/powerpoint/2010/main" val="2057511382"/>
      </p:ext>
    </p:extLst>
  </p:cSld>
  <p:clrMapOvr>
    <a:masterClrMapping/>
  </p:clrMapOvr>
  <p:transition spd="med">
    <p:pull/>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9"/>
          <p:cNvSpPr>
            <a:spLocks noGrp="1"/>
          </p:cNvSpPr>
          <p:nvPr>
            <p:ph type="title"/>
          </p:nvPr>
        </p:nvSpPr>
        <p:spPr/>
        <p:txBody>
          <a:bodyPr/>
          <a:lstStyle/>
          <a:p>
            <a:r>
              <a:rPr lang="zh-CN" altLang="en-US" dirty="0"/>
              <a:t>研究意义</a:t>
            </a:r>
          </a:p>
        </p:txBody>
      </p:sp>
      <p:sp>
        <p:nvSpPr>
          <p:cNvPr id="32" name="矩形 31">
            <a:extLst>
              <a:ext uri="{FF2B5EF4-FFF2-40B4-BE49-F238E27FC236}">
                <a16:creationId xmlns:a16="http://schemas.microsoft.com/office/drawing/2014/main" id="{8A020E80-10D1-4402-8327-9B3F62D05115}"/>
              </a:ext>
            </a:extLst>
          </p:cNvPr>
          <p:cNvSpPr/>
          <p:nvPr/>
        </p:nvSpPr>
        <p:spPr>
          <a:xfrm>
            <a:off x="829851" y="1236220"/>
            <a:ext cx="5195669" cy="2232000"/>
          </a:xfrm>
          <a:prstGeom prst="rect">
            <a:avLst/>
          </a:prstGeom>
          <a:noFill/>
          <a:ln w="28575" cap="flat" cmpd="sng" algn="ctr">
            <a:solidFill>
              <a:schemeClr val="accent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FFFFFF"/>
              </a:solidFill>
              <a:effectLst/>
              <a:uLnTx/>
              <a:uFillTx/>
              <a:latin typeface="微软雅黑"/>
              <a:ea typeface="微软雅黑"/>
              <a:cs typeface="+mn-cs"/>
            </a:endParaRPr>
          </a:p>
        </p:txBody>
      </p:sp>
      <p:sp>
        <p:nvSpPr>
          <p:cNvPr id="33" name="矩形 32">
            <a:extLst>
              <a:ext uri="{FF2B5EF4-FFF2-40B4-BE49-F238E27FC236}">
                <a16:creationId xmlns:a16="http://schemas.microsoft.com/office/drawing/2014/main" id="{98CF06C0-692B-4D4E-BA33-107C2002214D}"/>
              </a:ext>
            </a:extLst>
          </p:cNvPr>
          <p:cNvSpPr/>
          <p:nvPr/>
        </p:nvSpPr>
        <p:spPr>
          <a:xfrm>
            <a:off x="829850" y="3598525"/>
            <a:ext cx="5195670" cy="2232000"/>
          </a:xfrm>
          <a:prstGeom prst="rect">
            <a:avLst/>
          </a:prstGeom>
          <a:noFill/>
          <a:ln w="28575" cap="flat" cmpd="sng" algn="ctr">
            <a:solidFill>
              <a:schemeClr val="accent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FFFFFF"/>
              </a:solidFill>
              <a:effectLst/>
              <a:uLnTx/>
              <a:uFillTx/>
              <a:latin typeface="微软雅黑"/>
              <a:ea typeface="微软雅黑"/>
              <a:cs typeface="+mn-cs"/>
            </a:endParaRPr>
          </a:p>
        </p:txBody>
      </p:sp>
      <p:sp>
        <p:nvSpPr>
          <p:cNvPr id="34" name="矩形 33">
            <a:extLst>
              <a:ext uri="{FF2B5EF4-FFF2-40B4-BE49-F238E27FC236}">
                <a16:creationId xmlns:a16="http://schemas.microsoft.com/office/drawing/2014/main" id="{8890A8C1-6CA3-4B08-A8DF-65A1B7D624CD}"/>
              </a:ext>
            </a:extLst>
          </p:cNvPr>
          <p:cNvSpPr/>
          <p:nvPr/>
        </p:nvSpPr>
        <p:spPr>
          <a:xfrm>
            <a:off x="6182079" y="1236220"/>
            <a:ext cx="5195669" cy="2232000"/>
          </a:xfrm>
          <a:prstGeom prst="rect">
            <a:avLst/>
          </a:prstGeom>
          <a:noFill/>
          <a:ln w="28575" cap="flat" cmpd="sng" algn="ctr">
            <a:solidFill>
              <a:schemeClr val="accent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FFFFFF"/>
              </a:solidFill>
              <a:effectLst/>
              <a:uLnTx/>
              <a:uFillTx/>
              <a:latin typeface="微软雅黑"/>
              <a:ea typeface="微软雅黑"/>
              <a:cs typeface="+mn-cs"/>
            </a:endParaRPr>
          </a:p>
        </p:txBody>
      </p:sp>
      <p:sp>
        <p:nvSpPr>
          <p:cNvPr id="35" name="矩形 34">
            <a:extLst>
              <a:ext uri="{FF2B5EF4-FFF2-40B4-BE49-F238E27FC236}">
                <a16:creationId xmlns:a16="http://schemas.microsoft.com/office/drawing/2014/main" id="{2A22D4A5-B20A-42E1-BFFA-A008154A7137}"/>
              </a:ext>
            </a:extLst>
          </p:cNvPr>
          <p:cNvSpPr/>
          <p:nvPr/>
        </p:nvSpPr>
        <p:spPr>
          <a:xfrm>
            <a:off x="6182079" y="3598525"/>
            <a:ext cx="5195668" cy="2232000"/>
          </a:xfrm>
          <a:prstGeom prst="rect">
            <a:avLst/>
          </a:prstGeom>
          <a:noFill/>
          <a:ln w="28575" cap="flat" cmpd="sng" algn="ctr">
            <a:solidFill>
              <a:schemeClr val="accent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FFFFFF"/>
              </a:solidFill>
              <a:effectLst/>
              <a:uLnTx/>
              <a:uFillTx/>
              <a:latin typeface="微软雅黑"/>
              <a:ea typeface="微软雅黑"/>
              <a:cs typeface="+mn-cs"/>
            </a:endParaRPr>
          </a:p>
        </p:txBody>
      </p:sp>
      <p:sp>
        <p:nvSpPr>
          <p:cNvPr id="36" name="文本框 35">
            <a:extLst>
              <a:ext uri="{FF2B5EF4-FFF2-40B4-BE49-F238E27FC236}">
                <a16:creationId xmlns:a16="http://schemas.microsoft.com/office/drawing/2014/main" id="{7E75133B-9FBA-4F15-8595-44A8ABA6E262}"/>
              </a:ext>
            </a:extLst>
          </p:cNvPr>
          <p:cNvSpPr txBox="1"/>
          <p:nvPr/>
        </p:nvSpPr>
        <p:spPr>
          <a:xfrm>
            <a:off x="1677675" y="1564093"/>
            <a:ext cx="3500020" cy="461665"/>
          </a:xfrm>
          <a:prstGeom prst="rect">
            <a:avLst/>
          </a:prstGeom>
          <a:noFill/>
        </p:spPr>
        <p:txBody>
          <a:bodyPr wrap="square" rtlCol="0">
            <a:spAutoFit/>
          </a:bodyPr>
          <a:lstStyle/>
          <a:p>
            <a:pPr algn="ctr"/>
            <a:r>
              <a:rPr lang="zh-CN" altLang="en-US" sz="2400" b="1" spc="300" dirty="0">
                <a:solidFill>
                  <a:schemeClr val="accent4"/>
                </a:solidFill>
              </a:rPr>
              <a:t>软件化调度模型</a:t>
            </a:r>
            <a:endParaRPr lang="zh-CN" altLang="en-US" sz="2400" b="1" spc="300" dirty="0">
              <a:solidFill>
                <a:schemeClr val="accent4"/>
              </a:solidFill>
              <a:latin typeface="微软雅黑"/>
              <a:ea typeface="微软雅黑"/>
            </a:endParaRPr>
          </a:p>
        </p:txBody>
      </p:sp>
      <p:sp>
        <p:nvSpPr>
          <p:cNvPr id="37" name="文本框 36">
            <a:extLst>
              <a:ext uri="{FF2B5EF4-FFF2-40B4-BE49-F238E27FC236}">
                <a16:creationId xmlns:a16="http://schemas.microsoft.com/office/drawing/2014/main" id="{0DADE84C-BF07-43CD-9B22-5D6C876DC566}"/>
              </a:ext>
            </a:extLst>
          </p:cNvPr>
          <p:cNvSpPr txBox="1"/>
          <p:nvPr/>
        </p:nvSpPr>
        <p:spPr>
          <a:xfrm>
            <a:off x="1677675" y="3943450"/>
            <a:ext cx="3499200" cy="461665"/>
          </a:xfrm>
          <a:prstGeom prst="rect">
            <a:avLst/>
          </a:prstGeom>
          <a:noFill/>
        </p:spPr>
        <p:txBody>
          <a:bodyPr wrap="square" rtlCol="0">
            <a:spAutoFit/>
          </a:bodyPr>
          <a:lstStyle/>
          <a:p>
            <a:pPr algn="ctr" eaLnBrk="1" fontAlgn="auto" hangingPunct="1">
              <a:spcBef>
                <a:spcPts val="0"/>
              </a:spcBef>
              <a:spcAft>
                <a:spcPts val="0"/>
              </a:spcAft>
            </a:pPr>
            <a:r>
              <a:rPr lang="zh-CN" altLang="en-US" sz="2400" b="1" spc="300" dirty="0">
                <a:solidFill>
                  <a:schemeClr val="accent4"/>
                </a:solidFill>
                <a:latin typeface="微软雅黑"/>
                <a:ea typeface="微软雅黑"/>
              </a:rPr>
              <a:t>独立调度模块</a:t>
            </a:r>
          </a:p>
        </p:txBody>
      </p:sp>
      <p:sp>
        <p:nvSpPr>
          <p:cNvPr id="38" name="文本框 37">
            <a:extLst>
              <a:ext uri="{FF2B5EF4-FFF2-40B4-BE49-F238E27FC236}">
                <a16:creationId xmlns:a16="http://schemas.microsoft.com/office/drawing/2014/main" id="{644C2A1E-7F72-4F95-85BD-F3197E768FF3}"/>
              </a:ext>
            </a:extLst>
          </p:cNvPr>
          <p:cNvSpPr txBox="1"/>
          <p:nvPr/>
        </p:nvSpPr>
        <p:spPr>
          <a:xfrm>
            <a:off x="7030313" y="1564093"/>
            <a:ext cx="3499200" cy="461665"/>
          </a:xfrm>
          <a:prstGeom prst="rect">
            <a:avLst/>
          </a:prstGeom>
          <a:noFill/>
        </p:spPr>
        <p:txBody>
          <a:bodyPr wrap="square" rtlCol="0">
            <a:spAutoFit/>
          </a:bodyPr>
          <a:lstStyle/>
          <a:p>
            <a:pPr algn="ctr" eaLnBrk="1" fontAlgn="auto" hangingPunct="1">
              <a:spcBef>
                <a:spcPts val="0"/>
              </a:spcBef>
              <a:spcAft>
                <a:spcPts val="0"/>
              </a:spcAft>
            </a:pPr>
            <a:r>
              <a:rPr lang="zh-CN" altLang="en-US" sz="2400" b="1" spc="300" dirty="0">
                <a:solidFill>
                  <a:schemeClr val="accent4"/>
                </a:solidFill>
                <a:latin typeface="微软雅黑"/>
                <a:ea typeface="微软雅黑"/>
              </a:rPr>
              <a:t>执行流模型扩展</a:t>
            </a:r>
          </a:p>
        </p:txBody>
      </p:sp>
      <p:sp>
        <p:nvSpPr>
          <p:cNvPr id="39" name="文本框 38">
            <a:extLst>
              <a:ext uri="{FF2B5EF4-FFF2-40B4-BE49-F238E27FC236}">
                <a16:creationId xmlns:a16="http://schemas.microsoft.com/office/drawing/2014/main" id="{9DECFE70-E865-4F0E-91E9-40E496A53FCB}"/>
              </a:ext>
            </a:extLst>
          </p:cNvPr>
          <p:cNvSpPr txBox="1"/>
          <p:nvPr/>
        </p:nvSpPr>
        <p:spPr>
          <a:xfrm>
            <a:off x="6667610" y="3943449"/>
            <a:ext cx="4222196" cy="461665"/>
          </a:xfrm>
          <a:prstGeom prst="rect">
            <a:avLst/>
          </a:prstGeom>
          <a:noFill/>
        </p:spPr>
        <p:txBody>
          <a:bodyPr wrap="square" rtlCol="0">
            <a:spAutoFit/>
          </a:bodyPr>
          <a:lstStyle/>
          <a:p>
            <a:pPr algn="ctr" eaLnBrk="1" fontAlgn="auto" hangingPunct="1">
              <a:spcBef>
                <a:spcPts val="0"/>
              </a:spcBef>
              <a:spcAft>
                <a:spcPts val="0"/>
              </a:spcAft>
            </a:pPr>
            <a:r>
              <a:rPr lang="zh-CN" altLang="en-US" sz="2400" b="1" spc="300" dirty="0">
                <a:solidFill>
                  <a:schemeClr val="accent4"/>
                </a:solidFill>
                <a:latin typeface="微软雅黑"/>
                <a:ea typeface="微软雅黑"/>
              </a:rPr>
              <a:t>提升</a:t>
            </a:r>
            <a:r>
              <a:rPr lang="en-US" altLang="zh-CN" sz="2400" b="1" spc="300" dirty="0">
                <a:solidFill>
                  <a:schemeClr val="accent4"/>
                </a:solidFill>
                <a:latin typeface="微软雅黑"/>
                <a:ea typeface="微软雅黑"/>
              </a:rPr>
              <a:t>Starry-OS</a:t>
            </a:r>
            <a:r>
              <a:rPr lang="zh-CN" altLang="en-US" sz="2400" b="1" spc="300" dirty="0">
                <a:solidFill>
                  <a:schemeClr val="accent4"/>
                </a:solidFill>
                <a:latin typeface="微软雅黑"/>
                <a:ea typeface="微软雅黑"/>
              </a:rPr>
              <a:t>异步性能</a:t>
            </a:r>
          </a:p>
        </p:txBody>
      </p:sp>
      <p:sp>
        <p:nvSpPr>
          <p:cNvPr id="40" name="文本框 39">
            <a:extLst>
              <a:ext uri="{FF2B5EF4-FFF2-40B4-BE49-F238E27FC236}">
                <a16:creationId xmlns:a16="http://schemas.microsoft.com/office/drawing/2014/main" id="{D0786EE7-A4A7-4B54-AE46-757033EAAFBD}"/>
              </a:ext>
            </a:extLst>
          </p:cNvPr>
          <p:cNvSpPr txBox="1"/>
          <p:nvPr/>
        </p:nvSpPr>
        <p:spPr>
          <a:xfrm>
            <a:off x="1199262" y="2409316"/>
            <a:ext cx="4480435" cy="685124"/>
          </a:xfrm>
          <a:prstGeom prst="rect">
            <a:avLst/>
          </a:prstGeom>
          <a:noFill/>
        </p:spPr>
        <p:txBody>
          <a:bodyPr wrap="square" lIns="0" tIns="0" rIns="0" bIns="0" rtlCol="0">
            <a:spAutoFit/>
          </a:bodyPr>
          <a:lstStyle>
            <a:defPPr>
              <a:defRPr lang="zh-CN"/>
            </a:defPPr>
            <a:lvl1pPr algn="just">
              <a:lnSpc>
                <a:spcPct val="130000"/>
              </a:lnSpc>
              <a:defRPr sz="1400" spc="300">
                <a:solidFill>
                  <a:schemeClr val="tx1">
                    <a:lumMod val="85000"/>
                    <a:lumOff val="15000"/>
                  </a:schemeClr>
                </a:solidFill>
              </a:defRPr>
            </a:lvl1pPr>
          </a:lstStyle>
          <a:p>
            <a:pPr eaLnBrk="1" fontAlgn="auto" hangingPunct="1">
              <a:spcBef>
                <a:spcPts val="0"/>
              </a:spcBef>
              <a:spcAft>
                <a:spcPts val="0"/>
              </a:spcAft>
            </a:pPr>
            <a:r>
              <a:rPr lang="zh-CN" altLang="en-US" sz="1800" dirty="0">
                <a:solidFill>
                  <a:srgbClr val="000000">
                    <a:lumMod val="85000"/>
                    <a:lumOff val="15000"/>
                  </a:srgbClr>
                </a:solidFill>
                <a:latin typeface="微软雅黑"/>
                <a:ea typeface="微软雅黑"/>
              </a:rPr>
              <a:t>探索统一调度模型在通用操作系统结构下软件化的实现路径</a:t>
            </a:r>
          </a:p>
        </p:txBody>
      </p:sp>
      <p:sp>
        <p:nvSpPr>
          <p:cNvPr id="41" name="文本框 40">
            <a:extLst>
              <a:ext uri="{FF2B5EF4-FFF2-40B4-BE49-F238E27FC236}">
                <a16:creationId xmlns:a16="http://schemas.microsoft.com/office/drawing/2014/main" id="{1B704EE7-F10F-4DCE-A2A3-495FD7626CD8}"/>
              </a:ext>
            </a:extLst>
          </p:cNvPr>
          <p:cNvSpPr txBox="1"/>
          <p:nvPr/>
        </p:nvSpPr>
        <p:spPr>
          <a:xfrm>
            <a:off x="1199263" y="4775972"/>
            <a:ext cx="4480435" cy="685124"/>
          </a:xfrm>
          <a:prstGeom prst="rect">
            <a:avLst/>
          </a:prstGeom>
          <a:noFill/>
        </p:spPr>
        <p:txBody>
          <a:bodyPr wrap="square" lIns="0" tIns="0" rIns="0" bIns="0" rtlCol="0">
            <a:spAutoFit/>
          </a:bodyPr>
          <a:lstStyle>
            <a:defPPr>
              <a:defRPr lang="zh-CN"/>
            </a:defPPr>
            <a:lvl1pPr algn="just">
              <a:lnSpc>
                <a:spcPct val="130000"/>
              </a:lnSpc>
              <a:defRPr sz="1400" spc="300">
                <a:solidFill>
                  <a:schemeClr val="tx1">
                    <a:lumMod val="85000"/>
                    <a:lumOff val="15000"/>
                  </a:schemeClr>
                </a:solidFill>
              </a:defRPr>
            </a:lvl1pPr>
          </a:lstStyle>
          <a:p>
            <a:pPr eaLnBrk="1" fontAlgn="auto" hangingPunct="1">
              <a:spcBef>
                <a:spcPts val="0"/>
              </a:spcBef>
              <a:spcAft>
                <a:spcPts val="0"/>
              </a:spcAft>
            </a:pPr>
            <a:r>
              <a:rPr lang="zh-CN" altLang="en-US" sz="1800" dirty="0">
                <a:solidFill>
                  <a:srgbClr val="000000">
                    <a:lumMod val="85000"/>
                    <a:lumOff val="15000"/>
                  </a:srgbClr>
                </a:solidFill>
                <a:latin typeface="微软雅黑"/>
                <a:ea typeface="微软雅黑"/>
              </a:rPr>
              <a:t>形成独立于操作系统的调度模块，为后续操作系统相关研究提供参考</a:t>
            </a:r>
          </a:p>
        </p:txBody>
      </p:sp>
      <p:sp>
        <p:nvSpPr>
          <p:cNvPr id="42" name="文本框 41">
            <a:extLst>
              <a:ext uri="{FF2B5EF4-FFF2-40B4-BE49-F238E27FC236}">
                <a16:creationId xmlns:a16="http://schemas.microsoft.com/office/drawing/2014/main" id="{D0786EE7-A4A7-4B54-AE46-757033EAAFBD}"/>
              </a:ext>
            </a:extLst>
          </p:cNvPr>
          <p:cNvSpPr txBox="1"/>
          <p:nvPr/>
        </p:nvSpPr>
        <p:spPr>
          <a:xfrm>
            <a:off x="6527521" y="2409316"/>
            <a:ext cx="4480435" cy="685124"/>
          </a:xfrm>
          <a:prstGeom prst="rect">
            <a:avLst/>
          </a:prstGeom>
          <a:noFill/>
        </p:spPr>
        <p:txBody>
          <a:bodyPr wrap="square" lIns="0" tIns="0" rIns="0" bIns="0" rtlCol="0">
            <a:spAutoFit/>
          </a:bodyPr>
          <a:lstStyle>
            <a:defPPr>
              <a:defRPr lang="zh-CN"/>
            </a:defPPr>
            <a:lvl1pPr algn="just">
              <a:lnSpc>
                <a:spcPct val="130000"/>
              </a:lnSpc>
              <a:defRPr sz="1400" spc="300">
                <a:solidFill>
                  <a:schemeClr val="tx1">
                    <a:lumMod val="85000"/>
                    <a:lumOff val="15000"/>
                  </a:schemeClr>
                </a:solidFill>
              </a:defRPr>
            </a:lvl1pPr>
          </a:lstStyle>
          <a:p>
            <a:pPr eaLnBrk="1" fontAlgn="auto" hangingPunct="1">
              <a:spcBef>
                <a:spcPts val="0"/>
              </a:spcBef>
              <a:spcAft>
                <a:spcPts val="0"/>
              </a:spcAft>
            </a:pPr>
            <a:r>
              <a:rPr lang="zh-CN" altLang="en-US" sz="1800" dirty="0">
                <a:solidFill>
                  <a:srgbClr val="000000">
                    <a:lumMod val="85000"/>
                    <a:lumOff val="15000"/>
                  </a:srgbClr>
                </a:solidFill>
                <a:latin typeface="微软雅黑"/>
                <a:ea typeface="微软雅黑"/>
              </a:rPr>
              <a:t>摆脱对定制硬件的依赖，为执行流调度机制在多平台上的应用提供可能</a:t>
            </a:r>
          </a:p>
        </p:txBody>
      </p:sp>
      <p:sp>
        <p:nvSpPr>
          <p:cNvPr id="43" name="文本框 42">
            <a:extLst>
              <a:ext uri="{FF2B5EF4-FFF2-40B4-BE49-F238E27FC236}">
                <a16:creationId xmlns:a16="http://schemas.microsoft.com/office/drawing/2014/main" id="{1B704EE7-F10F-4DCE-A2A3-495FD7626CD8}"/>
              </a:ext>
            </a:extLst>
          </p:cNvPr>
          <p:cNvSpPr txBox="1"/>
          <p:nvPr/>
        </p:nvSpPr>
        <p:spPr>
          <a:xfrm>
            <a:off x="6538490" y="4775972"/>
            <a:ext cx="4480435" cy="685124"/>
          </a:xfrm>
          <a:prstGeom prst="rect">
            <a:avLst/>
          </a:prstGeom>
          <a:noFill/>
        </p:spPr>
        <p:txBody>
          <a:bodyPr wrap="square" lIns="0" tIns="0" rIns="0" bIns="0" rtlCol="0">
            <a:spAutoFit/>
          </a:bodyPr>
          <a:lstStyle>
            <a:defPPr>
              <a:defRPr lang="zh-CN"/>
            </a:defPPr>
            <a:lvl1pPr algn="just">
              <a:lnSpc>
                <a:spcPct val="130000"/>
              </a:lnSpc>
              <a:defRPr sz="1400" spc="300">
                <a:solidFill>
                  <a:schemeClr val="tx1">
                    <a:lumMod val="85000"/>
                    <a:lumOff val="15000"/>
                  </a:schemeClr>
                </a:solidFill>
              </a:defRPr>
            </a:lvl1pPr>
          </a:lstStyle>
          <a:p>
            <a:pPr eaLnBrk="1" fontAlgn="auto" hangingPunct="1">
              <a:spcBef>
                <a:spcPts val="0"/>
              </a:spcBef>
              <a:spcAft>
                <a:spcPts val="0"/>
              </a:spcAft>
            </a:pPr>
            <a:r>
              <a:rPr lang="zh-CN" altLang="en-US" sz="1800" dirty="0">
                <a:solidFill>
                  <a:srgbClr val="000000">
                    <a:lumMod val="85000"/>
                    <a:lumOff val="15000"/>
                  </a:srgbClr>
                </a:solidFill>
                <a:latin typeface="微软雅黑"/>
                <a:ea typeface="微软雅黑"/>
              </a:rPr>
              <a:t>在</a:t>
            </a:r>
            <a:r>
              <a:rPr lang="en-US" altLang="zh-CN" sz="1800" dirty="0">
                <a:solidFill>
                  <a:srgbClr val="000000">
                    <a:lumMod val="85000"/>
                    <a:lumOff val="15000"/>
                  </a:srgbClr>
                </a:solidFill>
                <a:latin typeface="微软雅黑"/>
                <a:ea typeface="微软雅黑"/>
              </a:rPr>
              <a:t>Starry-OS</a:t>
            </a:r>
            <a:r>
              <a:rPr lang="zh-CN" altLang="en-US" sz="1800" dirty="0">
                <a:solidFill>
                  <a:srgbClr val="000000">
                    <a:lumMod val="85000"/>
                    <a:lumOff val="15000"/>
                  </a:srgbClr>
                </a:solidFill>
                <a:latin typeface="微软雅黑"/>
                <a:ea typeface="微软雅黑"/>
              </a:rPr>
              <a:t>上实现更优的异步调度机制，提升异步性能</a:t>
            </a:r>
          </a:p>
        </p:txBody>
      </p:sp>
      <p:grpSp>
        <p:nvGrpSpPr>
          <p:cNvPr id="44" name="组合 43">
            <a:extLst>
              <a:ext uri="{FF2B5EF4-FFF2-40B4-BE49-F238E27FC236}">
                <a16:creationId xmlns:a16="http://schemas.microsoft.com/office/drawing/2014/main" id="{123E64B8-AD86-490F-8C36-FD3C37D8B598}"/>
              </a:ext>
            </a:extLst>
          </p:cNvPr>
          <p:cNvGrpSpPr/>
          <p:nvPr/>
        </p:nvGrpSpPr>
        <p:grpSpPr>
          <a:xfrm>
            <a:off x="10818521" y="3722761"/>
            <a:ext cx="468000" cy="468000"/>
            <a:chOff x="568325" y="5118109"/>
            <a:chExt cx="479425" cy="479426"/>
          </a:xfrm>
          <a:solidFill>
            <a:schemeClr val="accent4"/>
          </a:solidFill>
        </p:grpSpPr>
        <p:sp>
          <p:nvSpPr>
            <p:cNvPr id="53" name="Freeform 48">
              <a:extLst>
                <a:ext uri="{FF2B5EF4-FFF2-40B4-BE49-F238E27FC236}">
                  <a16:creationId xmlns:a16="http://schemas.microsoft.com/office/drawing/2014/main" id="{D3FD5FB4-EC44-4696-9222-D63F6566F3D4}"/>
                </a:ext>
              </a:extLst>
            </p:cNvPr>
            <p:cNvSpPr>
              <a:spLocks noEditPoints="1"/>
            </p:cNvSpPr>
            <p:nvPr/>
          </p:nvSpPr>
          <p:spPr bwMode="auto">
            <a:xfrm>
              <a:off x="568325" y="5118109"/>
              <a:ext cx="479425" cy="479426"/>
            </a:xfrm>
            <a:custGeom>
              <a:avLst/>
              <a:gdLst>
                <a:gd name="T0" fmla="*/ 116 w 128"/>
                <a:gd name="T1" fmla="*/ 77 h 128"/>
                <a:gd name="T2" fmla="*/ 128 w 128"/>
                <a:gd name="T3" fmla="*/ 50 h 128"/>
                <a:gd name="T4" fmla="*/ 116 w 128"/>
                <a:gd name="T5" fmla="*/ 49 h 128"/>
                <a:gd name="T6" fmla="*/ 111 w 128"/>
                <a:gd name="T7" fmla="*/ 36 h 128"/>
                <a:gd name="T8" fmla="*/ 100 w 128"/>
                <a:gd name="T9" fmla="*/ 9 h 128"/>
                <a:gd name="T10" fmla="*/ 91 w 128"/>
                <a:gd name="T11" fmla="*/ 16 h 128"/>
                <a:gd name="T12" fmla="*/ 77 w 128"/>
                <a:gd name="T13" fmla="*/ 11 h 128"/>
                <a:gd name="T14" fmla="*/ 51 w 128"/>
                <a:gd name="T15" fmla="*/ 0 h 128"/>
                <a:gd name="T16" fmla="*/ 50 w 128"/>
                <a:gd name="T17" fmla="*/ 11 h 128"/>
                <a:gd name="T18" fmla="*/ 36 w 128"/>
                <a:gd name="T19" fmla="*/ 17 h 128"/>
                <a:gd name="T20" fmla="*/ 9 w 128"/>
                <a:gd name="T21" fmla="*/ 28 h 128"/>
                <a:gd name="T22" fmla="*/ 17 w 128"/>
                <a:gd name="T23" fmla="*/ 37 h 128"/>
                <a:gd name="T24" fmla="*/ 11 w 128"/>
                <a:gd name="T25" fmla="*/ 50 h 128"/>
                <a:gd name="T26" fmla="*/ 0 w 128"/>
                <a:gd name="T27" fmla="*/ 77 h 128"/>
                <a:gd name="T28" fmla="*/ 12 w 128"/>
                <a:gd name="T29" fmla="*/ 78 h 128"/>
                <a:gd name="T30" fmla="*/ 17 w 128"/>
                <a:gd name="T31" fmla="*/ 91 h 128"/>
                <a:gd name="T32" fmla="*/ 28 w 128"/>
                <a:gd name="T33" fmla="*/ 118 h 128"/>
                <a:gd name="T34" fmla="*/ 37 w 128"/>
                <a:gd name="T35" fmla="*/ 111 h 128"/>
                <a:gd name="T36" fmla="*/ 51 w 128"/>
                <a:gd name="T37" fmla="*/ 116 h 128"/>
                <a:gd name="T38" fmla="*/ 77 w 128"/>
                <a:gd name="T39" fmla="*/ 128 h 128"/>
                <a:gd name="T40" fmla="*/ 78 w 128"/>
                <a:gd name="T41" fmla="*/ 116 h 128"/>
                <a:gd name="T42" fmla="*/ 92 w 128"/>
                <a:gd name="T43" fmla="*/ 110 h 128"/>
                <a:gd name="T44" fmla="*/ 119 w 128"/>
                <a:gd name="T45" fmla="*/ 99 h 128"/>
                <a:gd name="T46" fmla="*/ 111 w 128"/>
                <a:gd name="T47" fmla="*/ 90 h 128"/>
                <a:gd name="T48" fmla="*/ 112 w 128"/>
                <a:gd name="T49" fmla="*/ 99 h 128"/>
                <a:gd name="T50" fmla="*/ 92 w 128"/>
                <a:gd name="T51" fmla="*/ 105 h 128"/>
                <a:gd name="T52" fmla="*/ 77 w 128"/>
                <a:gd name="T53" fmla="*/ 111 h 128"/>
                <a:gd name="T54" fmla="*/ 73 w 128"/>
                <a:gd name="T55" fmla="*/ 123 h 128"/>
                <a:gd name="T56" fmla="*/ 55 w 128"/>
                <a:gd name="T57" fmla="*/ 113 h 128"/>
                <a:gd name="T58" fmla="*/ 40 w 128"/>
                <a:gd name="T59" fmla="*/ 107 h 128"/>
                <a:gd name="T60" fmla="*/ 28 w 128"/>
                <a:gd name="T61" fmla="*/ 112 h 128"/>
                <a:gd name="T62" fmla="*/ 23 w 128"/>
                <a:gd name="T63" fmla="*/ 92 h 128"/>
                <a:gd name="T64" fmla="*/ 16 w 128"/>
                <a:gd name="T65" fmla="*/ 77 h 128"/>
                <a:gd name="T66" fmla="*/ 5 w 128"/>
                <a:gd name="T67" fmla="*/ 72 h 128"/>
                <a:gd name="T68" fmla="*/ 15 w 128"/>
                <a:gd name="T69" fmla="*/ 55 h 128"/>
                <a:gd name="T70" fmla="*/ 21 w 128"/>
                <a:gd name="T71" fmla="*/ 39 h 128"/>
                <a:gd name="T72" fmla="*/ 16 w 128"/>
                <a:gd name="T73" fmla="*/ 28 h 128"/>
                <a:gd name="T74" fmla="*/ 36 w 128"/>
                <a:gd name="T75" fmla="*/ 23 h 128"/>
                <a:gd name="T76" fmla="*/ 51 w 128"/>
                <a:gd name="T77" fmla="*/ 16 h 128"/>
                <a:gd name="T78" fmla="*/ 55 w 128"/>
                <a:gd name="T79" fmla="*/ 4 h 128"/>
                <a:gd name="T80" fmla="*/ 73 w 128"/>
                <a:gd name="T81" fmla="*/ 15 h 128"/>
                <a:gd name="T82" fmla="*/ 88 w 128"/>
                <a:gd name="T83" fmla="*/ 20 h 128"/>
                <a:gd name="T84" fmla="*/ 100 w 128"/>
                <a:gd name="T85" fmla="*/ 15 h 128"/>
                <a:gd name="T86" fmla="*/ 105 w 128"/>
                <a:gd name="T87" fmla="*/ 35 h 128"/>
                <a:gd name="T88" fmla="*/ 112 w 128"/>
                <a:gd name="T89" fmla="*/ 50 h 128"/>
                <a:gd name="T90" fmla="*/ 123 w 128"/>
                <a:gd name="T91" fmla="*/ 55 h 128"/>
                <a:gd name="T92" fmla="*/ 113 w 128"/>
                <a:gd name="T93" fmla="*/ 72 h 128"/>
                <a:gd name="T94" fmla="*/ 107 w 128"/>
                <a:gd name="T95" fmla="*/ 88 h 128"/>
                <a:gd name="T96" fmla="*/ 112 w 128"/>
                <a:gd name="T97" fmla="*/ 99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28" h="128">
                  <a:moveTo>
                    <a:pt x="116" y="78"/>
                  </a:moveTo>
                  <a:cubicBezTo>
                    <a:pt x="116" y="77"/>
                    <a:pt x="116" y="77"/>
                    <a:pt x="116" y="77"/>
                  </a:cubicBezTo>
                  <a:cubicBezTo>
                    <a:pt x="128" y="77"/>
                    <a:pt x="128" y="77"/>
                    <a:pt x="128" y="77"/>
                  </a:cubicBezTo>
                  <a:cubicBezTo>
                    <a:pt x="128" y="50"/>
                    <a:pt x="128" y="50"/>
                    <a:pt x="128" y="50"/>
                  </a:cubicBezTo>
                  <a:cubicBezTo>
                    <a:pt x="116" y="50"/>
                    <a:pt x="116" y="50"/>
                    <a:pt x="116" y="50"/>
                  </a:cubicBezTo>
                  <a:cubicBezTo>
                    <a:pt x="116" y="49"/>
                    <a:pt x="116" y="49"/>
                    <a:pt x="116" y="49"/>
                  </a:cubicBezTo>
                  <a:cubicBezTo>
                    <a:pt x="115" y="45"/>
                    <a:pt x="113" y="41"/>
                    <a:pt x="111" y="37"/>
                  </a:cubicBezTo>
                  <a:cubicBezTo>
                    <a:pt x="111" y="36"/>
                    <a:pt x="111" y="36"/>
                    <a:pt x="111" y="36"/>
                  </a:cubicBezTo>
                  <a:cubicBezTo>
                    <a:pt x="119" y="28"/>
                    <a:pt x="119" y="28"/>
                    <a:pt x="119" y="28"/>
                  </a:cubicBezTo>
                  <a:cubicBezTo>
                    <a:pt x="100" y="9"/>
                    <a:pt x="100" y="9"/>
                    <a:pt x="100" y="9"/>
                  </a:cubicBezTo>
                  <a:cubicBezTo>
                    <a:pt x="92" y="17"/>
                    <a:pt x="92" y="17"/>
                    <a:pt x="92" y="17"/>
                  </a:cubicBezTo>
                  <a:cubicBezTo>
                    <a:pt x="91" y="16"/>
                    <a:pt x="91" y="16"/>
                    <a:pt x="91" y="16"/>
                  </a:cubicBezTo>
                  <a:cubicBezTo>
                    <a:pt x="87" y="14"/>
                    <a:pt x="83" y="13"/>
                    <a:pt x="78" y="11"/>
                  </a:cubicBezTo>
                  <a:cubicBezTo>
                    <a:pt x="77" y="11"/>
                    <a:pt x="77" y="11"/>
                    <a:pt x="77" y="11"/>
                  </a:cubicBezTo>
                  <a:cubicBezTo>
                    <a:pt x="77" y="0"/>
                    <a:pt x="77" y="0"/>
                    <a:pt x="77" y="0"/>
                  </a:cubicBezTo>
                  <a:cubicBezTo>
                    <a:pt x="51" y="0"/>
                    <a:pt x="51" y="0"/>
                    <a:pt x="51" y="0"/>
                  </a:cubicBezTo>
                  <a:cubicBezTo>
                    <a:pt x="51" y="11"/>
                    <a:pt x="51" y="11"/>
                    <a:pt x="51" y="11"/>
                  </a:cubicBezTo>
                  <a:cubicBezTo>
                    <a:pt x="50" y="11"/>
                    <a:pt x="50" y="11"/>
                    <a:pt x="50" y="11"/>
                  </a:cubicBezTo>
                  <a:cubicBezTo>
                    <a:pt x="45" y="13"/>
                    <a:pt x="41" y="14"/>
                    <a:pt x="37" y="16"/>
                  </a:cubicBezTo>
                  <a:cubicBezTo>
                    <a:pt x="36" y="17"/>
                    <a:pt x="36" y="17"/>
                    <a:pt x="36" y="17"/>
                  </a:cubicBezTo>
                  <a:cubicBezTo>
                    <a:pt x="28" y="9"/>
                    <a:pt x="28" y="9"/>
                    <a:pt x="28" y="9"/>
                  </a:cubicBezTo>
                  <a:cubicBezTo>
                    <a:pt x="9" y="28"/>
                    <a:pt x="9" y="28"/>
                    <a:pt x="9" y="28"/>
                  </a:cubicBezTo>
                  <a:cubicBezTo>
                    <a:pt x="17" y="36"/>
                    <a:pt x="17" y="36"/>
                    <a:pt x="17" y="36"/>
                  </a:cubicBezTo>
                  <a:cubicBezTo>
                    <a:pt x="17" y="37"/>
                    <a:pt x="17" y="37"/>
                    <a:pt x="17" y="37"/>
                  </a:cubicBezTo>
                  <a:cubicBezTo>
                    <a:pt x="15" y="41"/>
                    <a:pt x="13" y="45"/>
                    <a:pt x="12" y="49"/>
                  </a:cubicBezTo>
                  <a:cubicBezTo>
                    <a:pt x="11" y="50"/>
                    <a:pt x="11" y="50"/>
                    <a:pt x="11" y="50"/>
                  </a:cubicBezTo>
                  <a:cubicBezTo>
                    <a:pt x="0" y="50"/>
                    <a:pt x="0" y="50"/>
                    <a:pt x="0" y="50"/>
                  </a:cubicBezTo>
                  <a:cubicBezTo>
                    <a:pt x="0" y="77"/>
                    <a:pt x="0" y="77"/>
                    <a:pt x="0" y="77"/>
                  </a:cubicBezTo>
                  <a:cubicBezTo>
                    <a:pt x="11" y="77"/>
                    <a:pt x="11" y="77"/>
                    <a:pt x="11" y="77"/>
                  </a:cubicBezTo>
                  <a:cubicBezTo>
                    <a:pt x="12" y="78"/>
                    <a:pt x="12" y="78"/>
                    <a:pt x="12" y="78"/>
                  </a:cubicBezTo>
                  <a:cubicBezTo>
                    <a:pt x="13" y="82"/>
                    <a:pt x="15" y="86"/>
                    <a:pt x="17" y="90"/>
                  </a:cubicBezTo>
                  <a:cubicBezTo>
                    <a:pt x="17" y="91"/>
                    <a:pt x="17" y="91"/>
                    <a:pt x="17" y="91"/>
                  </a:cubicBezTo>
                  <a:cubicBezTo>
                    <a:pt x="9" y="99"/>
                    <a:pt x="9" y="99"/>
                    <a:pt x="9" y="99"/>
                  </a:cubicBezTo>
                  <a:cubicBezTo>
                    <a:pt x="28" y="118"/>
                    <a:pt x="28" y="118"/>
                    <a:pt x="28" y="118"/>
                  </a:cubicBezTo>
                  <a:cubicBezTo>
                    <a:pt x="36" y="110"/>
                    <a:pt x="36" y="110"/>
                    <a:pt x="36" y="110"/>
                  </a:cubicBezTo>
                  <a:cubicBezTo>
                    <a:pt x="37" y="111"/>
                    <a:pt x="37" y="111"/>
                    <a:pt x="37" y="111"/>
                  </a:cubicBezTo>
                  <a:cubicBezTo>
                    <a:pt x="41" y="113"/>
                    <a:pt x="45" y="115"/>
                    <a:pt x="50" y="116"/>
                  </a:cubicBezTo>
                  <a:cubicBezTo>
                    <a:pt x="51" y="116"/>
                    <a:pt x="51" y="116"/>
                    <a:pt x="51" y="116"/>
                  </a:cubicBezTo>
                  <a:cubicBezTo>
                    <a:pt x="51" y="128"/>
                    <a:pt x="51" y="128"/>
                    <a:pt x="51" y="128"/>
                  </a:cubicBezTo>
                  <a:cubicBezTo>
                    <a:pt x="77" y="128"/>
                    <a:pt x="77" y="128"/>
                    <a:pt x="77" y="128"/>
                  </a:cubicBezTo>
                  <a:cubicBezTo>
                    <a:pt x="77" y="116"/>
                    <a:pt x="77" y="116"/>
                    <a:pt x="77" y="116"/>
                  </a:cubicBezTo>
                  <a:cubicBezTo>
                    <a:pt x="78" y="116"/>
                    <a:pt x="78" y="116"/>
                    <a:pt x="78" y="116"/>
                  </a:cubicBezTo>
                  <a:cubicBezTo>
                    <a:pt x="83" y="115"/>
                    <a:pt x="87" y="113"/>
                    <a:pt x="91" y="111"/>
                  </a:cubicBezTo>
                  <a:cubicBezTo>
                    <a:pt x="92" y="110"/>
                    <a:pt x="92" y="110"/>
                    <a:pt x="92" y="110"/>
                  </a:cubicBezTo>
                  <a:cubicBezTo>
                    <a:pt x="100" y="118"/>
                    <a:pt x="100" y="118"/>
                    <a:pt x="100" y="118"/>
                  </a:cubicBezTo>
                  <a:cubicBezTo>
                    <a:pt x="119" y="99"/>
                    <a:pt x="119" y="99"/>
                    <a:pt x="119" y="99"/>
                  </a:cubicBezTo>
                  <a:cubicBezTo>
                    <a:pt x="111" y="91"/>
                    <a:pt x="111" y="91"/>
                    <a:pt x="111" y="91"/>
                  </a:cubicBezTo>
                  <a:cubicBezTo>
                    <a:pt x="111" y="90"/>
                    <a:pt x="111" y="90"/>
                    <a:pt x="111" y="90"/>
                  </a:cubicBezTo>
                  <a:cubicBezTo>
                    <a:pt x="113" y="86"/>
                    <a:pt x="115" y="82"/>
                    <a:pt x="116" y="78"/>
                  </a:cubicBezTo>
                  <a:close/>
                  <a:moveTo>
                    <a:pt x="112" y="99"/>
                  </a:moveTo>
                  <a:cubicBezTo>
                    <a:pt x="100" y="112"/>
                    <a:pt x="100" y="112"/>
                    <a:pt x="100" y="112"/>
                  </a:cubicBezTo>
                  <a:cubicBezTo>
                    <a:pt x="92" y="105"/>
                    <a:pt x="92" y="105"/>
                    <a:pt x="92" y="105"/>
                  </a:cubicBezTo>
                  <a:cubicBezTo>
                    <a:pt x="88" y="107"/>
                    <a:pt x="88" y="107"/>
                    <a:pt x="88" y="107"/>
                  </a:cubicBezTo>
                  <a:cubicBezTo>
                    <a:pt x="85" y="109"/>
                    <a:pt x="81" y="110"/>
                    <a:pt x="77" y="111"/>
                  </a:cubicBezTo>
                  <a:cubicBezTo>
                    <a:pt x="73" y="113"/>
                    <a:pt x="73" y="113"/>
                    <a:pt x="73" y="113"/>
                  </a:cubicBezTo>
                  <a:cubicBezTo>
                    <a:pt x="73" y="123"/>
                    <a:pt x="73" y="123"/>
                    <a:pt x="73" y="123"/>
                  </a:cubicBezTo>
                  <a:cubicBezTo>
                    <a:pt x="55" y="123"/>
                    <a:pt x="55" y="123"/>
                    <a:pt x="55" y="123"/>
                  </a:cubicBezTo>
                  <a:cubicBezTo>
                    <a:pt x="55" y="113"/>
                    <a:pt x="55" y="113"/>
                    <a:pt x="55" y="113"/>
                  </a:cubicBezTo>
                  <a:cubicBezTo>
                    <a:pt x="51" y="111"/>
                    <a:pt x="51" y="111"/>
                    <a:pt x="51" y="111"/>
                  </a:cubicBezTo>
                  <a:cubicBezTo>
                    <a:pt x="47" y="110"/>
                    <a:pt x="43" y="109"/>
                    <a:pt x="40" y="107"/>
                  </a:cubicBezTo>
                  <a:cubicBezTo>
                    <a:pt x="36" y="105"/>
                    <a:pt x="36" y="105"/>
                    <a:pt x="36" y="105"/>
                  </a:cubicBezTo>
                  <a:cubicBezTo>
                    <a:pt x="28" y="112"/>
                    <a:pt x="28" y="112"/>
                    <a:pt x="28" y="112"/>
                  </a:cubicBezTo>
                  <a:cubicBezTo>
                    <a:pt x="16" y="99"/>
                    <a:pt x="16" y="99"/>
                    <a:pt x="16" y="99"/>
                  </a:cubicBezTo>
                  <a:cubicBezTo>
                    <a:pt x="23" y="92"/>
                    <a:pt x="23" y="92"/>
                    <a:pt x="23" y="92"/>
                  </a:cubicBezTo>
                  <a:cubicBezTo>
                    <a:pt x="21" y="88"/>
                    <a:pt x="21" y="88"/>
                    <a:pt x="21" y="88"/>
                  </a:cubicBezTo>
                  <a:cubicBezTo>
                    <a:pt x="19" y="85"/>
                    <a:pt x="17" y="81"/>
                    <a:pt x="16" y="77"/>
                  </a:cubicBezTo>
                  <a:cubicBezTo>
                    <a:pt x="15" y="72"/>
                    <a:pt x="15" y="72"/>
                    <a:pt x="15" y="72"/>
                  </a:cubicBezTo>
                  <a:cubicBezTo>
                    <a:pt x="5" y="72"/>
                    <a:pt x="5" y="72"/>
                    <a:pt x="5" y="72"/>
                  </a:cubicBezTo>
                  <a:cubicBezTo>
                    <a:pt x="5" y="55"/>
                    <a:pt x="5" y="55"/>
                    <a:pt x="5" y="55"/>
                  </a:cubicBezTo>
                  <a:cubicBezTo>
                    <a:pt x="15" y="55"/>
                    <a:pt x="15" y="55"/>
                    <a:pt x="15" y="55"/>
                  </a:cubicBezTo>
                  <a:cubicBezTo>
                    <a:pt x="16" y="50"/>
                    <a:pt x="16" y="50"/>
                    <a:pt x="16" y="50"/>
                  </a:cubicBezTo>
                  <a:cubicBezTo>
                    <a:pt x="17" y="46"/>
                    <a:pt x="19" y="43"/>
                    <a:pt x="21" y="39"/>
                  </a:cubicBezTo>
                  <a:cubicBezTo>
                    <a:pt x="23" y="35"/>
                    <a:pt x="23" y="35"/>
                    <a:pt x="23" y="35"/>
                  </a:cubicBezTo>
                  <a:cubicBezTo>
                    <a:pt x="16" y="28"/>
                    <a:pt x="16" y="28"/>
                    <a:pt x="16" y="28"/>
                  </a:cubicBezTo>
                  <a:cubicBezTo>
                    <a:pt x="28" y="15"/>
                    <a:pt x="28" y="15"/>
                    <a:pt x="28" y="15"/>
                  </a:cubicBezTo>
                  <a:cubicBezTo>
                    <a:pt x="36" y="23"/>
                    <a:pt x="36" y="23"/>
                    <a:pt x="36" y="23"/>
                  </a:cubicBezTo>
                  <a:cubicBezTo>
                    <a:pt x="40" y="20"/>
                    <a:pt x="40" y="20"/>
                    <a:pt x="40" y="20"/>
                  </a:cubicBezTo>
                  <a:cubicBezTo>
                    <a:pt x="43" y="18"/>
                    <a:pt x="47" y="17"/>
                    <a:pt x="51" y="16"/>
                  </a:cubicBezTo>
                  <a:cubicBezTo>
                    <a:pt x="55" y="15"/>
                    <a:pt x="55" y="15"/>
                    <a:pt x="55" y="15"/>
                  </a:cubicBezTo>
                  <a:cubicBezTo>
                    <a:pt x="55" y="4"/>
                    <a:pt x="55" y="4"/>
                    <a:pt x="55" y="4"/>
                  </a:cubicBezTo>
                  <a:cubicBezTo>
                    <a:pt x="73" y="4"/>
                    <a:pt x="73" y="4"/>
                    <a:pt x="73" y="4"/>
                  </a:cubicBezTo>
                  <a:cubicBezTo>
                    <a:pt x="73" y="15"/>
                    <a:pt x="73" y="15"/>
                    <a:pt x="73" y="15"/>
                  </a:cubicBezTo>
                  <a:cubicBezTo>
                    <a:pt x="77" y="16"/>
                    <a:pt x="77" y="16"/>
                    <a:pt x="77" y="16"/>
                  </a:cubicBezTo>
                  <a:cubicBezTo>
                    <a:pt x="81" y="17"/>
                    <a:pt x="85" y="18"/>
                    <a:pt x="88" y="20"/>
                  </a:cubicBezTo>
                  <a:cubicBezTo>
                    <a:pt x="92" y="23"/>
                    <a:pt x="92" y="23"/>
                    <a:pt x="92" y="23"/>
                  </a:cubicBezTo>
                  <a:cubicBezTo>
                    <a:pt x="100" y="15"/>
                    <a:pt x="100" y="15"/>
                    <a:pt x="100" y="15"/>
                  </a:cubicBezTo>
                  <a:cubicBezTo>
                    <a:pt x="112" y="28"/>
                    <a:pt x="112" y="28"/>
                    <a:pt x="112" y="28"/>
                  </a:cubicBezTo>
                  <a:cubicBezTo>
                    <a:pt x="105" y="35"/>
                    <a:pt x="105" y="35"/>
                    <a:pt x="105" y="35"/>
                  </a:cubicBezTo>
                  <a:cubicBezTo>
                    <a:pt x="107" y="39"/>
                    <a:pt x="107" y="39"/>
                    <a:pt x="107" y="39"/>
                  </a:cubicBezTo>
                  <a:cubicBezTo>
                    <a:pt x="109" y="43"/>
                    <a:pt x="111" y="46"/>
                    <a:pt x="112" y="50"/>
                  </a:cubicBezTo>
                  <a:cubicBezTo>
                    <a:pt x="113" y="55"/>
                    <a:pt x="113" y="55"/>
                    <a:pt x="113" y="55"/>
                  </a:cubicBezTo>
                  <a:cubicBezTo>
                    <a:pt x="123" y="55"/>
                    <a:pt x="123" y="55"/>
                    <a:pt x="123" y="55"/>
                  </a:cubicBezTo>
                  <a:cubicBezTo>
                    <a:pt x="123" y="72"/>
                    <a:pt x="123" y="72"/>
                    <a:pt x="123" y="72"/>
                  </a:cubicBezTo>
                  <a:cubicBezTo>
                    <a:pt x="113" y="72"/>
                    <a:pt x="113" y="72"/>
                    <a:pt x="113" y="72"/>
                  </a:cubicBezTo>
                  <a:cubicBezTo>
                    <a:pt x="112" y="77"/>
                    <a:pt x="112" y="77"/>
                    <a:pt x="112" y="77"/>
                  </a:cubicBezTo>
                  <a:cubicBezTo>
                    <a:pt x="111" y="81"/>
                    <a:pt x="109" y="85"/>
                    <a:pt x="107" y="88"/>
                  </a:cubicBezTo>
                  <a:cubicBezTo>
                    <a:pt x="105" y="92"/>
                    <a:pt x="105" y="92"/>
                    <a:pt x="105" y="92"/>
                  </a:cubicBezTo>
                  <a:lnTo>
                    <a:pt x="112" y="99"/>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微软雅黑"/>
                <a:ea typeface="微软雅黑"/>
              </a:endParaRPr>
            </a:p>
          </p:txBody>
        </p:sp>
        <p:sp>
          <p:nvSpPr>
            <p:cNvPr id="54" name="Freeform 49">
              <a:extLst>
                <a:ext uri="{FF2B5EF4-FFF2-40B4-BE49-F238E27FC236}">
                  <a16:creationId xmlns:a16="http://schemas.microsoft.com/office/drawing/2014/main" id="{73A1420C-2E8A-4C7E-BACD-CF38B3EE028A}"/>
                </a:ext>
              </a:extLst>
            </p:cNvPr>
            <p:cNvSpPr>
              <a:spLocks noEditPoints="1"/>
            </p:cNvSpPr>
            <p:nvPr/>
          </p:nvSpPr>
          <p:spPr bwMode="auto">
            <a:xfrm>
              <a:off x="714375" y="5264160"/>
              <a:ext cx="184150" cy="184150"/>
            </a:xfrm>
            <a:custGeom>
              <a:avLst/>
              <a:gdLst>
                <a:gd name="T0" fmla="*/ 25 w 49"/>
                <a:gd name="T1" fmla="*/ 0 h 49"/>
                <a:gd name="T2" fmla="*/ 0 w 49"/>
                <a:gd name="T3" fmla="*/ 25 h 49"/>
                <a:gd name="T4" fmla="*/ 25 w 49"/>
                <a:gd name="T5" fmla="*/ 49 h 49"/>
                <a:gd name="T6" fmla="*/ 49 w 49"/>
                <a:gd name="T7" fmla="*/ 25 h 49"/>
                <a:gd name="T8" fmla="*/ 25 w 49"/>
                <a:gd name="T9" fmla="*/ 0 h 49"/>
                <a:gd name="T10" fmla="*/ 39 w 49"/>
                <a:gd name="T11" fmla="*/ 39 h 49"/>
                <a:gd name="T12" fmla="*/ 25 w 49"/>
                <a:gd name="T13" fmla="*/ 45 h 49"/>
                <a:gd name="T14" fmla="*/ 11 w 49"/>
                <a:gd name="T15" fmla="*/ 39 h 49"/>
                <a:gd name="T16" fmla="*/ 5 w 49"/>
                <a:gd name="T17" fmla="*/ 25 h 49"/>
                <a:gd name="T18" fmla="*/ 11 w 49"/>
                <a:gd name="T19" fmla="*/ 10 h 49"/>
                <a:gd name="T20" fmla="*/ 25 w 49"/>
                <a:gd name="T21" fmla="*/ 5 h 49"/>
                <a:gd name="T22" fmla="*/ 39 w 49"/>
                <a:gd name="T23" fmla="*/ 10 h 49"/>
                <a:gd name="T24" fmla="*/ 45 w 49"/>
                <a:gd name="T25" fmla="*/ 25 h 49"/>
                <a:gd name="T26" fmla="*/ 39 w 49"/>
                <a:gd name="T27" fmla="*/ 39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9" h="49">
                  <a:moveTo>
                    <a:pt x="25" y="0"/>
                  </a:moveTo>
                  <a:cubicBezTo>
                    <a:pt x="11" y="0"/>
                    <a:pt x="0" y="11"/>
                    <a:pt x="0" y="25"/>
                  </a:cubicBezTo>
                  <a:cubicBezTo>
                    <a:pt x="0" y="38"/>
                    <a:pt x="11" y="49"/>
                    <a:pt x="25" y="49"/>
                  </a:cubicBezTo>
                  <a:cubicBezTo>
                    <a:pt x="38" y="49"/>
                    <a:pt x="49" y="38"/>
                    <a:pt x="49" y="25"/>
                  </a:cubicBezTo>
                  <a:cubicBezTo>
                    <a:pt x="49" y="11"/>
                    <a:pt x="38" y="0"/>
                    <a:pt x="25" y="0"/>
                  </a:cubicBezTo>
                  <a:close/>
                  <a:moveTo>
                    <a:pt x="39" y="39"/>
                  </a:moveTo>
                  <a:cubicBezTo>
                    <a:pt x="35" y="43"/>
                    <a:pt x="30" y="45"/>
                    <a:pt x="25" y="45"/>
                  </a:cubicBezTo>
                  <a:cubicBezTo>
                    <a:pt x="20" y="45"/>
                    <a:pt x="15" y="43"/>
                    <a:pt x="11" y="39"/>
                  </a:cubicBezTo>
                  <a:cubicBezTo>
                    <a:pt x="7" y="35"/>
                    <a:pt x="5" y="30"/>
                    <a:pt x="5" y="25"/>
                  </a:cubicBezTo>
                  <a:cubicBezTo>
                    <a:pt x="5" y="19"/>
                    <a:pt x="7" y="14"/>
                    <a:pt x="11" y="10"/>
                  </a:cubicBezTo>
                  <a:cubicBezTo>
                    <a:pt x="15" y="7"/>
                    <a:pt x="20" y="5"/>
                    <a:pt x="25" y="5"/>
                  </a:cubicBezTo>
                  <a:cubicBezTo>
                    <a:pt x="30" y="5"/>
                    <a:pt x="35" y="7"/>
                    <a:pt x="39" y="10"/>
                  </a:cubicBezTo>
                  <a:cubicBezTo>
                    <a:pt x="43" y="14"/>
                    <a:pt x="45" y="19"/>
                    <a:pt x="45" y="25"/>
                  </a:cubicBezTo>
                  <a:cubicBezTo>
                    <a:pt x="45" y="30"/>
                    <a:pt x="43" y="35"/>
                    <a:pt x="39" y="39"/>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微软雅黑"/>
                <a:ea typeface="微软雅黑"/>
              </a:endParaRPr>
            </a:p>
          </p:txBody>
        </p:sp>
      </p:grpSp>
      <p:grpSp>
        <p:nvGrpSpPr>
          <p:cNvPr id="55" name="组合 54">
            <a:extLst>
              <a:ext uri="{FF2B5EF4-FFF2-40B4-BE49-F238E27FC236}">
                <a16:creationId xmlns:a16="http://schemas.microsoft.com/office/drawing/2014/main" id="{8D4B2B73-99CD-49D7-8EC8-6EA2246559E3}"/>
              </a:ext>
            </a:extLst>
          </p:cNvPr>
          <p:cNvGrpSpPr/>
          <p:nvPr/>
        </p:nvGrpSpPr>
        <p:grpSpPr>
          <a:xfrm>
            <a:off x="5465260" y="1363240"/>
            <a:ext cx="468000" cy="468000"/>
            <a:chOff x="1528763" y="1266827"/>
            <a:chExt cx="481013" cy="481013"/>
          </a:xfrm>
          <a:solidFill>
            <a:schemeClr val="accent4"/>
          </a:solidFill>
        </p:grpSpPr>
        <p:sp>
          <p:nvSpPr>
            <p:cNvPr id="56" name="Freeform 146">
              <a:extLst>
                <a:ext uri="{FF2B5EF4-FFF2-40B4-BE49-F238E27FC236}">
                  <a16:creationId xmlns:a16="http://schemas.microsoft.com/office/drawing/2014/main" id="{E2547C51-D26C-420C-9DAF-8EF84EA51A25}"/>
                </a:ext>
              </a:extLst>
            </p:cNvPr>
            <p:cNvSpPr>
              <a:spLocks/>
            </p:cNvSpPr>
            <p:nvPr/>
          </p:nvSpPr>
          <p:spPr bwMode="auto">
            <a:xfrm>
              <a:off x="1762125" y="1620840"/>
              <a:ext cx="14288" cy="127000"/>
            </a:xfrm>
            <a:custGeom>
              <a:avLst/>
              <a:gdLst>
                <a:gd name="T0" fmla="*/ 2 w 4"/>
                <a:gd name="T1" fmla="*/ 0 h 34"/>
                <a:gd name="T2" fmla="*/ 0 w 4"/>
                <a:gd name="T3" fmla="*/ 2 h 34"/>
                <a:gd name="T4" fmla="*/ 0 w 4"/>
                <a:gd name="T5" fmla="*/ 32 h 34"/>
                <a:gd name="T6" fmla="*/ 2 w 4"/>
                <a:gd name="T7" fmla="*/ 34 h 34"/>
                <a:gd name="T8" fmla="*/ 4 w 4"/>
                <a:gd name="T9" fmla="*/ 32 h 34"/>
                <a:gd name="T10" fmla="*/ 4 w 4"/>
                <a:gd name="T11" fmla="*/ 2 h 34"/>
                <a:gd name="T12" fmla="*/ 2 w 4"/>
                <a:gd name="T13" fmla="*/ 0 h 34"/>
              </a:gdLst>
              <a:ahLst/>
              <a:cxnLst>
                <a:cxn ang="0">
                  <a:pos x="T0" y="T1"/>
                </a:cxn>
                <a:cxn ang="0">
                  <a:pos x="T2" y="T3"/>
                </a:cxn>
                <a:cxn ang="0">
                  <a:pos x="T4" y="T5"/>
                </a:cxn>
                <a:cxn ang="0">
                  <a:pos x="T6" y="T7"/>
                </a:cxn>
                <a:cxn ang="0">
                  <a:pos x="T8" y="T9"/>
                </a:cxn>
                <a:cxn ang="0">
                  <a:pos x="T10" y="T11"/>
                </a:cxn>
                <a:cxn ang="0">
                  <a:pos x="T12" y="T13"/>
                </a:cxn>
              </a:cxnLst>
              <a:rect l="0" t="0" r="r" b="b"/>
              <a:pathLst>
                <a:path w="4" h="34">
                  <a:moveTo>
                    <a:pt x="2" y="0"/>
                  </a:moveTo>
                  <a:cubicBezTo>
                    <a:pt x="1" y="0"/>
                    <a:pt x="0" y="1"/>
                    <a:pt x="0" y="2"/>
                  </a:cubicBezTo>
                  <a:cubicBezTo>
                    <a:pt x="0" y="32"/>
                    <a:pt x="0" y="32"/>
                    <a:pt x="0" y="32"/>
                  </a:cubicBezTo>
                  <a:cubicBezTo>
                    <a:pt x="0" y="33"/>
                    <a:pt x="1" y="34"/>
                    <a:pt x="2" y="34"/>
                  </a:cubicBezTo>
                  <a:cubicBezTo>
                    <a:pt x="3" y="34"/>
                    <a:pt x="4" y="33"/>
                    <a:pt x="4" y="32"/>
                  </a:cubicBezTo>
                  <a:cubicBezTo>
                    <a:pt x="4" y="2"/>
                    <a:pt x="4" y="2"/>
                    <a:pt x="4" y="2"/>
                  </a:cubicBezTo>
                  <a:cubicBezTo>
                    <a:pt x="4" y="1"/>
                    <a:pt x="3" y="0"/>
                    <a:pt x="2"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微软雅黑"/>
                <a:ea typeface="微软雅黑"/>
              </a:endParaRPr>
            </a:p>
          </p:txBody>
        </p:sp>
        <p:sp>
          <p:nvSpPr>
            <p:cNvPr id="57" name="Freeform 147">
              <a:extLst>
                <a:ext uri="{FF2B5EF4-FFF2-40B4-BE49-F238E27FC236}">
                  <a16:creationId xmlns:a16="http://schemas.microsoft.com/office/drawing/2014/main" id="{0294D24E-3396-410D-840D-73DE7D31FFC4}"/>
                </a:ext>
              </a:extLst>
            </p:cNvPr>
            <p:cNvSpPr>
              <a:spLocks/>
            </p:cNvSpPr>
            <p:nvPr/>
          </p:nvSpPr>
          <p:spPr bwMode="auto">
            <a:xfrm>
              <a:off x="1762125" y="1266827"/>
              <a:ext cx="14288" cy="128588"/>
            </a:xfrm>
            <a:custGeom>
              <a:avLst/>
              <a:gdLst>
                <a:gd name="T0" fmla="*/ 2 w 4"/>
                <a:gd name="T1" fmla="*/ 0 h 34"/>
                <a:gd name="T2" fmla="*/ 0 w 4"/>
                <a:gd name="T3" fmla="*/ 2 h 34"/>
                <a:gd name="T4" fmla="*/ 0 w 4"/>
                <a:gd name="T5" fmla="*/ 32 h 34"/>
                <a:gd name="T6" fmla="*/ 2 w 4"/>
                <a:gd name="T7" fmla="*/ 34 h 34"/>
                <a:gd name="T8" fmla="*/ 4 w 4"/>
                <a:gd name="T9" fmla="*/ 32 h 34"/>
                <a:gd name="T10" fmla="*/ 4 w 4"/>
                <a:gd name="T11" fmla="*/ 2 h 34"/>
                <a:gd name="T12" fmla="*/ 2 w 4"/>
                <a:gd name="T13" fmla="*/ 0 h 34"/>
              </a:gdLst>
              <a:ahLst/>
              <a:cxnLst>
                <a:cxn ang="0">
                  <a:pos x="T0" y="T1"/>
                </a:cxn>
                <a:cxn ang="0">
                  <a:pos x="T2" y="T3"/>
                </a:cxn>
                <a:cxn ang="0">
                  <a:pos x="T4" y="T5"/>
                </a:cxn>
                <a:cxn ang="0">
                  <a:pos x="T6" y="T7"/>
                </a:cxn>
                <a:cxn ang="0">
                  <a:pos x="T8" y="T9"/>
                </a:cxn>
                <a:cxn ang="0">
                  <a:pos x="T10" y="T11"/>
                </a:cxn>
                <a:cxn ang="0">
                  <a:pos x="T12" y="T13"/>
                </a:cxn>
              </a:cxnLst>
              <a:rect l="0" t="0" r="r" b="b"/>
              <a:pathLst>
                <a:path w="4" h="34">
                  <a:moveTo>
                    <a:pt x="2" y="0"/>
                  </a:moveTo>
                  <a:cubicBezTo>
                    <a:pt x="1" y="0"/>
                    <a:pt x="0" y="1"/>
                    <a:pt x="0" y="2"/>
                  </a:cubicBezTo>
                  <a:cubicBezTo>
                    <a:pt x="0" y="32"/>
                    <a:pt x="0" y="32"/>
                    <a:pt x="0" y="32"/>
                  </a:cubicBezTo>
                  <a:cubicBezTo>
                    <a:pt x="0" y="33"/>
                    <a:pt x="1" y="34"/>
                    <a:pt x="2" y="34"/>
                  </a:cubicBezTo>
                  <a:cubicBezTo>
                    <a:pt x="3" y="34"/>
                    <a:pt x="4" y="33"/>
                    <a:pt x="4" y="32"/>
                  </a:cubicBezTo>
                  <a:cubicBezTo>
                    <a:pt x="4" y="2"/>
                    <a:pt x="4" y="2"/>
                    <a:pt x="4" y="2"/>
                  </a:cubicBezTo>
                  <a:cubicBezTo>
                    <a:pt x="4" y="1"/>
                    <a:pt x="3" y="0"/>
                    <a:pt x="2"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微软雅黑"/>
                <a:ea typeface="微软雅黑"/>
              </a:endParaRPr>
            </a:p>
          </p:txBody>
        </p:sp>
        <p:sp>
          <p:nvSpPr>
            <p:cNvPr id="58" name="Freeform 148">
              <a:extLst>
                <a:ext uri="{FF2B5EF4-FFF2-40B4-BE49-F238E27FC236}">
                  <a16:creationId xmlns:a16="http://schemas.microsoft.com/office/drawing/2014/main" id="{59A9065F-A9F7-448E-AA73-7D6C795A83E2}"/>
                </a:ext>
              </a:extLst>
            </p:cNvPr>
            <p:cNvSpPr>
              <a:spLocks/>
            </p:cNvSpPr>
            <p:nvPr/>
          </p:nvSpPr>
          <p:spPr bwMode="auto">
            <a:xfrm>
              <a:off x="1528763" y="1500190"/>
              <a:ext cx="127000" cy="14288"/>
            </a:xfrm>
            <a:custGeom>
              <a:avLst/>
              <a:gdLst>
                <a:gd name="T0" fmla="*/ 34 w 34"/>
                <a:gd name="T1" fmla="*/ 2 h 4"/>
                <a:gd name="T2" fmla="*/ 32 w 34"/>
                <a:gd name="T3" fmla="*/ 0 h 4"/>
                <a:gd name="T4" fmla="*/ 2 w 34"/>
                <a:gd name="T5" fmla="*/ 0 h 4"/>
                <a:gd name="T6" fmla="*/ 0 w 34"/>
                <a:gd name="T7" fmla="*/ 2 h 4"/>
                <a:gd name="T8" fmla="*/ 2 w 34"/>
                <a:gd name="T9" fmla="*/ 4 h 4"/>
                <a:gd name="T10" fmla="*/ 32 w 34"/>
                <a:gd name="T11" fmla="*/ 4 h 4"/>
                <a:gd name="T12" fmla="*/ 34 w 34"/>
                <a:gd name="T13" fmla="*/ 2 h 4"/>
              </a:gdLst>
              <a:ahLst/>
              <a:cxnLst>
                <a:cxn ang="0">
                  <a:pos x="T0" y="T1"/>
                </a:cxn>
                <a:cxn ang="0">
                  <a:pos x="T2" y="T3"/>
                </a:cxn>
                <a:cxn ang="0">
                  <a:pos x="T4" y="T5"/>
                </a:cxn>
                <a:cxn ang="0">
                  <a:pos x="T6" y="T7"/>
                </a:cxn>
                <a:cxn ang="0">
                  <a:pos x="T8" y="T9"/>
                </a:cxn>
                <a:cxn ang="0">
                  <a:pos x="T10" y="T11"/>
                </a:cxn>
                <a:cxn ang="0">
                  <a:pos x="T12" y="T13"/>
                </a:cxn>
              </a:cxnLst>
              <a:rect l="0" t="0" r="r" b="b"/>
              <a:pathLst>
                <a:path w="34" h="4">
                  <a:moveTo>
                    <a:pt x="34" y="2"/>
                  </a:moveTo>
                  <a:cubicBezTo>
                    <a:pt x="34" y="1"/>
                    <a:pt x="33" y="0"/>
                    <a:pt x="32" y="0"/>
                  </a:cubicBezTo>
                  <a:cubicBezTo>
                    <a:pt x="2" y="0"/>
                    <a:pt x="2" y="0"/>
                    <a:pt x="2" y="0"/>
                  </a:cubicBezTo>
                  <a:cubicBezTo>
                    <a:pt x="1" y="0"/>
                    <a:pt x="0" y="1"/>
                    <a:pt x="0" y="2"/>
                  </a:cubicBezTo>
                  <a:cubicBezTo>
                    <a:pt x="0" y="3"/>
                    <a:pt x="1" y="4"/>
                    <a:pt x="2" y="4"/>
                  </a:cubicBezTo>
                  <a:cubicBezTo>
                    <a:pt x="32" y="4"/>
                    <a:pt x="32" y="4"/>
                    <a:pt x="32" y="4"/>
                  </a:cubicBezTo>
                  <a:cubicBezTo>
                    <a:pt x="33" y="4"/>
                    <a:pt x="34" y="3"/>
                    <a:pt x="34" y="2"/>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微软雅黑"/>
                <a:ea typeface="微软雅黑"/>
              </a:endParaRPr>
            </a:p>
          </p:txBody>
        </p:sp>
        <p:sp>
          <p:nvSpPr>
            <p:cNvPr id="59" name="Freeform 149">
              <a:extLst>
                <a:ext uri="{FF2B5EF4-FFF2-40B4-BE49-F238E27FC236}">
                  <a16:creationId xmlns:a16="http://schemas.microsoft.com/office/drawing/2014/main" id="{43FC9395-FD03-4ABB-A32E-F887A21B8F5A}"/>
                </a:ext>
              </a:extLst>
            </p:cNvPr>
            <p:cNvSpPr>
              <a:spLocks/>
            </p:cNvSpPr>
            <p:nvPr/>
          </p:nvSpPr>
          <p:spPr bwMode="auto">
            <a:xfrm>
              <a:off x="1881188" y="1500190"/>
              <a:ext cx="128588" cy="14288"/>
            </a:xfrm>
            <a:custGeom>
              <a:avLst/>
              <a:gdLst>
                <a:gd name="T0" fmla="*/ 32 w 34"/>
                <a:gd name="T1" fmla="*/ 0 h 4"/>
                <a:gd name="T2" fmla="*/ 2 w 34"/>
                <a:gd name="T3" fmla="*/ 0 h 4"/>
                <a:gd name="T4" fmla="*/ 0 w 34"/>
                <a:gd name="T5" fmla="*/ 2 h 4"/>
                <a:gd name="T6" fmla="*/ 2 w 34"/>
                <a:gd name="T7" fmla="*/ 4 h 4"/>
                <a:gd name="T8" fmla="*/ 32 w 34"/>
                <a:gd name="T9" fmla="*/ 4 h 4"/>
                <a:gd name="T10" fmla="*/ 34 w 34"/>
                <a:gd name="T11" fmla="*/ 2 h 4"/>
                <a:gd name="T12" fmla="*/ 32 w 34"/>
                <a:gd name="T13" fmla="*/ 0 h 4"/>
              </a:gdLst>
              <a:ahLst/>
              <a:cxnLst>
                <a:cxn ang="0">
                  <a:pos x="T0" y="T1"/>
                </a:cxn>
                <a:cxn ang="0">
                  <a:pos x="T2" y="T3"/>
                </a:cxn>
                <a:cxn ang="0">
                  <a:pos x="T4" y="T5"/>
                </a:cxn>
                <a:cxn ang="0">
                  <a:pos x="T6" y="T7"/>
                </a:cxn>
                <a:cxn ang="0">
                  <a:pos x="T8" y="T9"/>
                </a:cxn>
                <a:cxn ang="0">
                  <a:pos x="T10" y="T11"/>
                </a:cxn>
                <a:cxn ang="0">
                  <a:pos x="T12" y="T13"/>
                </a:cxn>
              </a:cxnLst>
              <a:rect l="0" t="0" r="r" b="b"/>
              <a:pathLst>
                <a:path w="34" h="4">
                  <a:moveTo>
                    <a:pt x="32" y="0"/>
                  </a:moveTo>
                  <a:cubicBezTo>
                    <a:pt x="2" y="0"/>
                    <a:pt x="2" y="0"/>
                    <a:pt x="2" y="0"/>
                  </a:cubicBezTo>
                  <a:cubicBezTo>
                    <a:pt x="1" y="0"/>
                    <a:pt x="0" y="1"/>
                    <a:pt x="0" y="2"/>
                  </a:cubicBezTo>
                  <a:cubicBezTo>
                    <a:pt x="0" y="3"/>
                    <a:pt x="1" y="4"/>
                    <a:pt x="2" y="4"/>
                  </a:cubicBezTo>
                  <a:cubicBezTo>
                    <a:pt x="32" y="4"/>
                    <a:pt x="32" y="4"/>
                    <a:pt x="32" y="4"/>
                  </a:cubicBezTo>
                  <a:cubicBezTo>
                    <a:pt x="33" y="4"/>
                    <a:pt x="34" y="3"/>
                    <a:pt x="34" y="2"/>
                  </a:cubicBezTo>
                  <a:cubicBezTo>
                    <a:pt x="34" y="1"/>
                    <a:pt x="33" y="0"/>
                    <a:pt x="32"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微软雅黑"/>
                <a:ea typeface="微软雅黑"/>
              </a:endParaRPr>
            </a:p>
          </p:txBody>
        </p:sp>
        <p:sp>
          <p:nvSpPr>
            <p:cNvPr id="60" name="Freeform 150">
              <a:extLst>
                <a:ext uri="{FF2B5EF4-FFF2-40B4-BE49-F238E27FC236}">
                  <a16:creationId xmlns:a16="http://schemas.microsoft.com/office/drawing/2014/main" id="{CF5CB994-6A0E-494F-957D-1D85B873F74F}"/>
                </a:ext>
              </a:extLst>
            </p:cNvPr>
            <p:cNvSpPr>
              <a:spLocks/>
            </p:cNvSpPr>
            <p:nvPr/>
          </p:nvSpPr>
          <p:spPr bwMode="auto">
            <a:xfrm>
              <a:off x="1820863" y="1604965"/>
              <a:ext cx="71438" cy="112713"/>
            </a:xfrm>
            <a:custGeom>
              <a:avLst/>
              <a:gdLst>
                <a:gd name="T0" fmla="*/ 4 w 19"/>
                <a:gd name="T1" fmla="*/ 1 h 30"/>
                <a:gd name="T2" fmla="*/ 2 w 19"/>
                <a:gd name="T3" fmla="*/ 0 h 30"/>
                <a:gd name="T4" fmla="*/ 1 w 19"/>
                <a:gd name="T5" fmla="*/ 0 h 30"/>
                <a:gd name="T6" fmla="*/ 0 w 19"/>
                <a:gd name="T7" fmla="*/ 1 h 30"/>
                <a:gd name="T8" fmla="*/ 0 w 19"/>
                <a:gd name="T9" fmla="*/ 3 h 30"/>
                <a:gd name="T10" fmla="*/ 15 w 19"/>
                <a:gd name="T11" fmla="*/ 29 h 30"/>
                <a:gd name="T12" fmla="*/ 18 w 19"/>
                <a:gd name="T13" fmla="*/ 30 h 30"/>
                <a:gd name="T14" fmla="*/ 19 w 19"/>
                <a:gd name="T15" fmla="*/ 26 h 30"/>
                <a:gd name="T16" fmla="*/ 4 w 19"/>
                <a:gd name="T17" fmla="*/ 1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 h="30">
                  <a:moveTo>
                    <a:pt x="4" y="1"/>
                  </a:moveTo>
                  <a:cubicBezTo>
                    <a:pt x="4" y="0"/>
                    <a:pt x="3" y="0"/>
                    <a:pt x="2" y="0"/>
                  </a:cubicBezTo>
                  <a:cubicBezTo>
                    <a:pt x="2" y="0"/>
                    <a:pt x="1" y="0"/>
                    <a:pt x="1" y="0"/>
                  </a:cubicBezTo>
                  <a:cubicBezTo>
                    <a:pt x="0" y="0"/>
                    <a:pt x="0" y="1"/>
                    <a:pt x="0" y="1"/>
                  </a:cubicBezTo>
                  <a:cubicBezTo>
                    <a:pt x="0" y="2"/>
                    <a:pt x="0" y="2"/>
                    <a:pt x="0" y="3"/>
                  </a:cubicBezTo>
                  <a:cubicBezTo>
                    <a:pt x="15" y="29"/>
                    <a:pt x="15" y="29"/>
                    <a:pt x="15" y="29"/>
                  </a:cubicBezTo>
                  <a:cubicBezTo>
                    <a:pt x="15" y="30"/>
                    <a:pt x="17" y="30"/>
                    <a:pt x="18" y="30"/>
                  </a:cubicBezTo>
                  <a:cubicBezTo>
                    <a:pt x="19" y="29"/>
                    <a:pt x="19" y="27"/>
                    <a:pt x="19" y="26"/>
                  </a:cubicBezTo>
                  <a:lnTo>
                    <a:pt x="4" y="1"/>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微软雅黑"/>
                <a:ea typeface="微软雅黑"/>
              </a:endParaRPr>
            </a:p>
          </p:txBody>
        </p:sp>
        <p:sp>
          <p:nvSpPr>
            <p:cNvPr id="61" name="Freeform 151">
              <a:extLst>
                <a:ext uri="{FF2B5EF4-FFF2-40B4-BE49-F238E27FC236}">
                  <a16:creationId xmlns:a16="http://schemas.microsoft.com/office/drawing/2014/main" id="{2EBA7636-7ED6-46FA-AD0D-6934C3991C04}"/>
                </a:ext>
              </a:extLst>
            </p:cNvPr>
            <p:cNvSpPr>
              <a:spLocks/>
            </p:cNvSpPr>
            <p:nvPr/>
          </p:nvSpPr>
          <p:spPr bwMode="auto">
            <a:xfrm>
              <a:off x="1644650" y="1296989"/>
              <a:ext cx="76200" cy="115888"/>
            </a:xfrm>
            <a:custGeom>
              <a:avLst/>
              <a:gdLst>
                <a:gd name="T0" fmla="*/ 4 w 20"/>
                <a:gd name="T1" fmla="*/ 2 h 31"/>
                <a:gd name="T2" fmla="*/ 2 w 20"/>
                <a:gd name="T3" fmla="*/ 0 h 31"/>
                <a:gd name="T4" fmla="*/ 1 w 20"/>
                <a:gd name="T5" fmla="*/ 1 h 31"/>
                <a:gd name="T6" fmla="*/ 0 w 20"/>
                <a:gd name="T7" fmla="*/ 4 h 31"/>
                <a:gd name="T8" fmla="*/ 15 w 20"/>
                <a:gd name="T9" fmla="*/ 29 h 31"/>
                <a:gd name="T10" fmla="*/ 17 w 20"/>
                <a:gd name="T11" fmla="*/ 31 h 31"/>
                <a:gd name="T12" fmla="*/ 18 w 20"/>
                <a:gd name="T13" fmla="*/ 30 h 31"/>
                <a:gd name="T14" fmla="*/ 19 w 20"/>
                <a:gd name="T15" fmla="*/ 27 h 31"/>
                <a:gd name="T16" fmla="*/ 4 w 20"/>
                <a:gd name="T17" fmla="*/ 2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 h="31">
                  <a:moveTo>
                    <a:pt x="4" y="2"/>
                  </a:moveTo>
                  <a:cubicBezTo>
                    <a:pt x="4" y="1"/>
                    <a:pt x="3" y="0"/>
                    <a:pt x="2" y="0"/>
                  </a:cubicBezTo>
                  <a:cubicBezTo>
                    <a:pt x="2" y="0"/>
                    <a:pt x="1" y="0"/>
                    <a:pt x="1" y="1"/>
                  </a:cubicBezTo>
                  <a:cubicBezTo>
                    <a:pt x="0" y="1"/>
                    <a:pt x="0" y="3"/>
                    <a:pt x="0" y="4"/>
                  </a:cubicBezTo>
                  <a:cubicBezTo>
                    <a:pt x="15" y="29"/>
                    <a:pt x="15" y="29"/>
                    <a:pt x="15" y="29"/>
                  </a:cubicBezTo>
                  <a:cubicBezTo>
                    <a:pt x="15" y="30"/>
                    <a:pt x="16" y="31"/>
                    <a:pt x="17" y="31"/>
                  </a:cubicBezTo>
                  <a:cubicBezTo>
                    <a:pt x="17" y="31"/>
                    <a:pt x="18" y="31"/>
                    <a:pt x="18" y="30"/>
                  </a:cubicBezTo>
                  <a:cubicBezTo>
                    <a:pt x="19" y="30"/>
                    <a:pt x="20" y="28"/>
                    <a:pt x="19" y="27"/>
                  </a:cubicBezTo>
                  <a:lnTo>
                    <a:pt x="4" y="2"/>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微软雅黑"/>
                <a:ea typeface="微软雅黑"/>
              </a:endParaRPr>
            </a:p>
          </p:txBody>
        </p:sp>
        <p:sp>
          <p:nvSpPr>
            <p:cNvPr id="62" name="Freeform 152">
              <a:extLst>
                <a:ext uri="{FF2B5EF4-FFF2-40B4-BE49-F238E27FC236}">
                  <a16:creationId xmlns:a16="http://schemas.microsoft.com/office/drawing/2014/main" id="{DDC891E5-36BE-48CF-9919-FA843C01EA35}"/>
                </a:ext>
              </a:extLst>
            </p:cNvPr>
            <p:cNvSpPr>
              <a:spLocks/>
            </p:cNvSpPr>
            <p:nvPr/>
          </p:nvSpPr>
          <p:spPr bwMode="auto">
            <a:xfrm>
              <a:off x="1558925" y="1560515"/>
              <a:ext cx="115888" cy="74613"/>
            </a:xfrm>
            <a:custGeom>
              <a:avLst/>
              <a:gdLst>
                <a:gd name="T0" fmla="*/ 30 w 31"/>
                <a:gd name="T1" fmla="*/ 1 h 20"/>
                <a:gd name="T2" fmla="*/ 28 w 31"/>
                <a:gd name="T3" fmla="*/ 0 h 20"/>
                <a:gd name="T4" fmla="*/ 27 w 31"/>
                <a:gd name="T5" fmla="*/ 0 h 20"/>
                <a:gd name="T6" fmla="*/ 1 w 31"/>
                <a:gd name="T7" fmla="*/ 15 h 20"/>
                <a:gd name="T8" fmla="*/ 0 w 31"/>
                <a:gd name="T9" fmla="*/ 16 h 20"/>
                <a:gd name="T10" fmla="*/ 1 w 31"/>
                <a:gd name="T11" fmla="*/ 18 h 20"/>
                <a:gd name="T12" fmla="*/ 4 w 31"/>
                <a:gd name="T13" fmla="*/ 19 h 20"/>
                <a:gd name="T14" fmla="*/ 29 w 31"/>
                <a:gd name="T15" fmla="*/ 4 h 20"/>
                <a:gd name="T16" fmla="*/ 30 w 31"/>
                <a:gd name="T17" fmla="*/ 1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0">
                  <a:moveTo>
                    <a:pt x="30" y="1"/>
                  </a:moveTo>
                  <a:cubicBezTo>
                    <a:pt x="30" y="0"/>
                    <a:pt x="29" y="0"/>
                    <a:pt x="28" y="0"/>
                  </a:cubicBezTo>
                  <a:cubicBezTo>
                    <a:pt x="28" y="0"/>
                    <a:pt x="27" y="0"/>
                    <a:pt x="27" y="0"/>
                  </a:cubicBezTo>
                  <a:cubicBezTo>
                    <a:pt x="1" y="15"/>
                    <a:pt x="1" y="15"/>
                    <a:pt x="1" y="15"/>
                  </a:cubicBezTo>
                  <a:cubicBezTo>
                    <a:pt x="1" y="15"/>
                    <a:pt x="1" y="16"/>
                    <a:pt x="0" y="16"/>
                  </a:cubicBezTo>
                  <a:cubicBezTo>
                    <a:pt x="0" y="17"/>
                    <a:pt x="0" y="18"/>
                    <a:pt x="1" y="18"/>
                  </a:cubicBezTo>
                  <a:cubicBezTo>
                    <a:pt x="1" y="19"/>
                    <a:pt x="3" y="20"/>
                    <a:pt x="4" y="19"/>
                  </a:cubicBezTo>
                  <a:cubicBezTo>
                    <a:pt x="29" y="4"/>
                    <a:pt x="29" y="4"/>
                    <a:pt x="29" y="4"/>
                  </a:cubicBezTo>
                  <a:cubicBezTo>
                    <a:pt x="30" y="3"/>
                    <a:pt x="31" y="2"/>
                    <a:pt x="30" y="1"/>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微软雅黑"/>
                <a:ea typeface="微软雅黑"/>
              </a:endParaRPr>
            </a:p>
          </p:txBody>
        </p:sp>
        <p:sp>
          <p:nvSpPr>
            <p:cNvPr id="63" name="Freeform 153">
              <a:extLst>
                <a:ext uri="{FF2B5EF4-FFF2-40B4-BE49-F238E27FC236}">
                  <a16:creationId xmlns:a16="http://schemas.microsoft.com/office/drawing/2014/main" id="{AD2EB2A7-1BDC-4E01-BAFF-7FB7F1F27211}"/>
                </a:ext>
              </a:extLst>
            </p:cNvPr>
            <p:cNvSpPr>
              <a:spLocks/>
            </p:cNvSpPr>
            <p:nvPr/>
          </p:nvSpPr>
          <p:spPr bwMode="auto">
            <a:xfrm>
              <a:off x="1862138" y="1382715"/>
              <a:ext cx="117475" cy="76200"/>
            </a:xfrm>
            <a:custGeom>
              <a:avLst/>
              <a:gdLst>
                <a:gd name="T0" fmla="*/ 1 w 31"/>
                <a:gd name="T1" fmla="*/ 16 h 20"/>
                <a:gd name="T2" fmla="*/ 1 w 31"/>
                <a:gd name="T3" fmla="*/ 18 h 20"/>
                <a:gd name="T4" fmla="*/ 4 w 31"/>
                <a:gd name="T5" fmla="*/ 19 h 20"/>
                <a:gd name="T6" fmla="*/ 30 w 31"/>
                <a:gd name="T7" fmla="*/ 4 h 20"/>
                <a:gd name="T8" fmla="*/ 31 w 31"/>
                <a:gd name="T9" fmla="*/ 3 h 20"/>
                <a:gd name="T10" fmla="*/ 30 w 31"/>
                <a:gd name="T11" fmla="*/ 1 h 20"/>
                <a:gd name="T12" fmla="*/ 28 w 31"/>
                <a:gd name="T13" fmla="*/ 0 h 20"/>
                <a:gd name="T14" fmla="*/ 27 w 31"/>
                <a:gd name="T15" fmla="*/ 0 h 20"/>
                <a:gd name="T16" fmla="*/ 2 w 31"/>
                <a:gd name="T17" fmla="*/ 15 h 20"/>
                <a:gd name="T18" fmla="*/ 1 w 31"/>
                <a:gd name="T19" fmla="*/ 16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1" h="20">
                  <a:moveTo>
                    <a:pt x="1" y="16"/>
                  </a:moveTo>
                  <a:cubicBezTo>
                    <a:pt x="0" y="17"/>
                    <a:pt x="0" y="18"/>
                    <a:pt x="1" y="18"/>
                  </a:cubicBezTo>
                  <a:cubicBezTo>
                    <a:pt x="1" y="19"/>
                    <a:pt x="3" y="20"/>
                    <a:pt x="4" y="19"/>
                  </a:cubicBezTo>
                  <a:cubicBezTo>
                    <a:pt x="30" y="4"/>
                    <a:pt x="30" y="4"/>
                    <a:pt x="30" y="4"/>
                  </a:cubicBezTo>
                  <a:cubicBezTo>
                    <a:pt x="30" y="4"/>
                    <a:pt x="30" y="3"/>
                    <a:pt x="31" y="3"/>
                  </a:cubicBezTo>
                  <a:cubicBezTo>
                    <a:pt x="31" y="2"/>
                    <a:pt x="31" y="2"/>
                    <a:pt x="30" y="1"/>
                  </a:cubicBezTo>
                  <a:cubicBezTo>
                    <a:pt x="30" y="0"/>
                    <a:pt x="29" y="0"/>
                    <a:pt x="28" y="0"/>
                  </a:cubicBezTo>
                  <a:cubicBezTo>
                    <a:pt x="28" y="0"/>
                    <a:pt x="28" y="0"/>
                    <a:pt x="27" y="0"/>
                  </a:cubicBezTo>
                  <a:cubicBezTo>
                    <a:pt x="2" y="15"/>
                    <a:pt x="2" y="15"/>
                    <a:pt x="2" y="15"/>
                  </a:cubicBezTo>
                  <a:cubicBezTo>
                    <a:pt x="1" y="15"/>
                    <a:pt x="1" y="16"/>
                    <a:pt x="1" y="16"/>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微软雅黑"/>
                <a:ea typeface="微软雅黑"/>
              </a:endParaRPr>
            </a:p>
          </p:txBody>
        </p:sp>
        <p:sp>
          <p:nvSpPr>
            <p:cNvPr id="64" name="Freeform 154">
              <a:extLst>
                <a:ext uri="{FF2B5EF4-FFF2-40B4-BE49-F238E27FC236}">
                  <a16:creationId xmlns:a16="http://schemas.microsoft.com/office/drawing/2014/main" id="{418F7DA2-5469-4CFB-83C4-F4E0B8906127}"/>
                </a:ext>
              </a:extLst>
            </p:cNvPr>
            <p:cNvSpPr>
              <a:spLocks/>
            </p:cNvSpPr>
            <p:nvPr/>
          </p:nvSpPr>
          <p:spPr bwMode="auto">
            <a:xfrm>
              <a:off x="1862138" y="1560515"/>
              <a:ext cx="117475" cy="74613"/>
            </a:xfrm>
            <a:custGeom>
              <a:avLst/>
              <a:gdLst>
                <a:gd name="T0" fmla="*/ 30 w 31"/>
                <a:gd name="T1" fmla="*/ 15 h 20"/>
                <a:gd name="T2" fmla="*/ 4 w 31"/>
                <a:gd name="T3" fmla="*/ 0 h 20"/>
                <a:gd name="T4" fmla="*/ 3 w 31"/>
                <a:gd name="T5" fmla="*/ 0 h 20"/>
                <a:gd name="T6" fmla="*/ 1 w 31"/>
                <a:gd name="T7" fmla="*/ 1 h 20"/>
                <a:gd name="T8" fmla="*/ 2 w 31"/>
                <a:gd name="T9" fmla="*/ 4 h 20"/>
                <a:gd name="T10" fmla="*/ 27 w 31"/>
                <a:gd name="T11" fmla="*/ 19 h 20"/>
                <a:gd name="T12" fmla="*/ 30 w 31"/>
                <a:gd name="T13" fmla="*/ 18 h 20"/>
                <a:gd name="T14" fmla="*/ 30 w 31"/>
                <a:gd name="T15" fmla="*/ 15 h 2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1" h="20">
                  <a:moveTo>
                    <a:pt x="30" y="15"/>
                  </a:moveTo>
                  <a:cubicBezTo>
                    <a:pt x="4" y="0"/>
                    <a:pt x="4" y="0"/>
                    <a:pt x="4" y="0"/>
                  </a:cubicBezTo>
                  <a:cubicBezTo>
                    <a:pt x="4" y="0"/>
                    <a:pt x="3" y="0"/>
                    <a:pt x="3" y="0"/>
                  </a:cubicBezTo>
                  <a:cubicBezTo>
                    <a:pt x="2" y="0"/>
                    <a:pt x="1" y="0"/>
                    <a:pt x="1" y="1"/>
                  </a:cubicBezTo>
                  <a:cubicBezTo>
                    <a:pt x="0" y="2"/>
                    <a:pt x="1" y="3"/>
                    <a:pt x="2" y="4"/>
                  </a:cubicBezTo>
                  <a:cubicBezTo>
                    <a:pt x="27" y="19"/>
                    <a:pt x="27" y="19"/>
                    <a:pt x="27" y="19"/>
                  </a:cubicBezTo>
                  <a:cubicBezTo>
                    <a:pt x="28" y="20"/>
                    <a:pt x="30" y="19"/>
                    <a:pt x="30" y="18"/>
                  </a:cubicBezTo>
                  <a:cubicBezTo>
                    <a:pt x="31" y="17"/>
                    <a:pt x="31" y="16"/>
                    <a:pt x="30" y="15"/>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微软雅黑"/>
                <a:ea typeface="微软雅黑"/>
              </a:endParaRPr>
            </a:p>
          </p:txBody>
        </p:sp>
        <p:sp>
          <p:nvSpPr>
            <p:cNvPr id="65" name="Freeform 155">
              <a:extLst>
                <a:ext uri="{FF2B5EF4-FFF2-40B4-BE49-F238E27FC236}">
                  <a16:creationId xmlns:a16="http://schemas.microsoft.com/office/drawing/2014/main" id="{08CC98BD-E6DE-4CE2-B6DD-AEF72F72AA4C}"/>
                </a:ext>
              </a:extLst>
            </p:cNvPr>
            <p:cNvSpPr>
              <a:spLocks/>
            </p:cNvSpPr>
            <p:nvPr/>
          </p:nvSpPr>
          <p:spPr bwMode="auto">
            <a:xfrm>
              <a:off x="1558925" y="1382715"/>
              <a:ext cx="115888" cy="76200"/>
            </a:xfrm>
            <a:custGeom>
              <a:avLst/>
              <a:gdLst>
                <a:gd name="T0" fmla="*/ 1 w 31"/>
                <a:gd name="T1" fmla="*/ 4 h 20"/>
                <a:gd name="T2" fmla="*/ 27 w 31"/>
                <a:gd name="T3" fmla="*/ 19 h 20"/>
                <a:gd name="T4" fmla="*/ 30 w 31"/>
                <a:gd name="T5" fmla="*/ 18 h 20"/>
                <a:gd name="T6" fmla="*/ 30 w 31"/>
                <a:gd name="T7" fmla="*/ 16 h 20"/>
                <a:gd name="T8" fmla="*/ 29 w 31"/>
                <a:gd name="T9" fmla="*/ 15 h 20"/>
                <a:gd name="T10" fmla="*/ 4 w 31"/>
                <a:gd name="T11" fmla="*/ 0 h 20"/>
                <a:gd name="T12" fmla="*/ 3 w 31"/>
                <a:gd name="T13" fmla="*/ 0 h 20"/>
                <a:gd name="T14" fmla="*/ 1 w 31"/>
                <a:gd name="T15" fmla="*/ 1 h 20"/>
                <a:gd name="T16" fmla="*/ 0 w 31"/>
                <a:gd name="T17" fmla="*/ 3 h 20"/>
                <a:gd name="T18" fmla="*/ 1 w 31"/>
                <a:gd name="T19" fmla="*/ 4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1" h="20">
                  <a:moveTo>
                    <a:pt x="1" y="4"/>
                  </a:moveTo>
                  <a:cubicBezTo>
                    <a:pt x="27" y="19"/>
                    <a:pt x="27" y="19"/>
                    <a:pt x="27" y="19"/>
                  </a:cubicBezTo>
                  <a:cubicBezTo>
                    <a:pt x="28" y="20"/>
                    <a:pt x="30" y="19"/>
                    <a:pt x="30" y="18"/>
                  </a:cubicBezTo>
                  <a:cubicBezTo>
                    <a:pt x="31" y="18"/>
                    <a:pt x="31" y="17"/>
                    <a:pt x="30" y="16"/>
                  </a:cubicBezTo>
                  <a:cubicBezTo>
                    <a:pt x="30" y="16"/>
                    <a:pt x="30" y="15"/>
                    <a:pt x="29" y="15"/>
                  </a:cubicBezTo>
                  <a:cubicBezTo>
                    <a:pt x="4" y="0"/>
                    <a:pt x="4" y="0"/>
                    <a:pt x="4" y="0"/>
                  </a:cubicBezTo>
                  <a:cubicBezTo>
                    <a:pt x="3" y="0"/>
                    <a:pt x="3" y="0"/>
                    <a:pt x="3" y="0"/>
                  </a:cubicBezTo>
                  <a:cubicBezTo>
                    <a:pt x="2" y="0"/>
                    <a:pt x="1" y="0"/>
                    <a:pt x="1" y="1"/>
                  </a:cubicBezTo>
                  <a:cubicBezTo>
                    <a:pt x="0" y="2"/>
                    <a:pt x="0" y="2"/>
                    <a:pt x="0" y="3"/>
                  </a:cubicBezTo>
                  <a:cubicBezTo>
                    <a:pt x="1" y="3"/>
                    <a:pt x="1" y="4"/>
                    <a:pt x="1" y="4"/>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微软雅黑"/>
                <a:ea typeface="微软雅黑"/>
              </a:endParaRPr>
            </a:p>
          </p:txBody>
        </p:sp>
        <p:sp>
          <p:nvSpPr>
            <p:cNvPr id="66" name="Freeform 156">
              <a:extLst>
                <a:ext uri="{FF2B5EF4-FFF2-40B4-BE49-F238E27FC236}">
                  <a16:creationId xmlns:a16="http://schemas.microsoft.com/office/drawing/2014/main" id="{2065E618-4411-47DA-BF67-F1A47222B87F}"/>
                </a:ext>
              </a:extLst>
            </p:cNvPr>
            <p:cNvSpPr>
              <a:spLocks/>
            </p:cNvSpPr>
            <p:nvPr/>
          </p:nvSpPr>
          <p:spPr bwMode="auto">
            <a:xfrm>
              <a:off x="1644650" y="1604965"/>
              <a:ext cx="71438" cy="112713"/>
            </a:xfrm>
            <a:custGeom>
              <a:avLst/>
              <a:gdLst>
                <a:gd name="T0" fmla="*/ 18 w 19"/>
                <a:gd name="T1" fmla="*/ 0 h 30"/>
                <a:gd name="T2" fmla="*/ 17 w 19"/>
                <a:gd name="T3" fmla="*/ 0 h 30"/>
                <a:gd name="T4" fmla="*/ 15 w 19"/>
                <a:gd name="T5" fmla="*/ 1 h 30"/>
                <a:gd name="T6" fmla="*/ 0 w 19"/>
                <a:gd name="T7" fmla="*/ 26 h 30"/>
                <a:gd name="T8" fmla="*/ 1 w 19"/>
                <a:gd name="T9" fmla="*/ 30 h 30"/>
                <a:gd name="T10" fmla="*/ 4 w 19"/>
                <a:gd name="T11" fmla="*/ 29 h 30"/>
                <a:gd name="T12" fmla="*/ 19 w 19"/>
                <a:gd name="T13" fmla="*/ 3 h 30"/>
                <a:gd name="T14" fmla="*/ 19 w 19"/>
                <a:gd name="T15" fmla="*/ 1 h 30"/>
                <a:gd name="T16" fmla="*/ 18 w 19"/>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 h="30">
                  <a:moveTo>
                    <a:pt x="18" y="0"/>
                  </a:moveTo>
                  <a:cubicBezTo>
                    <a:pt x="18" y="0"/>
                    <a:pt x="17" y="0"/>
                    <a:pt x="17" y="0"/>
                  </a:cubicBezTo>
                  <a:cubicBezTo>
                    <a:pt x="16" y="0"/>
                    <a:pt x="15" y="0"/>
                    <a:pt x="15" y="1"/>
                  </a:cubicBezTo>
                  <a:cubicBezTo>
                    <a:pt x="0" y="26"/>
                    <a:pt x="0" y="26"/>
                    <a:pt x="0" y="26"/>
                  </a:cubicBezTo>
                  <a:cubicBezTo>
                    <a:pt x="0" y="27"/>
                    <a:pt x="0" y="29"/>
                    <a:pt x="1" y="30"/>
                  </a:cubicBezTo>
                  <a:cubicBezTo>
                    <a:pt x="2" y="30"/>
                    <a:pt x="4" y="30"/>
                    <a:pt x="4" y="29"/>
                  </a:cubicBezTo>
                  <a:cubicBezTo>
                    <a:pt x="19" y="3"/>
                    <a:pt x="19" y="3"/>
                    <a:pt x="19" y="3"/>
                  </a:cubicBezTo>
                  <a:cubicBezTo>
                    <a:pt x="19" y="2"/>
                    <a:pt x="19" y="2"/>
                    <a:pt x="19" y="1"/>
                  </a:cubicBezTo>
                  <a:cubicBezTo>
                    <a:pt x="19" y="1"/>
                    <a:pt x="19" y="0"/>
                    <a:pt x="18"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微软雅黑"/>
                <a:ea typeface="微软雅黑"/>
              </a:endParaRPr>
            </a:p>
          </p:txBody>
        </p:sp>
        <p:sp>
          <p:nvSpPr>
            <p:cNvPr id="67" name="Freeform 157">
              <a:extLst>
                <a:ext uri="{FF2B5EF4-FFF2-40B4-BE49-F238E27FC236}">
                  <a16:creationId xmlns:a16="http://schemas.microsoft.com/office/drawing/2014/main" id="{4DCDBC88-51BE-45DC-8362-A19DB0956E5B}"/>
                </a:ext>
              </a:extLst>
            </p:cNvPr>
            <p:cNvSpPr>
              <a:spLocks/>
            </p:cNvSpPr>
            <p:nvPr/>
          </p:nvSpPr>
          <p:spPr bwMode="auto">
            <a:xfrm>
              <a:off x="1817688" y="1296989"/>
              <a:ext cx="74613" cy="115888"/>
            </a:xfrm>
            <a:custGeom>
              <a:avLst/>
              <a:gdLst>
                <a:gd name="T0" fmla="*/ 2 w 20"/>
                <a:gd name="T1" fmla="*/ 30 h 31"/>
                <a:gd name="T2" fmla="*/ 5 w 20"/>
                <a:gd name="T3" fmla="*/ 29 h 31"/>
                <a:gd name="T4" fmla="*/ 20 w 20"/>
                <a:gd name="T5" fmla="*/ 4 h 31"/>
                <a:gd name="T6" fmla="*/ 19 w 20"/>
                <a:gd name="T7" fmla="*/ 1 h 31"/>
                <a:gd name="T8" fmla="*/ 18 w 20"/>
                <a:gd name="T9" fmla="*/ 0 h 31"/>
                <a:gd name="T10" fmla="*/ 16 w 20"/>
                <a:gd name="T11" fmla="*/ 2 h 31"/>
                <a:gd name="T12" fmla="*/ 1 w 20"/>
                <a:gd name="T13" fmla="*/ 27 h 31"/>
                <a:gd name="T14" fmla="*/ 2 w 20"/>
                <a:gd name="T15" fmla="*/ 30 h 3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0" h="31">
                  <a:moveTo>
                    <a:pt x="2" y="30"/>
                  </a:moveTo>
                  <a:cubicBezTo>
                    <a:pt x="3" y="31"/>
                    <a:pt x="4" y="31"/>
                    <a:pt x="5" y="29"/>
                  </a:cubicBezTo>
                  <a:cubicBezTo>
                    <a:pt x="20" y="4"/>
                    <a:pt x="20" y="4"/>
                    <a:pt x="20" y="4"/>
                  </a:cubicBezTo>
                  <a:cubicBezTo>
                    <a:pt x="20" y="3"/>
                    <a:pt x="20" y="1"/>
                    <a:pt x="19" y="1"/>
                  </a:cubicBezTo>
                  <a:cubicBezTo>
                    <a:pt x="19" y="0"/>
                    <a:pt x="18" y="0"/>
                    <a:pt x="18" y="0"/>
                  </a:cubicBezTo>
                  <a:cubicBezTo>
                    <a:pt x="17" y="0"/>
                    <a:pt x="16" y="1"/>
                    <a:pt x="16" y="2"/>
                  </a:cubicBezTo>
                  <a:cubicBezTo>
                    <a:pt x="1" y="27"/>
                    <a:pt x="1" y="27"/>
                    <a:pt x="1" y="27"/>
                  </a:cubicBezTo>
                  <a:cubicBezTo>
                    <a:pt x="0" y="28"/>
                    <a:pt x="1" y="30"/>
                    <a:pt x="2" y="3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微软雅黑"/>
                <a:ea typeface="微软雅黑"/>
              </a:endParaRPr>
            </a:p>
          </p:txBody>
        </p:sp>
      </p:grpSp>
      <p:sp>
        <p:nvSpPr>
          <p:cNvPr id="68" name="Freeform 111">
            <a:extLst>
              <a:ext uri="{FF2B5EF4-FFF2-40B4-BE49-F238E27FC236}">
                <a16:creationId xmlns:a16="http://schemas.microsoft.com/office/drawing/2014/main" id="{0DF72E7F-70D6-4A5D-98C3-4F9EC858A78D}"/>
              </a:ext>
            </a:extLst>
          </p:cNvPr>
          <p:cNvSpPr>
            <a:spLocks noEditPoints="1"/>
          </p:cNvSpPr>
          <p:nvPr/>
        </p:nvSpPr>
        <p:spPr bwMode="auto">
          <a:xfrm>
            <a:off x="10823284" y="1366708"/>
            <a:ext cx="468000" cy="437996"/>
          </a:xfrm>
          <a:custGeom>
            <a:avLst/>
            <a:gdLst>
              <a:gd name="T0" fmla="*/ 98 w 132"/>
              <a:gd name="T1" fmla="*/ 9 h 128"/>
              <a:gd name="T2" fmla="*/ 11 w 132"/>
              <a:gd name="T3" fmla="*/ 32 h 128"/>
              <a:gd name="T4" fmla="*/ 34 w 132"/>
              <a:gd name="T5" fmla="*/ 119 h 128"/>
              <a:gd name="T6" fmla="*/ 121 w 132"/>
              <a:gd name="T7" fmla="*/ 96 h 128"/>
              <a:gd name="T8" fmla="*/ 125 w 132"/>
              <a:gd name="T9" fmla="*/ 55 h 128"/>
              <a:gd name="T10" fmla="*/ 125 w 132"/>
              <a:gd name="T11" fmla="*/ 65 h 128"/>
              <a:gd name="T12" fmla="*/ 97 w 132"/>
              <a:gd name="T13" fmla="*/ 79 h 128"/>
              <a:gd name="T14" fmla="*/ 125 w 132"/>
              <a:gd name="T15" fmla="*/ 55 h 128"/>
              <a:gd name="T16" fmla="*/ 123 w 132"/>
              <a:gd name="T17" fmla="*/ 46 h 128"/>
              <a:gd name="T18" fmla="*/ 93 w 132"/>
              <a:gd name="T19" fmla="*/ 77 h 128"/>
              <a:gd name="T20" fmla="*/ 119 w 132"/>
              <a:gd name="T21" fmla="*/ 36 h 128"/>
              <a:gd name="T22" fmla="*/ 111 w 132"/>
              <a:gd name="T23" fmla="*/ 25 h 128"/>
              <a:gd name="T24" fmla="*/ 116 w 132"/>
              <a:gd name="T25" fmla="*/ 31 h 128"/>
              <a:gd name="T26" fmla="*/ 79 w 132"/>
              <a:gd name="T27" fmla="*/ 69 h 128"/>
              <a:gd name="T28" fmla="*/ 110 w 132"/>
              <a:gd name="T29" fmla="*/ 24 h 128"/>
              <a:gd name="T30" fmla="*/ 68 w 132"/>
              <a:gd name="T31" fmla="*/ 5 h 128"/>
              <a:gd name="T32" fmla="*/ 77 w 132"/>
              <a:gd name="T33" fmla="*/ 6 h 128"/>
              <a:gd name="T34" fmla="*/ 68 w 132"/>
              <a:gd name="T35" fmla="*/ 17 h 128"/>
              <a:gd name="T36" fmla="*/ 68 w 132"/>
              <a:gd name="T37" fmla="*/ 24 h 128"/>
              <a:gd name="T38" fmla="*/ 85 w 132"/>
              <a:gd name="T39" fmla="*/ 8 h 128"/>
              <a:gd name="T40" fmla="*/ 95 w 132"/>
              <a:gd name="T41" fmla="*/ 12 h 128"/>
              <a:gd name="T42" fmla="*/ 68 w 132"/>
              <a:gd name="T43" fmla="*/ 24 h 128"/>
              <a:gd name="T44" fmla="*/ 99 w 132"/>
              <a:gd name="T45" fmla="*/ 14 h 128"/>
              <a:gd name="T46" fmla="*/ 106 w 132"/>
              <a:gd name="T47" fmla="*/ 20 h 128"/>
              <a:gd name="T48" fmla="*/ 68 w 132"/>
              <a:gd name="T49" fmla="*/ 59 h 128"/>
              <a:gd name="T50" fmla="*/ 115 w 132"/>
              <a:gd name="T51" fmla="*/ 97 h 128"/>
              <a:gd name="T52" fmla="*/ 95 w 132"/>
              <a:gd name="T53" fmla="*/ 116 h 128"/>
              <a:gd name="T54" fmla="*/ 51 w 132"/>
              <a:gd name="T55" fmla="*/ 121 h 128"/>
              <a:gd name="T56" fmla="*/ 19 w 132"/>
              <a:gd name="T57" fmla="*/ 100 h 128"/>
              <a:gd name="T58" fmla="*/ 7 w 132"/>
              <a:gd name="T59" fmla="*/ 57 h 128"/>
              <a:gd name="T60" fmla="*/ 24 w 132"/>
              <a:gd name="T61" fmla="*/ 22 h 128"/>
              <a:gd name="T62" fmla="*/ 62 w 132"/>
              <a:gd name="T63" fmla="*/ 5 h 128"/>
              <a:gd name="T64" fmla="*/ 64 w 132"/>
              <a:gd name="T65" fmla="*/ 64 h 128"/>
              <a:gd name="T66" fmla="*/ 116 w 132"/>
              <a:gd name="T67" fmla="*/ 96 h 128"/>
              <a:gd name="T68" fmla="*/ 119 w 132"/>
              <a:gd name="T69" fmla="*/ 92 h 128"/>
              <a:gd name="T70" fmla="*/ 125 w 132"/>
              <a:gd name="T71" fmla="*/ 72 h 128"/>
              <a:gd name="T72" fmla="*/ 119 w 132"/>
              <a:gd name="T73" fmla="*/ 90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32" h="128">
                <a:moveTo>
                  <a:pt x="128" y="47"/>
                </a:moveTo>
                <a:cubicBezTo>
                  <a:pt x="123" y="31"/>
                  <a:pt x="113" y="17"/>
                  <a:pt x="98" y="9"/>
                </a:cubicBezTo>
                <a:cubicBezTo>
                  <a:pt x="88" y="3"/>
                  <a:pt x="77" y="0"/>
                  <a:pt x="66" y="0"/>
                </a:cubicBezTo>
                <a:cubicBezTo>
                  <a:pt x="43" y="0"/>
                  <a:pt x="22" y="12"/>
                  <a:pt x="11" y="32"/>
                </a:cubicBezTo>
                <a:cubicBezTo>
                  <a:pt x="2" y="47"/>
                  <a:pt x="0" y="64"/>
                  <a:pt x="4" y="81"/>
                </a:cubicBezTo>
                <a:cubicBezTo>
                  <a:pt x="9" y="97"/>
                  <a:pt x="19" y="111"/>
                  <a:pt x="34" y="119"/>
                </a:cubicBezTo>
                <a:cubicBezTo>
                  <a:pt x="44" y="125"/>
                  <a:pt x="55" y="128"/>
                  <a:pt x="66" y="128"/>
                </a:cubicBezTo>
                <a:cubicBezTo>
                  <a:pt x="89" y="128"/>
                  <a:pt x="110" y="116"/>
                  <a:pt x="121" y="96"/>
                </a:cubicBezTo>
                <a:cubicBezTo>
                  <a:pt x="130" y="81"/>
                  <a:pt x="132" y="64"/>
                  <a:pt x="128" y="47"/>
                </a:cubicBezTo>
                <a:close/>
                <a:moveTo>
                  <a:pt x="125" y="55"/>
                </a:moveTo>
                <a:cubicBezTo>
                  <a:pt x="125" y="58"/>
                  <a:pt x="125" y="61"/>
                  <a:pt x="125" y="65"/>
                </a:cubicBezTo>
                <a:cubicBezTo>
                  <a:pt x="125" y="65"/>
                  <a:pt x="125" y="65"/>
                  <a:pt x="125" y="65"/>
                </a:cubicBezTo>
                <a:cubicBezTo>
                  <a:pt x="106" y="84"/>
                  <a:pt x="106" y="84"/>
                  <a:pt x="106" y="84"/>
                </a:cubicBezTo>
                <a:cubicBezTo>
                  <a:pt x="97" y="79"/>
                  <a:pt x="97" y="79"/>
                  <a:pt x="97" y="79"/>
                </a:cubicBezTo>
                <a:cubicBezTo>
                  <a:pt x="124" y="52"/>
                  <a:pt x="124" y="52"/>
                  <a:pt x="124" y="52"/>
                </a:cubicBezTo>
                <a:lnTo>
                  <a:pt x="125" y="55"/>
                </a:lnTo>
                <a:close/>
                <a:moveTo>
                  <a:pt x="120" y="38"/>
                </a:moveTo>
                <a:cubicBezTo>
                  <a:pt x="121" y="41"/>
                  <a:pt x="122" y="43"/>
                  <a:pt x="123" y="46"/>
                </a:cubicBezTo>
                <a:cubicBezTo>
                  <a:pt x="123" y="47"/>
                  <a:pt x="123" y="47"/>
                  <a:pt x="123" y="47"/>
                </a:cubicBezTo>
                <a:cubicBezTo>
                  <a:pt x="93" y="77"/>
                  <a:pt x="93" y="77"/>
                  <a:pt x="93" y="77"/>
                </a:cubicBezTo>
                <a:cubicBezTo>
                  <a:pt x="84" y="71"/>
                  <a:pt x="84" y="71"/>
                  <a:pt x="84" y="71"/>
                </a:cubicBezTo>
                <a:cubicBezTo>
                  <a:pt x="119" y="36"/>
                  <a:pt x="119" y="36"/>
                  <a:pt x="119" y="36"/>
                </a:cubicBezTo>
                <a:lnTo>
                  <a:pt x="120" y="38"/>
                </a:lnTo>
                <a:close/>
                <a:moveTo>
                  <a:pt x="111" y="25"/>
                </a:moveTo>
                <a:cubicBezTo>
                  <a:pt x="112" y="26"/>
                  <a:pt x="113" y="27"/>
                  <a:pt x="113" y="28"/>
                </a:cubicBezTo>
                <a:cubicBezTo>
                  <a:pt x="114" y="29"/>
                  <a:pt x="115" y="30"/>
                  <a:pt x="116" y="31"/>
                </a:cubicBezTo>
                <a:cubicBezTo>
                  <a:pt x="116" y="32"/>
                  <a:pt x="116" y="32"/>
                  <a:pt x="116" y="32"/>
                </a:cubicBezTo>
                <a:cubicBezTo>
                  <a:pt x="79" y="69"/>
                  <a:pt x="79" y="69"/>
                  <a:pt x="79" y="69"/>
                </a:cubicBezTo>
                <a:cubicBezTo>
                  <a:pt x="70" y="64"/>
                  <a:pt x="70" y="64"/>
                  <a:pt x="70" y="64"/>
                </a:cubicBezTo>
                <a:cubicBezTo>
                  <a:pt x="110" y="24"/>
                  <a:pt x="110" y="24"/>
                  <a:pt x="110" y="24"/>
                </a:cubicBezTo>
                <a:lnTo>
                  <a:pt x="111" y="25"/>
                </a:lnTo>
                <a:close/>
                <a:moveTo>
                  <a:pt x="68" y="5"/>
                </a:moveTo>
                <a:cubicBezTo>
                  <a:pt x="70" y="5"/>
                  <a:pt x="70" y="5"/>
                  <a:pt x="70" y="5"/>
                </a:cubicBezTo>
                <a:cubicBezTo>
                  <a:pt x="72" y="5"/>
                  <a:pt x="75" y="5"/>
                  <a:pt x="77" y="6"/>
                </a:cubicBezTo>
                <a:cubicBezTo>
                  <a:pt x="80" y="6"/>
                  <a:pt x="80" y="6"/>
                  <a:pt x="80" y="6"/>
                </a:cubicBezTo>
                <a:cubicBezTo>
                  <a:pt x="68" y="17"/>
                  <a:pt x="68" y="17"/>
                  <a:pt x="68" y="17"/>
                </a:cubicBezTo>
                <a:lnTo>
                  <a:pt x="68" y="5"/>
                </a:lnTo>
                <a:close/>
                <a:moveTo>
                  <a:pt x="68" y="24"/>
                </a:moveTo>
                <a:cubicBezTo>
                  <a:pt x="85" y="8"/>
                  <a:pt x="85" y="8"/>
                  <a:pt x="85" y="8"/>
                </a:cubicBezTo>
                <a:cubicBezTo>
                  <a:pt x="85" y="8"/>
                  <a:pt x="85" y="8"/>
                  <a:pt x="85" y="8"/>
                </a:cubicBezTo>
                <a:cubicBezTo>
                  <a:pt x="88" y="9"/>
                  <a:pt x="91" y="10"/>
                  <a:pt x="93" y="11"/>
                </a:cubicBezTo>
                <a:cubicBezTo>
                  <a:pt x="95" y="12"/>
                  <a:pt x="95" y="12"/>
                  <a:pt x="95" y="12"/>
                </a:cubicBezTo>
                <a:cubicBezTo>
                  <a:pt x="68" y="38"/>
                  <a:pt x="68" y="38"/>
                  <a:pt x="68" y="38"/>
                </a:cubicBezTo>
                <a:lnTo>
                  <a:pt x="68" y="24"/>
                </a:lnTo>
                <a:close/>
                <a:moveTo>
                  <a:pt x="68" y="45"/>
                </a:moveTo>
                <a:cubicBezTo>
                  <a:pt x="99" y="14"/>
                  <a:pt x="99" y="14"/>
                  <a:pt x="99" y="14"/>
                </a:cubicBezTo>
                <a:cubicBezTo>
                  <a:pt x="100" y="15"/>
                  <a:pt x="100" y="15"/>
                  <a:pt x="100" y="15"/>
                </a:cubicBezTo>
                <a:cubicBezTo>
                  <a:pt x="102" y="17"/>
                  <a:pt x="104" y="18"/>
                  <a:pt x="106" y="20"/>
                </a:cubicBezTo>
                <a:cubicBezTo>
                  <a:pt x="107" y="21"/>
                  <a:pt x="107" y="21"/>
                  <a:pt x="107" y="21"/>
                </a:cubicBezTo>
                <a:cubicBezTo>
                  <a:pt x="68" y="59"/>
                  <a:pt x="68" y="59"/>
                  <a:pt x="68" y="59"/>
                </a:cubicBezTo>
                <a:lnTo>
                  <a:pt x="68" y="45"/>
                </a:lnTo>
                <a:close/>
                <a:moveTo>
                  <a:pt x="115" y="97"/>
                </a:moveTo>
                <a:cubicBezTo>
                  <a:pt x="113" y="100"/>
                  <a:pt x="111" y="104"/>
                  <a:pt x="108" y="106"/>
                </a:cubicBezTo>
                <a:cubicBezTo>
                  <a:pt x="104" y="110"/>
                  <a:pt x="100" y="113"/>
                  <a:pt x="95" y="116"/>
                </a:cubicBezTo>
                <a:cubicBezTo>
                  <a:pt x="86" y="121"/>
                  <a:pt x="76" y="123"/>
                  <a:pt x="66" y="123"/>
                </a:cubicBezTo>
                <a:cubicBezTo>
                  <a:pt x="61" y="123"/>
                  <a:pt x="56" y="123"/>
                  <a:pt x="51" y="121"/>
                </a:cubicBezTo>
                <a:cubicBezTo>
                  <a:pt x="46" y="120"/>
                  <a:pt x="41" y="118"/>
                  <a:pt x="36" y="115"/>
                </a:cubicBezTo>
                <a:cubicBezTo>
                  <a:pt x="29" y="111"/>
                  <a:pt x="23" y="106"/>
                  <a:pt x="19" y="100"/>
                </a:cubicBezTo>
                <a:cubicBezTo>
                  <a:pt x="14" y="94"/>
                  <a:pt x="11" y="87"/>
                  <a:pt x="9" y="79"/>
                </a:cubicBezTo>
                <a:cubicBezTo>
                  <a:pt x="7" y="72"/>
                  <a:pt x="6" y="64"/>
                  <a:pt x="7" y="57"/>
                </a:cubicBezTo>
                <a:cubicBezTo>
                  <a:pt x="8" y="49"/>
                  <a:pt x="11" y="41"/>
                  <a:pt x="15" y="34"/>
                </a:cubicBezTo>
                <a:cubicBezTo>
                  <a:pt x="17" y="30"/>
                  <a:pt x="21" y="25"/>
                  <a:pt x="24" y="22"/>
                </a:cubicBezTo>
                <a:cubicBezTo>
                  <a:pt x="28" y="18"/>
                  <a:pt x="32" y="15"/>
                  <a:pt x="37" y="12"/>
                </a:cubicBezTo>
                <a:cubicBezTo>
                  <a:pt x="44" y="8"/>
                  <a:pt x="53" y="5"/>
                  <a:pt x="62" y="5"/>
                </a:cubicBezTo>
                <a:cubicBezTo>
                  <a:pt x="64" y="5"/>
                  <a:pt x="64" y="5"/>
                  <a:pt x="64" y="5"/>
                </a:cubicBezTo>
                <a:cubicBezTo>
                  <a:pt x="64" y="64"/>
                  <a:pt x="64" y="64"/>
                  <a:pt x="64" y="64"/>
                </a:cubicBezTo>
                <a:cubicBezTo>
                  <a:pt x="64" y="65"/>
                  <a:pt x="64" y="66"/>
                  <a:pt x="65" y="66"/>
                </a:cubicBezTo>
                <a:cubicBezTo>
                  <a:pt x="116" y="96"/>
                  <a:pt x="116" y="96"/>
                  <a:pt x="116" y="96"/>
                </a:cubicBezTo>
                <a:lnTo>
                  <a:pt x="115" y="97"/>
                </a:lnTo>
                <a:close/>
                <a:moveTo>
                  <a:pt x="119" y="92"/>
                </a:moveTo>
                <a:cubicBezTo>
                  <a:pt x="110" y="87"/>
                  <a:pt x="110" y="87"/>
                  <a:pt x="110" y="87"/>
                </a:cubicBezTo>
                <a:cubicBezTo>
                  <a:pt x="125" y="72"/>
                  <a:pt x="125" y="72"/>
                  <a:pt x="125" y="72"/>
                </a:cubicBezTo>
                <a:cubicBezTo>
                  <a:pt x="124" y="77"/>
                  <a:pt x="124" y="77"/>
                  <a:pt x="124" y="77"/>
                </a:cubicBezTo>
                <a:cubicBezTo>
                  <a:pt x="123" y="81"/>
                  <a:pt x="121" y="86"/>
                  <a:pt x="119" y="90"/>
                </a:cubicBezTo>
                <a:lnTo>
                  <a:pt x="119" y="92"/>
                </a:lnTo>
                <a:close/>
              </a:path>
            </a:pathLst>
          </a:custGeom>
          <a:solidFill>
            <a:schemeClr val="accent4"/>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微软雅黑"/>
              <a:ea typeface="微软雅黑"/>
            </a:endParaRPr>
          </a:p>
        </p:txBody>
      </p:sp>
      <p:grpSp>
        <p:nvGrpSpPr>
          <p:cNvPr id="69" name="组合 68">
            <a:extLst>
              <a:ext uri="{FF2B5EF4-FFF2-40B4-BE49-F238E27FC236}">
                <a16:creationId xmlns:a16="http://schemas.microsoft.com/office/drawing/2014/main" id="{1A191349-7909-4978-8A5C-D3E81388E6A6}"/>
              </a:ext>
            </a:extLst>
          </p:cNvPr>
          <p:cNvGrpSpPr/>
          <p:nvPr/>
        </p:nvGrpSpPr>
        <p:grpSpPr>
          <a:xfrm>
            <a:off x="5476661" y="3710172"/>
            <a:ext cx="468000" cy="468000"/>
            <a:chOff x="4411663" y="304800"/>
            <a:chExt cx="481013" cy="481013"/>
          </a:xfrm>
          <a:solidFill>
            <a:schemeClr val="accent4"/>
          </a:solidFill>
        </p:grpSpPr>
        <p:sp>
          <p:nvSpPr>
            <p:cNvPr id="70" name="Freeform 228">
              <a:extLst>
                <a:ext uri="{FF2B5EF4-FFF2-40B4-BE49-F238E27FC236}">
                  <a16:creationId xmlns:a16="http://schemas.microsoft.com/office/drawing/2014/main" id="{8C7B4F8A-967B-4372-B83D-65139D319DAE}"/>
                </a:ext>
              </a:extLst>
            </p:cNvPr>
            <p:cNvSpPr>
              <a:spLocks noEditPoints="1"/>
            </p:cNvSpPr>
            <p:nvPr/>
          </p:nvSpPr>
          <p:spPr bwMode="auto">
            <a:xfrm>
              <a:off x="4411663" y="304800"/>
              <a:ext cx="481013" cy="481013"/>
            </a:xfrm>
            <a:custGeom>
              <a:avLst/>
              <a:gdLst>
                <a:gd name="T0" fmla="*/ 64 w 128"/>
                <a:gd name="T1" fmla="*/ 0 h 128"/>
                <a:gd name="T2" fmla="*/ 0 w 128"/>
                <a:gd name="T3" fmla="*/ 64 h 128"/>
                <a:gd name="T4" fmla="*/ 64 w 128"/>
                <a:gd name="T5" fmla="*/ 128 h 128"/>
                <a:gd name="T6" fmla="*/ 128 w 128"/>
                <a:gd name="T7" fmla="*/ 64 h 128"/>
                <a:gd name="T8" fmla="*/ 64 w 128"/>
                <a:gd name="T9" fmla="*/ 0 h 128"/>
                <a:gd name="T10" fmla="*/ 106 w 128"/>
                <a:gd name="T11" fmla="*/ 106 h 128"/>
                <a:gd name="T12" fmla="*/ 87 w 128"/>
                <a:gd name="T13" fmla="*/ 119 h 128"/>
                <a:gd name="T14" fmla="*/ 64 w 128"/>
                <a:gd name="T15" fmla="*/ 123 h 128"/>
                <a:gd name="T16" fmla="*/ 41 w 128"/>
                <a:gd name="T17" fmla="*/ 119 h 128"/>
                <a:gd name="T18" fmla="*/ 22 w 128"/>
                <a:gd name="T19" fmla="*/ 106 h 128"/>
                <a:gd name="T20" fmla="*/ 9 w 128"/>
                <a:gd name="T21" fmla="*/ 87 h 128"/>
                <a:gd name="T22" fmla="*/ 5 w 128"/>
                <a:gd name="T23" fmla="*/ 64 h 128"/>
                <a:gd name="T24" fmla="*/ 9 w 128"/>
                <a:gd name="T25" fmla="*/ 41 h 128"/>
                <a:gd name="T26" fmla="*/ 22 w 128"/>
                <a:gd name="T27" fmla="*/ 22 h 128"/>
                <a:gd name="T28" fmla="*/ 41 w 128"/>
                <a:gd name="T29" fmla="*/ 9 h 128"/>
                <a:gd name="T30" fmla="*/ 87 w 128"/>
                <a:gd name="T31" fmla="*/ 9 h 128"/>
                <a:gd name="T32" fmla="*/ 106 w 128"/>
                <a:gd name="T33" fmla="*/ 22 h 128"/>
                <a:gd name="T34" fmla="*/ 119 w 128"/>
                <a:gd name="T35" fmla="*/ 41 h 128"/>
                <a:gd name="T36" fmla="*/ 123 w 128"/>
                <a:gd name="T37" fmla="*/ 64 h 128"/>
                <a:gd name="T38" fmla="*/ 119 w 128"/>
                <a:gd name="T39" fmla="*/ 87 h 128"/>
                <a:gd name="T40" fmla="*/ 106 w 128"/>
                <a:gd name="T41" fmla="*/ 106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28" h="128">
                  <a:moveTo>
                    <a:pt x="64" y="0"/>
                  </a:moveTo>
                  <a:cubicBezTo>
                    <a:pt x="29" y="0"/>
                    <a:pt x="0" y="29"/>
                    <a:pt x="0" y="64"/>
                  </a:cubicBezTo>
                  <a:cubicBezTo>
                    <a:pt x="0" y="99"/>
                    <a:pt x="29" y="128"/>
                    <a:pt x="64" y="128"/>
                  </a:cubicBezTo>
                  <a:cubicBezTo>
                    <a:pt x="99" y="128"/>
                    <a:pt x="128" y="99"/>
                    <a:pt x="128" y="64"/>
                  </a:cubicBezTo>
                  <a:cubicBezTo>
                    <a:pt x="128" y="29"/>
                    <a:pt x="99" y="0"/>
                    <a:pt x="64" y="0"/>
                  </a:cubicBezTo>
                  <a:close/>
                  <a:moveTo>
                    <a:pt x="106" y="106"/>
                  </a:moveTo>
                  <a:cubicBezTo>
                    <a:pt x="101" y="111"/>
                    <a:pt x="94" y="116"/>
                    <a:pt x="87" y="119"/>
                  </a:cubicBezTo>
                  <a:cubicBezTo>
                    <a:pt x="80" y="122"/>
                    <a:pt x="72" y="123"/>
                    <a:pt x="64" y="123"/>
                  </a:cubicBezTo>
                  <a:cubicBezTo>
                    <a:pt x="56" y="123"/>
                    <a:pt x="48" y="122"/>
                    <a:pt x="41" y="119"/>
                  </a:cubicBezTo>
                  <a:cubicBezTo>
                    <a:pt x="34" y="116"/>
                    <a:pt x="27" y="111"/>
                    <a:pt x="22" y="106"/>
                  </a:cubicBezTo>
                  <a:cubicBezTo>
                    <a:pt x="17" y="101"/>
                    <a:pt x="12" y="94"/>
                    <a:pt x="9" y="87"/>
                  </a:cubicBezTo>
                  <a:cubicBezTo>
                    <a:pt x="6" y="80"/>
                    <a:pt x="5" y="72"/>
                    <a:pt x="5" y="64"/>
                  </a:cubicBezTo>
                  <a:cubicBezTo>
                    <a:pt x="5" y="56"/>
                    <a:pt x="6" y="48"/>
                    <a:pt x="9" y="41"/>
                  </a:cubicBezTo>
                  <a:cubicBezTo>
                    <a:pt x="12" y="34"/>
                    <a:pt x="17" y="27"/>
                    <a:pt x="22" y="22"/>
                  </a:cubicBezTo>
                  <a:cubicBezTo>
                    <a:pt x="27" y="17"/>
                    <a:pt x="34" y="12"/>
                    <a:pt x="41" y="9"/>
                  </a:cubicBezTo>
                  <a:cubicBezTo>
                    <a:pt x="56" y="3"/>
                    <a:pt x="72" y="3"/>
                    <a:pt x="87" y="9"/>
                  </a:cubicBezTo>
                  <a:cubicBezTo>
                    <a:pt x="94" y="12"/>
                    <a:pt x="101" y="17"/>
                    <a:pt x="106" y="22"/>
                  </a:cubicBezTo>
                  <a:cubicBezTo>
                    <a:pt x="111" y="27"/>
                    <a:pt x="116" y="34"/>
                    <a:pt x="119" y="41"/>
                  </a:cubicBezTo>
                  <a:cubicBezTo>
                    <a:pt x="122" y="48"/>
                    <a:pt x="123" y="56"/>
                    <a:pt x="123" y="64"/>
                  </a:cubicBezTo>
                  <a:cubicBezTo>
                    <a:pt x="123" y="72"/>
                    <a:pt x="122" y="80"/>
                    <a:pt x="119" y="87"/>
                  </a:cubicBezTo>
                  <a:cubicBezTo>
                    <a:pt x="116" y="94"/>
                    <a:pt x="112" y="101"/>
                    <a:pt x="106" y="106"/>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微软雅黑"/>
                <a:ea typeface="微软雅黑"/>
              </a:endParaRPr>
            </a:p>
          </p:txBody>
        </p:sp>
        <p:sp>
          <p:nvSpPr>
            <p:cNvPr id="71" name="Oval 229">
              <a:extLst>
                <a:ext uri="{FF2B5EF4-FFF2-40B4-BE49-F238E27FC236}">
                  <a16:creationId xmlns:a16="http://schemas.microsoft.com/office/drawing/2014/main" id="{0FC983F2-054C-456F-9FC7-6D861316DC09}"/>
                </a:ext>
              </a:extLst>
            </p:cNvPr>
            <p:cNvSpPr>
              <a:spLocks noChangeArrowheads="1"/>
            </p:cNvSpPr>
            <p:nvPr/>
          </p:nvSpPr>
          <p:spPr bwMode="auto">
            <a:xfrm>
              <a:off x="4637088" y="530225"/>
              <a:ext cx="30163" cy="30163"/>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微软雅黑"/>
                <a:ea typeface="微软雅黑"/>
              </a:endParaRPr>
            </a:p>
          </p:txBody>
        </p:sp>
        <p:sp>
          <p:nvSpPr>
            <p:cNvPr id="72" name="Freeform 230">
              <a:extLst>
                <a:ext uri="{FF2B5EF4-FFF2-40B4-BE49-F238E27FC236}">
                  <a16:creationId xmlns:a16="http://schemas.microsoft.com/office/drawing/2014/main" id="{DF4C1738-D1CA-4F58-9164-5D75F9BE6A89}"/>
                </a:ext>
              </a:extLst>
            </p:cNvPr>
            <p:cNvSpPr>
              <a:spLocks noEditPoints="1"/>
            </p:cNvSpPr>
            <p:nvPr/>
          </p:nvSpPr>
          <p:spPr bwMode="auto">
            <a:xfrm>
              <a:off x="4576763" y="381000"/>
              <a:ext cx="150813" cy="330200"/>
            </a:xfrm>
            <a:custGeom>
              <a:avLst/>
              <a:gdLst>
                <a:gd name="T0" fmla="*/ 40 w 40"/>
                <a:gd name="T1" fmla="*/ 43 h 88"/>
                <a:gd name="T2" fmla="*/ 40 w 40"/>
                <a:gd name="T3" fmla="*/ 43 h 88"/>
                <a:gd name="T4" fmla="*/ 22 w 40"/>
                <a:gd name="T5" fmla="*/ 2 h 88"/>
                <a:gd name="T6" fmla="*/ 18 w 40"/>
                <a:gd name="T7" fmla="*/ 2 h 88"/>
                <a:gd name="T8" fmla="*/ 0 w 40"/>
                <a:gd name="T9" fmla="*/ 43 h 88"/>
                <a:gd name="T10" fmla="*/ 0 w 40"/>
                <a:gd name="T11" fmla="*/ 44 h 88"/>
                <a:gd name="T12" fmla="*/ 0 w 40"/>
                <a:gd name="T13" fmla="*/ 45 h 88"/>
                <a:gd name="T14" fmla="*/ 0 w 40"/>
                <a:gd name="T15" fmla="*/ 45 h 88"/>
                <a:gd name="T16" fmla="*/ 18 w 40"/>
                <a:gd name="T17" fmla="*/ 86 h 88"/>
                <a:gd name="T18" fmla="*/ 22 w 40"/>
                <a:gd name="T19" fmla="*/ 86 h 88"/>
                <a:gd name="T20" fmla="*/ 40 w 40"/>
                <a:gd name="T21" fmla="*/ 45 h 88"/>
                <a:gd name="T22" fmla="*/ 40 w 40"/>
                <a:gd name="T23" fmla="*/ 44 h 88"/>
                <a:gd name="T24" fmla="*/ 40 w 40"/>
                <a:gd name="T25" fmla="*/ 44 h 88"/>
                <a:gd name="T26" fmla="*/ 40 w 40"/>
                <a:gd name="T27" fmla="*/ 44 h 88"/>
                <a:gd name="T28" fmla="*/ 40 w 40"/>
                <a:gd name="T29" fmla="*/ 43 h 88"/>
                <a:gd name="T30" fmla="*/ 20 w 40"/>
                <a:gd name="T31" fmla="*/ 80 h 88"/>
                <a:gd name="T32" fmla="*/ 4 w 40"/>
                <a:gd name="T33" fmla="*/ 44 h 88"/>
                <a:gd name="T34" fmla="*/ 20 w 40"/>
                <a:gd name="T35" fmla="*/ 9 h 88"/>
                <a:gd name="T36" fmla="*/ 36 w 40"/>
                <a:gd name="T37" fmla="*/ 44 h 88"/>
                <a:gd name="T38" fmla="*/ 20 w 40"/>
                <a:gd name="T39" fmla="*/ 80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0" h="88">
                  <a:moveTo>
                    <a:pt x="40" y="43"/>
                  </a:moveTo>
                  <a:cubicBezTo>
                    <a:pt x="40" y="43"/>
                    <a:pt x="40" y="43"/>
                    <a:pt x="40" y="43"/>
                  </a:cubicBezTo>
                  <a:cubicBezTo>
                    <a:pt x="22" y="2"/>
                    <a:pt x="22" y="2"/>
                    <a:pt x="22" y="2"/>
                  </a:cubicBezTo>
                  <a:cubicBezTo>
                    <a:pt x="21" y="0"/>
                    <a:pt x="19" y="0"/>
                    <a:pt x="18" y="2"/>
                  </a:cubicBezTo>
                  <a:cubicBezTo>
                    <a:pt x="0" y="43"/>
                    <a:pt x="0" y="43"/>
                    <a:pt x="0" y="43"/>
                  </a:cubicBezTo>
                  <a:cubicBezTo>
                    <a:pt x="0" y="43"/>
                    <a:pt x="0" y="44"/>
                    <a:pt x="0" y="44"/>
                  </a:cubicBezTo>
                  <a:cubicBezTo>
                    <a:pt x="0" y="44"/>
                    <a:pt x="0" y="45"/>
                    <a:pt x="0" y="45"/>
                  </a:cubicBezTo>
                  <a:cubicBezTo>
                    <a:pt x="0" y="45"/>
                    <a:pt x="0" y="45"/>
                    <a:pt x="0" y="45"/>
                  </a:cubicBezTo>
                  <a:cubicBezTo>
                    <a:pt x="18" y="86"/>
                    <a:pt x="18" y="86"/>
                    <a:pt x="18" y="86"/>
                  </a:cubicBezTo>
                  <a:cubicBezTo>
                    <a:pt x="19" y="88"/>
                    <a:pt x="21" y="88"/>
                    <a:pt x="22" y="86"/>
                  </a:cubicBezTo>
                  <a:cubicBezTo>
                    <a:pt x="40" y="45"/>
                    <a:pt x="40" y="45"/>
                    <a:pt x="40" y="45"/>
                  </a:cubicBezTo>
                  <a:cubicBezTo>
                    <a:pt x="40" y="45"/>
                    <a:pt x="40" y="44"/>
                    <a:pt x="40" y="44"/>
                  </a:cubicBezTo>
                  <a:cubicBezTo>
                    <a:pt x="40" y="44"/>
                    <a:pt x="40" y="44"/>
                    <a:pt x="40" y="44"/>
                  </a:cubicBezTo>
                  <a:cubicBezTo>
                    <a:pt x="40" y="44"/>
                    <a:pt x="40" y="44"/>
                    <a:pt x="40" y="44"/>
                  </a:cubicBezTo>
                  <a:cubicBezTo>
                    <a:pt x="40" y="44"/>
                    <a:pt x="40" y="43"/>
                    <a:pt x="40" y="43"/>
                  </a:cubicBezTo>
                  <a:close/>
                  <a:moveTo>
                    <a:pt x="20" y="80"/>
                  </a:moveTo>
                  <a:cubicBezTo>
                    <a:pt x="4" y="44"/>
                    <a:pt x="4" y="44"/>
                    <a:pt x="4" y="44"/>
                  </a:cubicBezTo>
                  <a:cubicBezTo>
                    <a:pt x="20" y="9"/>
                    <a:pt x="20" y="9"/>
                    <a:pt x="20" y="9"/>
                  </a:cubicBezTo>
                  <a:cubicBezTo>
                    <a:pt x="36" y="44"/>
                    <a:pt x="36" y="44"/>
                    <a:pt x="36" y="44"/>
                  </a:cubicBezTo>
                  <a:lnTo>
                    <a:pt x="20" y="8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微软雅黑"/>
                <a:ea typeface="微软雅黑"/>
              </a:endParaRPr>
            </a:p>
          </p:txBody>
        </p:sp>
      </p:grpSp>
    </p:spTree>
    <p:extLst>
      <p:ext uri="{BB962C8B-B14F-4D97-AF65-F5344CB8AC3E}">
        <p14:creationId xmlns:p14="http://schemas.microsoft.com/office/powerpoint/2010/main" val="34231011"/>
      </p:ext>
    </p:extLst>
  </p:cSld>
  <p:clrMapOvr>
    <a:masterClrMapping/>
  </p:clrMapOvr>
  <p:transition spd="med">
    <p:pull/>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5891815" y="3000270"/>
            <a:ext cx="2993171" cy="857460"/>
            <a:chOff x="5588007" y="1590635"/>
            <a:chExt cx="2993171" cy="857460"/>
          </a:xfrm>
        </p:grpSpPr>
        <p:sp>
          <p:nvSpPr>
            <p:cNvPr id="19" name="文本框 18">
              <a:extLst>
                <a:ext uri="{FF2B5EF4-FFF2-40B4-BE49-F238E27FC236}">
                  <a16:creationId xmlns:a16="http://schemas.microsoft.com/office/drawing/2014/main" id="{41B256AE-680D-4CCC-B51F-B69BF45F0365}"/>
                </a:ext>
              </a:extLst>
            </p:cNvPr>
            <p:cNvSpPr txBox="1"/>
            <p:nvPr/>
          </p:nvSpPr>
          <p:spPr>
            <a:xfrm>
              <a:off x="6549853" y="1696200"/>
              <a:ext cx="2031325" cy="646331"/>
            </a:xfrm>
            <a:prstGeom prst="rect">
              <a:avLst/>
            </a:prstGeom>
            <a:noFill/>
          </p:spPr>
          <p:txBody>
            <a:bodyPr wrap="none">
              <a:spAutoFit/>
            </a:bodyPr>
            <a:lstStyle/>
            <a:p>
              <a:pPr eaLnBrk="1" fontAlgn="auto" hangingPunct="1">
                <a:spcBef>
                  <a:spcPts val="0"/>
                </a:spcBef>
                <a:spcAft>
                  <a:spcPts val="0"/>
                </a:spcAft>
                <a:defRPr/>
              </a:pPr>
              <a:r>
                <a:rPr lang="zh-CN" altLang="en-US" sz="3600" b="1" dirty="0">
                  <a:sym typeface="+mn-lt"/>
                </a:rPr>
                <a:t>研究计划</a:t>
              </a:r>
            </a:p>
          </p:txBody>
        </p:sp>
        <p:sp>
          <p:nvSpPr>
            <p:cNvPr id="20" name="椭圆 19">
              <a:extLst>
                <a:ext uri="{FF2B5EF4-FFF2-40B4-BE49-F238E27FC236}">
                  <a16:creationId xmlns:a16="http://schemas.microsoft.com/office/drawing/2014/main" id="{4CD969C8-E62F-446D-85AA-293C5C9F7396}"/>
                </a:ext>
              </a:extLst>
            </p:cNvPr>
            <p:cNvSpPr/>
            <p:nvPr/>
          </p:nvSpPr>
          <p:spPr>
            <a:xfrm>
              <a:off x="5588007" y="1590635"/>
              <a:ext cx="857459" cy="85746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4000" b="1" dirty="0"/>
                <a:t>3</a:t>
              </a:r>
              <a:endParaRPr lang="zh-CN" altLang="en-US" sz="4000" b="1" dirty="0"/>
            </a:p>
          </p:txBody>
        </p:sp>
      </p:grpSp>
    </p:spTree>
    <p:extLst>
      <p:ext uri="{BB962C8B-B14F-4D97-AF65-F5344CB8AC3E}">
        <p14:creationId xmlns:p14="http://schemas.microsoft.com/office/powerpoint/2010/main" val="3322368132"/>
      </p:ext>
    </p:extLst>
  </p:cSld>
  <p:clrMapOvr>
    <a:masterClrMapping/>
  </p:clrMapOvr>
  <p:transition spd="med">
    <p:pull/>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研究计划</a:t>
            </a:r>
          </a:p>
        </p:txBody>
      </p:sp>
      <p:graphicFrame>
        <p:nvGraphicFramePr>
          <p:cNvPr id="121" name="表格 120">
            <a:extLst>
              <a:ext uri="{FF2B5EF4-FFF2-40B4-BE49-F238E27FC236}">
                <a16:creationId xmlns:a16="http://schemas.microsoft.com/office/drawing/2014/main" id="{5937376B-7820-4618-9E90-28FAF8819F07}"/>
              </a:ext>
            </a:extLst>
          </p:cNvPr>
          <p:cNvGraphicFramePr>
            <a:graphicFrameLocks noGrp="1"/>
          </p:cNvGraphicFramePr>
          <p:nvPr>
            <p:extLst>
              <p:ext uri="{D42A27DB-BD31-4B8C-83A1-F6EECF244321}">
                <p14:modId xmlns:p14="http://schemas.microsoft.com/office/powerpoint/2010/main" val="1914444822"/>
              </p:ext>
            </p:extLst>
          </p:nvPr>
        </p:nvGraphicFramePr>
        <p:xfrm>
          <a:off x="1344244" y="1248806"/>
          <a:ext cx="8964677" cy="4531596"/>
        </p:xfrm>
        <a:graphic>
          <a:graphicData uri="http://schemas.openxmlformats.org/drawingml/2006/table">
            <a:tbl>
              <a:tblPr firstRow="1" bandRow="1">
                <a:tableStyleId>{5C22544A-7EE6-4342-B048-85BDC9FD1C3A}</a:tableStyleId>
              </a:tblPr>
              <a:tblGrid>
                <a:gridCol w="2783082">
                  <a:extLst>
                    <a:ext uri="{9D8B030D-6E8A-4147-A177-3AD203B41FA5}">
                      <a16:colId xmlns:a16="http://schemas.microsoft.com/office/drawing/2014/main" val="20000"/>
                    </a:ext>
                  </a:extLst>
                </a:gridCol>
                <a:gridCol w="6181595">
                  <a:extLst>
                    <a:ext uri="{9D8B030D-6E8A-4147-A177-3AD203B41FA5}">
                      <a16:colId xmlns:a16="http://schemas.microsoft.com/office/drawing/2014/main" val="20001"/>
                    </a:ext>
                  </a:extLst>
                </a:gridCol>
              </a:tblGrid>
              <a:tr h="617916">
                <a:tc>
                  <a:txBody>
                    <a:bodyPr/>
                    <a:lstStyle/>
                    <a:p>
                      <a:pPr algn="ctr"/>
                      <a:r>
                        <a:rPr lang="zh-CN" altLang="en-US" sz="1600" spc="300" dirty="0">
                          <a:solidFill>
                            <a:schemeClr val="accent1"/>
                          </a:solidFill>
                        </a:rPr>
                        <a:t>周次</a:t>
                      </a:r>
                    </a:p>
                  </a:txBody>
                  <a:tcPr anchor="ctr">
                    <a:lnR w="6350" cap="flat" cmpd="sng" algn="ctr">
                      <a:noFill/>
                      <a:prstDash val="solid"/>
                      <a:round/>
                      <a:headEnd type="none" w="med" len="med"/>
                      <a:tailEnd type="none" w="med" len="med"/>
                    </a:lnR>
                    <a:lnT w="19050" cap="flat" cmpd="sng" algn="ctr">
                      <a:solidFill>
                        <a:schemeClr val="accent1"/>
                      </a:solidFill>
                      <a:prstDash val="solid"/>
                      <a:round/>
                      <a:headEnd type="none" w="med" len="med"/>
                      <a:tailEnd type="none" w="med" len="med"/>
                    </a:lnT>
                    <a:lnB w="19050" cap="flat" cmpd="sng" algn="ctr">
                      <a:solidFill>
                        <a:schemeClr val="accent1"/>
                      </a:solidFill>
                      <a:prstDash val="solid"/>
                      <a:round/>
                      <a:headEnd type="none" w="med" len="med"/>
                      <a:tailEnd type="none" w="med" len="med"/>
                    </a:lnB>
                    <a:noFill/>
                  </a:tcPr>
                </a:tc>
                <a:tc>
                  <a:txBody>
                    <a:bodyPr/>
                    <a:lstStyle/>
                    <a:p>
                      <a:pPr algn="ctr"/>
                      <a:r>
                        <a:rPr lang="zh-CN" altLang="en-US" sz="1600" spc="300" dirty="0">
                          <a:solidFill>
                            <a:schemeClr val="accent1"/>
                          </a:solidFill>
                        </a:rPr>
                        <a:t>预期目标</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solidFill>
                        <a:schemeClr val="accent1"/>
                      </a:solidFill>
                      <a:prstDash val="solid"/>
                      <a:round/>
                      <a:headEnd type="none" w="med" len="med"/>
                      <a:tailEnd type="none" w="med" len="med"/>
                    </a:lnT>
                    <a:lnB w="1905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10000"/>
                  </a:ext>
                </a:extLst>
              </a:tr>
              <a:tr h="551088">
                <a:tc>
                  <a:txBody>
                    <a:bodyPr/>
                    <a:lstStyle/>
                    <a:p>
                      <a:pPr algn="ctr"/>
                      <a:r>
                        <a:rPr lang="zh-CN" altLang="en-US" sz="1600" kern="1200" spc="300" dirty="0">
                          <a:solidFill>
                            <a:schemeClr val="tx1">
                              <a:lumMod val="85000"/>
                              <a:lumOff val="15000"/>
                            </a:schemeClr>
                          </a:solidFill>
                          <a:latin typeface="+mn-lt"/>
                          <a:ea typeface="+mn-ea"/>
                          <a:cs typeface="+mn-cs"/>
                        </a:rPr>
                        <a:t>寒假</a:t>
                      </a:r>
                      <a:r>
                        <a:rPr lang="en-US" altLang="zh-CN" sz="1600" kern="1200" spc="300" dirty="0">
                          <a:solidFill>
                            <a:schemeClr val="tx1">
                              <a:lumMod val="85000"/>
                              <a:lumOff val="15000"/>
                            </a:schemeClr>
                          </a:solidFill>
                          <a:latin typeface="+mn-lt"/>
                          <a:ea typeface="+mn-ea"/>
                          <a:cs typeface="+mn-cs"/>
                        </a:rPr>
                        <a:t>-2</a:t>
                      </a:r>
                      <a:r>
                        <a:rPr lang="zh-CN" altLang="zh-CN" sz="1600" kern="1200" spc="300" dirty="0">
                          <a:solidFill>
                            <a:schemeClr val="tx1">
                              <a:lumMod val="85000"/>
                              <a:lumOff val="15000"/>
                            </a:schemeClr>
                          </a:solidFill>
                          <a:latin typeface="+mn-lt"/>
                          <a:ea typeface="+mn-ea"/>
                          <a:cs typeface="+mn-cs"/>
                        </a:rPr>
                        <a:t>周</a:t>
                      </a:r>
                      <a:endParaRPr lang="zh-CN" altLang="en-US" sz="1600" kern="1200" spc="300" dirty="0">
                        <a:solidFill>
                          <a:schemeClr val="tx1">
                            <a:lumMod val="85000"/>
                            <a:lumOff val="15000"/>
                          </a:schemeClr>
                        </a:solidFill>
                        <a:latin typeface="+mn-lt"/>
                        <a:ea typeface="+mn-ea"/>
                        <a:cs typeface="+mn-cs"/>
                      </a:endParaRPr>
                    </a:p>
                  </a:txBody>
                  <a:tcPr anchor="ctr">
                    <a:lnR w="12700" cap="flat" cmpd="sng" algn="ctr">
                      <a:noFill/>
                      <a:prstDash val="solid"/>
                      <a:round/>
                      <a:headEnd type="none" w="med" len="med"/>
                      <a:tailEnd type="none" w="med" len="med"/>
                    </a:lnR>
                    <a:lnT w="19050" cap="flat" cmpd="sng" algn="ctr">
                      <a:solidFill>
                        <a:schemeClr val="accent1"/>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l"/>
                      <a:r>
                        <a:rPr lang="zh-CN" altLang="en-US" sz="1600" spc="300" dirty="0">
                          <a:solidFill>
                            <a:schemeClr val="tx1">
                              <a:lumMod val="85000"/>
                              <a:lumOff val="15000"/>
                            </a:schemeClr>
                          </a:solidFill>
                        </a:rPr>
                        <a:t>学习</a:t>
                      </a:r>
                      <a:r>
                        <a:rPr lang="en-US" altLang="zh-CN" sz="1600" spc="300" dirty="0">
                          <a:solidFill>
                            <a:schemeClr val="tx1">
                              <a:lumMod val="85000"/>
                              <a:lumOff val="15000"/>
                            </a:schemeClr>
                          </a:solidFill>
                        </a:rPr>
                        <a:t>TAIC</a:t>
                      </a:r>
                      <a:r>
                        <a:rPr lang="zh-CN" altLang="en-US" sz="1600" spc="300" dirty="0">
                          <a:solidFill>
                            <a:schemeClr val="tx1">
                              <a:lumMod val="85000"/>
                              <a:lumOff val="15000"/>
                            </a:schemeClr>
                          </a:solidFill>
                        </a:rPr>
                        <a:t>中执行流模型的原理与设计思路，分析</a:t>
                      </a:r>
                      <a:r>
                        <a:rPr lang="en-US" altLang="zh-CN" sz="1600" spc="300" dirty="0">
                          <a:solidFill>
                            <a:schemeClr val="tx1">
                              <a:lumMod val="85000"/>
                              <a:lumOff val="15000"/>
                            </a:schemeClr>
                          </a:solidFill>
                        </a:rPr>
                        <a:t>Starry-OS</a:t>
                      </a:r>
                      <a:r>
                        <a:rPr lang="zh-CN" altLang="en-US" sz="1600" spc="300" dirty="0">
                          <a:solidFill>
                            <a:schemeClr val="tx1">
                              <a:lumMod val="85000"/>
                              <a:lumOff val="15000"/>
                            </a:schemeClr>
                          </a:solidFill>
                        </a:rPr>
                        <a:t>源代码。</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accent1"/>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10001"/>
                  </a:ext>
                </a:extLst>
              </a:tr>
              <a:tr h="551088">
                <a:tc>
                  <a:txBody>
                    <a:bodyPr/>
                    <a:lstStyle/>
                    <a:p>
                      <a:pPr algn="ctr"/>
                      <a:r>
                        <a:rPr lang="zh-CN" altLang="zh-CN" sz="1600" kern="1200" spc="300" dirty="0">
                          <a:solidFill>
                            <a:schemeClr val="tx1">
                              <a:lumMod val="85000"/>
                              <a:lumOff val="15000"/>
                            </a:schemeClr>
                          </a:solidFill>
                          <a:latin typeface="+mn-lt"/>
                          <a:ea typeface="+mn-ea"/>
                          <a:cs typeface="+mn-cs"/>
                        </a:rPr>
                        <a:t>第</a:t>
                      </a:r>
                      <a:r>
                        <a:rPr lang="en-US" altLang="zh-CN" sz="1600" kern="1200" spc="300" dirty="0">
                          <a:solidFill>
                            <a:schemeClr val="tx1">
                              <a:lumMod val="85000"/>
                              <a:lumOff val="15000"/>
                            </a:schemeClr>
                          </a:solidFill>
                          <a:latin typeface="+mn-lt"/>
                          <a:ea typeface="+mn-ea"/>
                          <a:cs typeface="+mn-cs"/>
                        </a:rPr>
                        <a:t>3-6</a:t>
                      </a:r>
                      <a:r>
                        <a:rPr lang="zh-CN" altLang="zh-CN" sz="1600" kern="1200" spc="300" dirty="0">
                          <a:solidFill>
                            <a:schemeClr val="tx1">
                              <a:lumMod val="85000"/>
                              <a:lumOff val="15000"/>
                            </a:schemeClr>
                          </a:solidFill>
                          <a:latin typeface="+mn-lt"/>
                          <a:ea typeface="+mn-ea"/>
                          <a:cs typeface="+mn-cs"/>
                        </a:rPr>
                        <a:t>周</a:t>
                      </a:r>
                      <a:endParaRPr lang="zh-CN" altLang="en-US" sz="1600" kern="1200" spc="300" dirty="0">
                        <a:solidFill>
                          <a:schemeClr val="tx1">
                            <a:lumMod val="85000"/>
                            <a:lumOff val="15000"/>
                          </a:schemeClr>
                        </a:solidFill>
                        <a:latin typeface="+mn-lt"/>
                        <a:ea typeface="+mn-ea"/>
                        <a:cs typeface="+mn-cs"/>
                      </a:endParaRPr>
                    </a:p>
                  </a:txBody>
                  <a:tcPr anchor="ctr">
                    <a:lnR w="12700" cap="flat" cmpd="sng" algn="ctr">
                      <a:no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l"/>
                      <a:r>
                        <a:rPr lang="zh-CN" altLang="en-US" sz="1600" spc="300" dirty="0">
                          <a:solidFill>
                            <a:schemeClr val="tx1">
                              <a:lumMod val="85000"/>
                              <a:lumOff val="15000"/>
                            </a:schemeClr>
                          </a:solidFill>
                        </a:rPr>
                        <a:t>在</a:t>
                      </a:r>
                      <a:r>
                        <a:rPr lang="en-US" altLang="zh-CN" sz="1600" spc="300" dirty="0">
                          <a:solidFill>
                            <a:schemeClr val="tx1">
                              <a:lumMod val="85000"/>
                              <a:lumOff val="15000"/>
                            </a:schemeClr>
                          </a:solidFill>
                        </a:rPr>
                        <a:t>Starry-OS</a:t>
                      </a:r>
                      <a:r>
                        <a:rPr lang="zh-CN" altLang="en-US" sz="1600" spc="300" dirty="0">
                          <a:solidFill>
                            <a:schemeClr val="tx1">
                              <a:lumMod val="85000"/>
                              <a:lumOff val="15000"/>
                            </a:schemeClr>
                          </a:solidFill>
                        </a:rPr>
                        <a:t>上设计并实现执行流任务模型与任务调度器。</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10002"/>
                  </a:ext>
                </a:extLst>
              </a:tr>
              <a:tr h="551088">
                <a:tc>
                  <a:txBody>
                    <a:bodyPr/>
                    <a:lstStyle/>
                    <a:p>
                      <a:pPr algn="ctr"/>
                      <a:r>
                        <a:rPr lang="zh-CN" altLang="zh-CN" sz="1600" kern="1200" spc="300" dirty="0">
                          <a:solidFill>
                            <a:schemeClr val="tx1">
                              <a:lumMod val="85000"/>
                              <a:lumOff val="15000"/>
                            </a:schemeClr>
                          </a:solidFill>
                          <a:latin typeface="+mn-lt"/>
                          <a:ea typeface="+mn-ea"/>
                          <a:cs typeface="+mn-cs"/>
                        </a:rPr>
                        <a:t>第</a:t>
                      </a:r>
                      <a:r>
                        <a:rPr lang="en-US" altLang="zh-CN" sz="1600" kern="1200" spc="300" dirty="0">
                          <a:solidFill>
                            <a:schemeClr val="tx1">
                              <a:lumMod val="85000"/>
                              <a:lumOff val="15000"/>
                            </a:schemeClr>
                          </a:solidFill>
                          <a:latin typeface="+mn-lt"/>
                          <a:ea typeface="+mn-ea"/>
                          <a:cs typeface="+mn-cs"/>
                        </a:rPr>
                        <a:t>6-8</a:t>
                      </a:r>
                      <a:r>
                        <a:rPr lang="zh-CN" altLang="zh-CN" sz="1600" kern="1200" spc="300" dirty="0">
                          <a:solidFill>
                            <a:schemeClr val="tx1">
                              <a:lumMod val="85000"/>
                              <a:lumOff val="15000"/>
                            </a:schemeClr>
                          </a:solidFill>
                          <a:latin typeface="+mn-lt"/>
                          <a:ea typeface="+mn-ea"/>
                          <a:cs typeface="+mn-cs"/>
                        </a:rPr>
                        <a:t>周</a:t>
                      </a:r>
                      <a:endParaRPr lang="zh-CN" altLang="en-US" sz="1600" kern="1200" spc="300" dirty="0">
                        <a:solidFill>
                          <a:schemeClr val="tx1">
                            <a:lumMod val="85000"/>
                            <a:lumOff val="15000"/>
                          </a:schemeClr>
                        </a:solidFill>
                        <a:latin typeface="+mn-lt"/>
                        <a:ea typeface="+mn-ea"/>
                        <a:cs typeface="+mn-cs"/>
                      </a:endParaRPr>
                    </a:p>
                  </a:txBody>
                  <a:tcPr anchor="ctr">
                    <a:lnR w="12700" cap="flat" cmpd="sng" algn="ctr">
                      <a:no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l"/>
                      <a:r>
                        <a:rPr lang="zh-CN" altLang="en-US" sz="1600" spc="300" dirty="0">
                          <a:solidFill>
                            <a:schemeClr val="tx1">
                              <a:lumMod val="85000"/>
                              <a:lumOff val="15000"/>
                            </a:schemeClr>
                          </a:solidFill>
                        </a:rPr>
                        <a:t>修改中断响应与</a:t>
                      </a:r>
                      <a:r>
                        <a:rPr lang="en-US" altLang="zh-CN" sz="1600" spc="300" dirty="0">
                          <a:solidFill>
                            <a:schemeClr val="tx1">
                              <a:lumMod val="85000"/>
                              <a:lumOff val="15000"/>
                            </a:schemeClr>
                          </a:solidFill>
                        </a:rPr>
                        <a:t>IPC</a:t>
                      </a:r>
                      <a:r>
                        <a:rPr lang="zh-CN" altLang="en-US" sz="1600" spc="300" dirty="0">
                          <a:solidFill>
                            <a:schemeClr val="tx1">
                              <a:lumMod val="85000"/>
                              <a:lumOff val="15000"/>
                            </a:schemeClr>
                          </a:solidFill>
                        </a:rPr>
                        <a:t>转换为任务切换。</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10003"/>
                  </a:ext>
                </a:extLst>
              </a:tr>
              <a:tr h="551088">
                <a:tc>
                  <a:txBody>
                    <a:bodyPr/>
                    <a:lstStyle/>
                    <a:p>
                      <a:pPr algn="ctr"/>
                      <a:r>
                        <a:rPr lang="zh-CN" altLang="zh-CN" sz="1600" kern="1200" spc="300" dirty="0">
                          <a:solidFill>
                            <a:schemeClr val="tx1">
                              <a:lumMod val="85000"/>
                              <a:lumOff val="15000"/>
                            </a:schemeClr>
                          </a:solidFill>
                          <a:latin typeface="+mn-lt"/>
                          <a:ea typeface="+mn-ea"/>
                          <a:cs typeface="+mn-cs"/>
                        </a:rPr>
                        <a:t>第</a:t>
                      </a:r>
                      <a:r>
                        <a:rPr lang="en-US" altLang="zh-CN" sz="1600" kern="1200" spc="300" dirty="0">
                          <a:solidFill>
                            <a:schemeClr val="tx1">
                              <a:lumMod val="85000"/>
                              <a:lumOff val="15000"/>
                            </a:schemeClr>
                          </a:solidFill>
                          <a:latin typeface="+mn-lt"/>
                          <a:ea typeface="+mn-ea"/>
                          <a:cs typeface="+mn-cs"/>
                        </a:rPr>
                        <a:t>8-10</a:t>
                      </a:r>
                      <a:r>
                        <a:rPr lang="zh-CN" altLang="zh-CN" sz="1600" kern="1200" spc="300" dirty="0">
                          <a:solidFill>
                            <a:schemeClr val="tx1">
                              <a:lumMod val="85000"/>
                              <a:lumOff val="15000"/>
                            </a:schemeClr>
                          </a:solidFill>
                          <a:latin typeface="+mn-lt"/>
                          <a:ea typeface="+mn-ea"/>
                          <a:cs typeface="+mn-cs"/>
                        </a:rPr>
                        <a:t>周</a:t>
                      </a:r>
                      <a:endParaRPr lang="zh-CN" altLang="en-US" sz="1600" kern="1200" spc="300" dirty="0">
                        <a:solidFill>
                          <a:schemeClr val="tx1">
                            <a:lumMod val="85000"/>
                            <a:lumOff val="15000"/>
                          </a:schemeClr>
                        </a:solidFill>
                        <a:latin typeface="+mn-lt"/>
                        <a:ea typeface="+mn-ea"/>
                        <a:cs typeface="+mn-cs"/>
                      </a:endParaRPr>
                    </a:p>
                  </a:txBody>
                  <a:tcPr anchor="ctr">
                    <a:lnR w="12700" cap="flat" cmpd="sng" algn="ctr">
                      <a:no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l"/>
                      <a:r>
                        <a:rPr lang="zh-CN" altLang="en-US" sz="1600" spc="300" dirty="0">
                          <a:solidFill>
                            <a:schemeClr val="tx1">
                              <a:lumMod val="85000"/>
                              <a:lumOff val="15000"/>
                            </a:schemeClr>
                          </a:solidFill>
                        </a:rPr>
                        <a:t>进行模块化改造与优化调度算法。</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10004"/>
                  </a:ext>
                </a:extLst>
              </a:tr>
              <a:tr h="551088">
                <a:tc>
                  <a:txBody>
                    <a:bodyPr/>
                    <a:lstStyle/>
                    <a:p>
                      <a:pPr algn="ctr"/>
                      <a:r>
                        <a:rPr lang="zh-CN" altLang="zh-CN" sz="1600" kern="1200" spc="300" dirty="0">
                          <a:solidFill>
                            <a:schemeClr val="tx1">
                              <a:lumMod val="85000"/>
                              <a:lumOff val="15000"/>
                            </a:schemeClr>
                          </a:solidFill>
                          <a:latin typeface="+mn-lt"/>
                          <a:ea typeface="+mn-ea"/>
                          <a:cs typeface="+mn-cs"/>
                        </a:rPr>
                        <a:t>第</a:t>
                      </a:r>
                      <a:r>
                        <a:rPr lang="en-US" altLang="zh-CN" sz="1600" kern="1200" spc="300" dirty="0">
                          <a:solidFill>
                            <a:schemeClr val="tx1">
                              <a:lumMod val="85000"/>
                              <a:lumOff val="15000"/>
                            </a:schemeClr>
                          </a:solidFill>
                          <a:latin typeface="+mn-lt"/>
                          <a:ea typeface="+mn-ea"/>
                          <a:cs typeface="+mn-cs"/>
                        </a:rPr>
                        <a:t>10-12</a:t>
                      </a:r>
                      <a:r>
                        <a:rPr lang="zh-CN" altLang="zh-CN" sz="1600" kern="1200" spc="300" dirty="0">
                          <a:solidFill>
                            <a:schemeClr val="tx1">
                              <a:lumMod val="85000"/>
                              <a:lumOff val="15000"/>
                            </a:schemeClr>
                          </a:solidFill>
                          <a:latin typeface="+mn-lt"/>
                          <a:ea typeface="+mn-ea"/>
                          <a:cs typeface="+mn-cs"/>
                        </a:rPr>
                        <a:t>周</a:t>
                      </a:r>
                      <a:endParaRPr lang="zh-CN" altLang="en-US" sz="1600" kern="1200" spc="300" dirty="0">
                        <a:solidFill>
                          <a:schemeClr val="tx1">
                            <a:lumMod val="85000"/>
                            <a:lumOff val="15000"/>
                          </a:schemeClr>
                        </a:solidFill>
                        <a:latin typeface="+mn-lt"/>
                        <a:ea typeface="+mn-ea"/>
                        <a:cs typeface="+mn-cs"/>
                      </a:endParaRPr>
                    </a:p>
                  </a:txBody>
                  <a:tcPr anchor="ctr">
                    <a:lnR w="12700" cap="flat" cmpd="sng" algn="ctr">
                      <a:no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l"/>
                      <a:r>
                        <a:rPr lang="zh-CN" altLang="en-US" sz="1600" spc="300" dirty="0">
                          <a:solidFill>
                            <a:schemeClr val="tx1">
                              <a:lumMod val="85000"/>
                              <a:lumOff val="15000"/>
                            </a:schemeClr>
                          </a:solidFill>
                        </a:rPr>
                        <a:t>进行性能测试。</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980225710"/>
                  </a:ext>
                </a:extLst>
              </a:tr>
              <a:tr h="551088">
                <a:tc>
                  <a:txBody>
                    <a:bodyPr/>
                    <a:lstStyle/>
                    <a:p>
                      <a:pPr algn="ctr"/>
                      <a:r>
                        <a:rPr lang="zh-CN" altLang="en-US" sz="1600" spc="300" dirty="0">
                          <a:solidFill>
                            <a:schemeClr val="tx1">
                              <a:lumMod val="85000"/>
                              <a:lumOff val="15000"/>
                            </a:schemeClr>
                          </a:solidFill>
                        </a:rPr>
                        <a:t>第</a:t>
                      </a:r>
                      <a:r>
                        <a:rPr lang="en-US" altLang="zh-CN" sz="1600" spc="300" dirty="0">
                          <a:solidFill>
                            <a:schemeClr val="tx1">
                              <a:lumMod val="85000"/>
                              <a:lumOff val="15000"/>
                            </a:schemeClr>
                          </a:solidFill>
                        </a:rPr>
                        <a:t>12-14</a:t>
                      </a:r>
                      <a:r>
                        <a:rPr lang="zh-CN" altLang="en-US" sz="1600" spc="300" dirty="0">
                          <a:solidFill>
                            <a:schemeClr val="tx1">
                              <a:lumMod val="85000"/>
                              <a:lumOff val="15000"/>
                            </a:schemeClr>
                          </a:solidFill>
                        </a:rPr>
                        <a:t>周</a:t>
                      </a:r>
                      <a:endParaRPr lang="zh-CN" altLang="en-US" sz="1600" kern="1200" spc="300" dirty="0">
                        <a:solidFill>
                          <a:schemeClr val="tx1">
                            <a:lumMod val="85000"/>
                            <a:lumOff val="15000"/>
                          </a:schemeClr>
                        </a:solidFill>
                        <a:latin typeface="+mn-lt"/>
                        <a:ea typeface="+mn-ea"/>
                        <a:cs typeface="+mn-cs"/>
                      </a:endParaRPr>
                    </a:p>
                  </a:txBody>
                  <a:tcPr anchor="ctr">
                    <a:lnR w="12700" cap="flat" cmpd="sng" algn="ctr">
                      <a:no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l"/>
                      <a:r>
                        <a:rPr lang="zh-CN" altLang="en-US" sz="1600" spc="300" dirty="0">
                          <a:solidFill>
                            <a:schemeClr val="tx1">
                              <a:lumMod val="85000"/>
                              <a:lumOff val="15000"/>
                            </a:schemeClr>
                          </a:solidFill>
                        </a:rPr>
                        <a:t>整理测试结果，撰写毕业论文和其外文翻译并完善文档</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2193371479"/>
                  </a:ext>
                </a:extLst>
              </a:tr>
              <a:tr h="551088">
                <a:tc>
                  <a:txBody>
                    <a:bodyPr/>
                    <a:lstStyle/>
                    <a:p>
                      <a:pPr algn="ctr"/>
                      <a:r>
                        <a:rPr lang="zh-CN" altLang="zh-CN" sz="1600" kern="1200" spc="300" dirty="0">
                          <a:solidFill>
                            <a:schemeClr val="tx1">
                              <a:lumMod val="85000"/>
                              <a:lumOff val="15000"/>
                            </a:schemeClr>
                          </a:solidFill>
                          <a:latin typeface="+mn-lt"/>
                          <a:ea typeface="+mn-ea"/>
                          <a:cs typeface="+mn-cs"/>
                        </a:rPr>
                        <a:t>第</a:t>
                      </a:r>
                      <a:r>
                        <a:rPr lang="en-US" altLang="zh-CN" sz="1600" kern="1200" spc="300" dirty="0">
                          <a:solidFill>
                            <a:schemeClr val="tx1">
                              <a:lumMod val="85000"/>
                              <a:lumOff val="15000"/>
                            </a:schemeClr>
                          </a:solidFill>
                          <a:latin typeface="+mn-lt"/>
                          <a:ea typeface="+mn-ea"/>
                          <a:cs typeface="+mn-cs"/>
                        </a:rPr>
                        <a:t>14-15</a:t>
                      </a:r>
                      <a:r>
                        <a:rPr lang="zh-CN" altLang="zh-CN" sz="1600" kern="1200" spc="300" dirty="0">
                          <a:solidFill>
                            <a:schemeClr val="tx1">
                              <a:lumMod val="85000"/>
                              <a:lumOff val="15000"/>
                            </a:schemeClr>
                          </a:solidFill>
                          <a:latin typeface="+mn-lt"/>
                          <a:ea typeface="+mn-ea"/>
                          <a:cs typeface="+mn-cs"/>
                        </a:rPr>
                        <a:t>周</a:t>
                      </a:r>
                      <a:endParaRPr lang="zh-CN" altLang="en-US" sz="1600" kern="1200" spc="300" dirty="0">
                        <a:solidFill>
                          <a:schemeClr val="tx1">
                            <a:lumMod val="85000"/>
                            <a:lumOff val="15000"/>
                          </a:schemeClr>
                        </a:solidFill>
                        <a:latin typeface="+mn-lt"/>
                        <a:ea typeface="+mn-ea"/>
                        <a:cs typeface="+mn-cs"/>
                      </a:endParaRPr>
                    </a:p>
                  </a:txBody>
                  <a:tcPr anchor="ctr">
                    <a:lnR w="12700" cap="flat" cmpd="sng" algn="ctr">
                      <a:no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l"/>
                      <a:r>
                        <a:rPr lang="zh-CN" altLang="en-US" sz="1600" spc="300" dirty="0">
                          <a:solidFill>
                            <a:schemeClr val="tx1">
                              <a:lumMod val="85000"/>
                              <a:lumOff val="15000"/>
                            </a:schemeClr>
                          </a:solidFill>
                        </a:rPr>
                        <a:t>准备并完成毕业答辩。</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1262862746"/>
                  </a:ext>
                </a:extLst>
              </a:tr>
            </a:tbl>
          </a:graphicData>
        </a:graphic>
      </p:graphicFrame>
    </p:spTree>
    <p:extLst>
      <p:ext uri="{BB962C8B-B14F-4D97-AF65-F5344CB8AC3E}">
        <p14:creationId xmlns:p14="http://schemas.microsoft.com/office/powerpoint/2010/main" val="3894218127"/>
      </p:ext>
    </p:extLst>
  </p:cSld>
  <p:clrMapOvr>
    <a:masterClrMapping/>
  </p:clrMapOvr>
  <p:transition spd="med">
    <p:pull/>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a:extLst>
              <a:ext uri="{FF2B5EF4-FFF2-40B4-BE49-F238E27FC236}">
                <a16:creationId xmlns:a16="http://schemas.microsoft.com/office/drawing/2014/main" id="{A453CE20-6C14-4C4C-84F7-26422658A810}"/>
              </a:ext>
            </a:extLst>
          </p:cNvPr>
          <p:cNvSpPr txBox="1">
            <a:spLocks/>
          </p:cNvSpPr>
          <p:nvPr/>
        </p:nvSpPr>
        <p:spPr>
          <a:xfrm>
            <a:off x="803276" y="4611630"/>
            <a:ext cx="10585448" cy="892503"/>
          </a:xfrm>
          <a:prstGeom prst="rect">
            <a:avLst/>
          </a:prstGeom>
        </p:spPr>
        <p:txBody>
          <a:bodyPr tIns="0" bIns="0" anchor="ctr" anchorCtr="0">
            <a:normAutofit fontScale="97500"/>
          </a:bodyPr>
          <a:lstStyle>
            <a:lvl1pPr algn="l" defTabSz="914400" rtl="0" eaLnBrk="1" latinLnBrk="0" hangingPunct="1">
              <a:lnSpc>
                <a:spcPct val="90000"/>
              </a:lnSpc>
              <a:spcBef>
                <a:spcPct val="0"/>
              </a:spcBef>
              <a:buNone/>
              <a:defRPr sz="3600" kern="1200">
                <a:solidFill>
                  <a:schemeClr val="tx1"/>
                </a:solidFill>
                <a:latin typeface="+mj-lt"/>
                <a:ea typeface="+mj-ea"/>
                <a:cs typeface="+mj-cs"/>
              </a:defRPr>
            </a:lvl1pPr>
          </a:lstStyle>
          <a:p>
            <a:pPr algn="ctr"/>
            <a:r>
              <a:rPr lang="zh-CN" altLang="en-US" sz="4000" b="1" dirty="0"/>
              <a:t>感谢老师的悉心指导</a:t>
            </a:r>
          </a:p>
        </p:txBody>
      </p:sp>
      <p:sp>
        <p:nvSpPr>
          <p:cNvPr id="7" name="副标题 2">
            <a:extLst>
              <a:ext uri="{FF2B5EF4-FFF2-40B4-BE49-F238E27FC236}">
                <a16:creationId xmlns:a16="http://schemas.microsoft.com/office/drawing/2014/main" id="{831FADC7-207E-7B4E-8BBD-42F82FE1F818}"/>
              </a:ext>
            </a:extLst>
          </p:cNvPr>
          <p:cNvSpPr txBox="1">
            <a:spLocks/>
          </p:cNvSpPr>
          <p:nvPr/>
        </p:nvSpPr>
        <p:spPr>
          <a:xfrm>
            <a:off x="803276" y="5297168"/>
            <a:ext cx="10585448" cy="508452"/>
          </a:xfrm>
          <a:prstGeom prst="rect">
            <a:avLst/>
          </a:prstGeom>
        </p:spPr>
        <p:txBody>
          <a:bodyPr anchor="ctr" anchorCtr="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altLang="zh-CN" sz="1800" dirty="0">
                <a:solidFill>
                  <a:schemeClr val="accent3"/>
                </a:solidFill>
              </a:rPr>
              <a:t>Thanks for Your Attention</a:t>
            </a:r>
          </a:p>
        </p:txBody>
      </p:sp>
    </p:spTree>
    <p:extLst>
      <p:ext uri="{BB962C8B-B14F-4D97-AF65-F5344CB8AC3E}">
        <p14:creationId xmlns:p14="http://schemas.microsoft.com/office/powerpoint/2010/main" val="2635623735"/>
      </p:ext>
    </p:extLst>
  </p:cSld>
  <p:clrMapOvr>
    <a:masterClrMapping/>
  </p:clrMapOvr>
  <p:transition spd="med">
    <p:pull/>
  </p:transition>
</p:sld>
</file>

<file path=ppt/tags/tag1.xml><?xml version="1.0" encoding="utf-8"?>
<p:tagLst xmlns:a="http://schemas.openxmlformats.org/drawingml/2006/main" xmlns:r="http://schemas.openxmlformats.org/officeDocument/2006/relationships" xmlns:p="http://schemas.openxmlformats.org/presentationml/2006/main">
  <p:tag name="PA" val="v5.1.2"/>
</p:tagLst>
</file>

<file path=ppt/tags/tag2.xml><?xml version="1.0" encoding="utf-8"?>
<p:tagLst xmlns:a="http://schemas.openxmlformats.org/drawingml/2006/main" xmlns:r="http://schemas.openxmlformats.org/officeDocument/2006/relationships" xmlns:p="http://schemas.openxmlformats.org/presentationml/2006/main">
  <p:tag name="PA" val="v5.1.2"/>
</p:tagLst>
</file>

<file path=ppt/tags/tag3.xml><?xml version="1.0" encoding="utf-8"?>
<p:tagLst xmlns:a="http://schemas.openxmlformats.org/drawingml/2006/main" xmlns:r="http://schemas.openxmlformats.org/officeDocument/2006/relationships" xmlns:p="http://schemas.openxmlformats.org/presentationml/2006/main">
  <p:tag name="PA" val="v5.1.2"/>
</p:tagLst>
</file>

<file path=ppt/tags/tag4.xml><?xml version="1.0" encoding="utf-8"?>
<p:tagLst xmlns:a="http://schemas.openxmlformats.org/drawingml/2006/main" xmlns:r="http://schemas.openxmlformats.org/officeDocument/2006/relationships" xmlns:p="http://schemas.openxmlformats.org/presentationml/2006/main">
  <p:tag name="PA" val="v5.1.2"/>
</p:tagLst>
</file>

<file path=ppt/tags/tag5.xml><?xml version="1.0" encoding="utf-8"?>
<p:tagLst xmlns:a="http://schemas.openxmlformats.org/drawingml/2006/main" xmlns:r="http://schemas.openxmlformats.org/officeDocument/2006/relationships" xmlns:p="http://schemas.openxmlformats.org/presentationml/2006/main">
  <p:tag name="PA" val="v5.1.2"/>
</p:tagLst>
</file>

<file path=ppt/tags/tag6.xml><?xml version="1.0" encoding="utf-8"?>
<p:tagLst xmlns:a="http://schemas.openxmlformats.org/drawingml/2006/main" xmlns:r="http://schemas.openxmlformats.org/officeDocument/2006/relationships" xmlns:p="http://schemas.openxmlformats.org/presentationml/2006/main">
  <p:tag name="PA" val="v5.1.2"/>
</p:tagLst>
</file>

<file path=ppt/tags/tag7.xml><?xml version="1.0" encoding="utf-8"?>
<p:tagLst xmlns:a="http://schemas.openxmlformats.org/drawingml/2006/main" xmlns:r="http://schemas.openxmlformats.org/officeDocument/2006/relationships" xmlns:p="http://schemas.openxmlformats.org/presentationml/2006/main">
  <p:tag name="PA" val="v5.1.2"/>
</p:tagLst>
</file>

<file path=ppt/tags/tag8.xml><?xml version="1.0" encoding="utf-8"?>
<p:tagLst xmlns:a="http://schemas.openxmlformats.org/drawingml/2006/main" xmlns:r="http://schemas.openxmlformats.org/officeDocument/2006/relationships" xmlns:p="http://schemas.openxmlformats.org/presentationml/2006/main">
  <p:tag name="PA" val="v5.1.2"/>
</p:tagLst>
</file>

<file path=ppt/tags/tag9.xml><?xml version="1.0" encoding="utf-8"?>
<p:tagLst xmlns:a="http://schemas.openxmlformats.org/drawingml/2006/main" xmlns:r="http://schemas.openxmlformats.org/officeDocument/2006/relationships" xmlns:p="http://schemas.openxmlformats.org/presentationml/2006/main">
  <p:tag name="PA" val="v5.1.2"/>
</p:tagLst>
</file>

<file path=ppt/theme/theme1.xml><?xml version="1.0" encoding="utf-8"?>
<a:theme xmlns:a="http://schemas.openxmlformats.org/drawingml/2006/main" name="1_Office 主题​​">
  <a:themeElements>
    <a:clrScheme name="自定义 34">
      <a:dk1>
        <a:sysClr val="windowText" lastClr="000000"/>
      </a:dk1>
      <a:lt1>
        <a:sysClr val="window" lastClr="FFFFFF"/>
      </a:lt1>
      <a:dk2>
        <a:srgbClr val="006C39"/>
      </a:dk2>
      <a:lt2>
        <a:srgbClr val="FFFFFF"/>
      </a:lt2>
      <a:accent1>
        <a:srgbClr val="006C39"/>
      </a:accent1>
      <a:accent2>
        <a:srgbClr val="3F3F3F"/>
      </a:accent2>
      <a:accent3>
        <a:srgbClr val="A2A2A2"/>
      </a:accent3>
      <a:accent4>
        <a:srgbClr val="A13F0B"/>
      </a:accent4>
      <a:accent5>
        <a:srgbClr val="4EB3CF"/>
      </a:accent5>
      <a:accent6>
        <a:srgbClr val="51C3F9"/>
      </a:accent6>
      <a:hlink>
        <a:srgbClr val="EE7B08"/>
      </a:hlink>
      <a:folHlink>
        <a:srgbClr val="977B2D"/>
      </a:folHlink>
    </a:clrScheme>
    <a:fontScheme name="自定义 1">
      <a:majorFont>
        <a:latin typeface="微软雅黑"/>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289</TotalTime>
  <Words>686</Words>
  <Application>Microsoft Office PowerPoint</Application>
  <PresentationFormat>宽屏</PresentationFormat>
  <Paragraphs>83</Paragraphs>
  <Slides>14</Slides>
  <Notes>1</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14</vt:i4>
      </vt:variant>
    </vt:vector>
  </HeadingPairs>
  <TitlesOfParts>
    <vt:vector size="21" baseType="lpstr">
      <vt:lpstr>等线</vt:lpstr>
      <vt:lpstr>微软雅黑</vt:lpstr>
      <vt:lpstr>微软雅黑 Light</vt:lpstr>
      <vt:lpstr>Arial</vt:lpstr>
      <vt:lpstr>Century Gothic</vt:lpstr>
      <vt:lpstr>Times New Roman</vt:lpstr>
      <vt:lpstr>1_Office 主题​​</vt:lpstr>
      <vt:lpstr>PowerPoint 演示文稿</vt:lpstr>
      <vt:lpstr>PowerPoint 演示文稿</vt:lpstr>
      <vt:lpstr>PowerPoint 演示文稿</vt:lpstr>
      <vt:lpstr>研究背景</vt:lpstr>
      <vt:lpstr>现有研究：TAIC</vt:lpstr>
      <vt:lpstr>实验操作系统平台</vt:lpstr>
      <vt:lpstr>PowerPoint 演示文稿</vt:lpstr>
      <vt:lpstr>研究目标</vt:lpstr>
      <vt:lpstr>主要内容</vt:lpstr>
      <vt:lpstr>主要内容</vt:lpstr>
      <vt:lpstr>研究意义</vt:lpstr>
      <vt:lpstr>PowerPoint 演示文稿</vt:lpstr>
      <vt:lpstr>研究计划</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阳 肖</dc:creator>
  <cp:lastModifiedBy>阳 肖</cp:lastModifiedBy>
  <cp:revision>3</cp:revision>
  <dcterms:created xsi:type="dcterms:W3CDTF">2025-12-27T09:48:44Z</dcterms:created>
  <dcterms:modified xsi:type="dcterms:W3CDTF">2025-12-29T06:18:29Z</dcterms:modified>
</cp:coreProperties>
</file>