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
  </p:notesMasterIdLst>
  <p:sldIdLst>
    <p:sldId id="1837" r:id="rId2"/>
    <p:sldId id="1729" r:id="rId3"/>
    <p:sldId id="1902" r:id="rId4"/>
    <p:sldId id="1945" r:id="rId5"/>
    <p:sldId id="1946" r:id="rId6"/>
    <p:sldId id="1947" r:id="rId7"/>
    <p:sldId id="1907" r:id="rId8"/>
    <p:sldId id="1948" r:id="rId9"/>
    <p:sldId id="1949" r:id="rId10"/>
    <p:sldId id="1944" r:id="rId11"/>
    <p:sldId id="183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C39"/>
    <a:srgbClr val="D5E9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1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AAF9A-BC19-40BC-BACA-8FD1E2461312}" type="datetimeFigureOut">
              <a:rPr lang="zh-CN" altLang="en-US" smtClean="0"/>
              <a:t>2026/4/1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A5FC2B-04CF-48F3-AE77-47081C74735E}" type="slidenum">
              <a:rPr lang="zh-CN" altLang="en-US" smtClean="0"/>
              <a:t>‹#›</a:t>
            </a:fld>
            <a:endParaRPr lang="zh-CN" altLang="en-US"/>
          </a:p>
        </p:txBody>
      </p:sp>
    </p:spTree>
    <p:extLst>
      <p:ext uri="{BB962C8B-B14F-4D97-AF65-F5344CB8AC3E}">
        <p14:creationId xmlns:p14="http://schemas.microsoft.com/office/powerpoint/2010/main" val="4064645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25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fontAlgn="base">
              <a:spcBef>
                <a:spcPct val="0"/>
              </a:spcBef>
              <a:spcAft>
                <a:spcPct val="0"/>
              </a:spcAft>
            </a:pPr>
            <a:fld id="{3719AF1A-C455-4844-80A4-D9AEE66907DC}" type="slidenum">
              <a:rPr lang="zh-CN" altLang="en-US" smtClean="0">
                <a:latin typeface="等线" panose="02010600030101010101" pitchFamily="2" charset="-122"/>
                <a:ea typeface="等线" panose="02010600030101010101" pitchFamily="2" charset="-122"/>
              </a:rPr>
              <a:pPr fontAlgn="base">
                <a:spcBef>
                  <a:spcPct val="0"/>
                </a:spcBef>
                <a:spcAft>
                  <a:spcPct val="0"/>
                </a:spcAft>
              </a:pPr>
              <a:t>2</a:t>
            </a:fld>
            <a:endParaRPr lang="zh-CN" altLang="en-US">
              <a:latin typeface="等线" panose="02010600030101010101" pitchFamily="2" charset="-122"/>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27.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14.png"/><Relationship Id="rId4" Type="http://schemas.microsoft.com/office/2007/relationships/hdphoto" Target="../media/hdphoto2.wdp"/></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191375" y="133072"/>
            <a:ext cx="6791691" cy="6535793"/>
          </a:xfrm>
          <a:prstGeom prst="rect">
            <a:avLst/>
          </a:prstGeom>
        </p:spPr>
      </p:pic>
      <p:sp>
        <p:nvSpPr>
          <p:cNvPr id="7" name="矩形 6">
            <a:extLst>
              <a:ext uri="{FF2B5EF4-FFF2-40B4-BE49-F238E27FC236}">
                <a16:creationId xmlns:a16="http://schemas.microsoft.com/office/drawing/2014/main" id="{902F5BB1-3479-4B75-8121-C76027E92312}"/>
              </a:ext>
            </a:extLst>
          </p:cNvPr>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a:extLst>
              <a:ext uri="{FF2B5EF4-FFF2-40B4-BE49-F238E27FC236}">
                <a16:creationId xmlns:a16="http://schemas.microsoft.com/office/drawing/2014/main" id="{38ABF151-FDDE-4498-994E-B5F9476EFBE3}"/>
              </a:ext>
            </a:extLst>
          </p:cNvPr>
          <p:cNvSpPr>
            <a:spLocks noGrp="1"/>
          </p:cNvSpPr>
          <p:nvPr>
            <p:ph type="subTitle" idx="1"/>
          </p:nvPr>
        </p:nvSpPr>
        <p:spPr>
          <a:xfrm>
            <a:off x="3549208"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a:extLst>
              <a:ext uri="{FF2B5EF4-FFF2-40B4-BE49-F238E27FC236}">
                <a16:creationId xmlns:a16="http://schemas.microsoft.com/office/drawing/2014/main" id="{8CC37306-857E-4BB2-87D4-C5C227822D6F}"/>
              </a:ext>
            </a:extLst>
          </p:cNvPr>
          <p:cNvSpPr>
            <a:spLocks noGrp="1"/>
          </p:cNvSpPr>
          <p:nvPr>
            <p:ph type="body" sz="quarter" idx="11"/>
          </p:nvPr>
        </p:nvSpPr>
        <p:spPr>
          <a:xfrm>
            <a:off x="3549208"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a:extLst>
              <a:ext uri="{FF2B5EF4-FFF2-40B4-BE49-F238E27FC236}">
                <a16:creationId xmlns:a16="http://schemas.microsoft.com/office/drawing/2014/main" id="{F63B7C85-1073-4365-852C-DE0C04E61BED}"/>
              </a:ext>
            </a:extLst>
          </p:cNvPr>
          <p:cNvSpPr>
            <a:spLocks noGrp="1"/>
          </p:cNvSpPr>
          <p:nvPr>
            <p:ph type="body" sz="quarter" idx="12"/>
          </p:nvPr>
        </p:nvSpPr>
        <p:spPr>
          <a:xfrm>
            <a:off x="3549208"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8" name="矩形 7">
            <a:extLst>
              <a:ext uri="{FF2B5EF4-FFF2-40B4-BE49-F238E27FC236}">
                <a16:creationId xmlns:a16="http://schemas.microsoft.com/office/drawing/2014/main" id="{E2FF2961-8E0B-4CFB-9897-39262A918722}"/>
              </a:ext>
            </a:extLst>
          </p:cNvPr>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3549208" y="1484311"/>
            <a:ext cx="7287114" cy="2386807"/>
          </a:xfrm>
        </p:spPr>
        <p:txBody>
          <a:bodyPr>
            <a:noAutofit/>
          </a:bodyPr>
          <a:lstStyle>
            <a:lvl1pPr marL="0" indent="0">
              <a:lnSpc>
                <a:spcPct val="100000"/>
              </a:lnSpc>
              <a:spcBef>
                <a:spcPts val="0"/>
              </a:spcBef>
              <a:buNone/>
              <a:defRPr sz="6600" b="1">
                <a:solidFill>
                  <a:schemeClr val="tx1"/>
                </a:solidFill>
                <a:latin typeface="+mn-ea"/>
                <a:ea typeface="+mn-ea"/>
              </a:defRPr>
            </a:lvl1pPr>
          </a:lstStyle>
          <a:p>
            <a:pPr lvl="0"/>
            <a:r>
              <a:rPr lang="zh-CN" altLang="en-US" dirty="0"/>
              <a:t>单击此处</a:t>
            </a:r>
            <a:endParaRPr lang="en-US" altLang="zh-CN" dirty="0"/>
          </a:p>
          <a:p>
            <a:pPr lvl="0"/>
            <a:r>
              <a:rPr lang="zh-CN" altLang="en-US" dirty="0"/>
              <a:t>输入大标题</a:t>
            </a:r>
          </a:p>
        </p:txBody>
      </p:sp>
      <p:sp>
        <p:nvSpPr>
          <p:cNvPr id="9" name="矩形 8">
            <a:extLst>
              <a:ext uri="{FF2B5EF4-FFF2-40B4-BE49-F238E27FC236}">
                <a16:creationId xmlns:a16="http://schemas.microsoft.com/office/drawing/2014/main" id="{902F5BB1-3479-4B75-8121-C76027E92312}"/>
              </a:ext>
            </a:extLst>
          </p:cNvPr>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02F5BB1-3479-4B75-8121-C76027E92312}"/>
              </a:ext>
            </a:extLst>
          </p:cNvPr>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F269877-3713-4708-B674-1A813AB36FFC}"/>
              </a:ext>
            </a:extLst>
          </p:cNvPr>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grpSp>
        <p:nvGrpSpPr>
          <p:cNvPr id="16" name="组合 15"/>
          <p:cNvGrpSpPr/>
          <p:nvPr userDrawn="1"/>
        </p:nvGrpSpPr>
        <p:grpSpPr>
          <a:xfrm>
            <a:off x="6118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380187" y="2628491"/>
                <a:ext cx="208353" cy="2412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a:extLst>
                  <a:ext uri="{FF2B5EF4-FFF2-40B4-BE49-F238E27FC236}">
                    <a16:creationId xmlns:a16="http://schemas.microsoft.com/office/drawing/2014/main" id="{4EB45816-40C4-4065-9181-C29D2BECD84E}"/>
                  </a:ext>
                </a:extLst>
              </p:cNvPr>
              <p:cNvGrpSpPr/>
              <p:nvPr/>
            </p:nvGrpSpPr>
            <p:grpSpPr>
              <a:xfrm>
                <a:off x="10279016" y="3306476"/>
                <a:ext cx="313128" cy="329555"/>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43281D5-D15F-4210-8FEF-5D0B83A54FD6}"/>
                  </a:ext>
                </a:extLst>
              </p:cNvPr>
              <p:cNvGrpSpPr/>
              <p:nvPr/>
            </p:nvGrpSpPr>
            <p:grpSpPr>
              <a:xfrm>
                <a:off x="10268702" y="2216649"/>
                <a:ext cx="355220" cy="448646"/>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D1C2EA2-DECB-4C4E-997D-8417E76BE944}"/>
                  </a:ext>
                </a:extLst>
              </p:cNvPr>
              <p:cNvGrpSpPr/>
              <p:nvPr/>
            </p:nvGrpSpPr>
            <p:grpSpPr>
              <a:xfrm>
                <a:off x="10332867" y="2868571"/>
                <a:ext cx="238182" cy="20533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pic>
        <p:nvPicPr>
          <p:cNvPr id="41" name="图片 40"/>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06334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600575" y="133072"/>
            <a:ext cx="6791691" cy="6535793"/>
          </a:xfrm>
          <a:prstGeom prst="rect">
            <a:avLst/>
          </a:prstGeom>
        </p:spPr>
      </p:pic>
      <p:sp>
        <p:nvSpPr>
          <p:cNvPr id="3" name="副标题 2">
            <a:extLst>
              <a:ext uri="{FF2B5EF4-FFF2-40B4-BE49-F238E27FC236}">
                <a16:creationId xmlns:a16="http://schemas.microsoft.com/office/drawing/2014/main" id="{38ABF151-FDDE-4498-994E-B5F9476EFBE3}"/>
              </a:ext>
            </a:extLst>
          </p:cNvPr>
          <p:cNvSpPr>
            <a:spLocks noGrp="1"/>
          </p:cNvSpPr>
          <p:nvPr>
            <p:ph type="subTitle" idx="1"/>
          </p:nvPr>
        </p:nvSpPr>
        <p:spPr>
          <a:xfrm>
            <a:off x="1216315" y="3871615"/>
            <a:ext cx="7287114" cy="781876"/>
          </a:xfrm>
        </p:spPr>
        <p:txBody>
          <a:bodyPr>
            <a:normAutofit/>
          </a:bodyPr>
          <a:lstStyle>
            <a:lvl1pPr marL="0" indent="0" algn="l">
              <a:buNone/>
              <a:defRPr sz="3200">
                <a:solidFill>
                  <a:schemeClr val="tx1"/>
                </a:solidFill>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14" name="文本占位符 12">
            <a:extLst>
              <a:ext uri="{FF2B5EF4-FFF2-40B4-BE49-F238E27FC236}">
                <a16:creationId xmlns:a16="http://schemas.microsoft.com/office/drawing/2014/main" id="{8CC37306-857E-4BB2-87D4-C5C227822D6F}"/>
              </a:ext>
            </a:extLst>
          </p:cNvPr>
          <p:cNvSpPr>
            <a:spLocks noGrp="1"/>
          </p:cNvSpPr>
          <p:nvPr>
            <p:ph type="body" sz="quarter" idx="11"/>
          </p:nvPr>
        </p:nvSpPr>
        <p:spPr>
          <a:xfrm>
            <a:off x="1216315" y="5438453"/>
            <a:ext cx="7287114" cy="410333"/>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5" name="文本占位符 12">
            <a:extLst>
              <a:ext uri="{FF2B5EF4-FFF2-40B4-BE49-F238E27FC236}">
                <a16:creationId xmlns:a16="http://schemas.microsoft.com/office/drawing/2014/main" id="{F63B7C85-1073-4365-852C-DE0C04E61BED}"/>
              </a:ext>
            </a:extLst>
          </p:cNvPr>
          <p:cNvSpPr>
            <a:spLocks noGrp="1"/>
          </p:cNvSpPr>
          <p:nvPr>
            <p:ph type="body" sz="quarter" idx="12"/>
          </p:nvPr>
        </p:nvSpPr>
        <p:spPr>
          <a:xfrm>
            <a:off x="1216315" y="4908366"/>
            <a:ext cx="7287114"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13"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1216315" y="1484311"/>
            <a:ext cx="7287114" cy="2267551"/>
          </a:xfrm>
        </p:spPr>
        <p:txBody>
          <a:bodyPr>
            <a:normAutofit/>
          </a:bodyPr>
          <a:lstStyle>
            <a:lvl1pPr marL="0" indent="0">
              <a:spcBef>
                <a:spcPts val="0"/>
              </a:spcBef>
              <a:buNone/>
              <a:defRPr sz="6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
        <p:nvSpPr>
          <p:cNvPr id="9" name="矩形 8">
            <a:extLst>
              <a:ext uri="{FF2B5EF4-FFF2-40B4-BE49-F238E27FC236}">
                <a16:creationId xmlns:a16="http://schemas.microsoft.com/office/drawing/2014/main" id="{E2FF2961-8E0B-4CFB-9897-39262A918722}"/>
              </a:ext>
            </a:extLst>
          </p:cNvPr>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02F5BB1-3479-4B75-8121-C76027E92312}"/>
              </a:ext>
            </a:extLst>
          </p:cNvPr>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902F5BB1-3479-4B75-8121-C76027E92312}"/>
              </a:ext>
            </a:extLst>
          </p:cNvPr>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902F5BB1-3479-4B75-8121-C76027E92312}"/>
              </a:ext>
            </a:extLst>
          </p:cNvPr>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userDrawn="1"/>
        </p:nvGrpSpPr>
        <p:grpSpPr>
          <a:xfrm>
            <a:off x="9832019" y="2031917"/>
            <a:ext cx="1732861" cy="3286784"/>
            <a:chOff x="9778366" y="1977238"/>
            <a:chExt cx="1732861" cy="3286784"/>
          </a:xfrm>
          <a:solidFill>
            <a:schemeClr val="bg1">
              <a:alpha val="5000"/>
            </a:schemeClr>
          </a:solidFill>
        </p:grpSpPr>
        <p:grpSp>
          <p:nvGrpSpPr>
            <p:cNvPr id="17" name="组合 16"/>
            <p:cNvGrpSpPr/>
            <p:nvPr/>
          </p:nvGrpSpPr>
          <p:grpSpPr>
            <a:xfrm>
              <a:off x="9778366" y="2020414"/>
              <a:ext cx="567014" cy="3193100"/>
              <a:chOff x="11305242" y="2003776"/>
              <a:chExt cx="354194" cy="1994619"/>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1382341" y="3698614"/>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380187" y="2628491"/>
                <a:ext cx="208353" cy="2412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8" name="组合 17"/>
            <p:cNvGrpSpPr/>
            <p:nvPr/>
          </p:nvGrpSpPr>
          <p:grpSpPr>
            <a:xfrm>
              <a:off x="10861863" y="1977238"/>
              <a:ext cx="649364" cy="3286784"/>
              <a:chOff x="10232762" y="2216649"/>
              <a:chExt cx="405635" cy="2053139"/>
            </a:xfrm>
            <a:grpFill/>
          </p:grpSpPr>
          <p:grpSp>
            <p:nvGrpSpPr>
              <p:cNvPr id="19" name="组合 18">
                <a:extLst>
                  <a:ext uri="{FF2B5EF4-FFF2-40B4-BE49-F238E27FC236}">
                    <a16:creationId xmlns:a16="http://schemas.microsoft.com/office/drawing/2014/main" id="{4EB45816-40C4-4065-9181-C29D2BECD84E}"/>
                  </a:ext>
                </a:extLst>
              </p:cNvPr>
              <p:cNvGrpSpPr/>
              <p:nvPr/>
            </p:nvGrpSpPr>
            <p:grpSpPr>
              <a:xfrm>
                <a:off x="10279016" y="3306476"/>
                <a:ext cx="313128" cy="329555"/>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43281D5-D15F-4210-8FEF-5D0B83A54FD6}"/>
                  </a:ext>
                </a:extLst>
              </p:cNvPr>
              <p:cNvGrpSpPr/>
              <p:nvPr/>
            </p:nvGrpSpPr>
            <p:grpSpPr>
              <a:xfrm>
                <a:off x="10268702" y="2216649"/>
                <a:ext cx="355220" cy="448646"/>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D1C2EA2-DECB-4C4E-997D-8417E76BE944}"/>
                  </a:ext>
                </a:extLst>
              </p:cNvPr>
              <p:cNvGrpSpPr/>
              <p:nvPr/>
            </p:nvGrpSpPr>
            <p:grpSpPr>
              <a:xfrm>
                <a:off x="10332867" y="2868571"/>
                <a:ext cx="238182" cy="20533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p:cNvGrpSpPr/>
              <p:nvPr/>
            </p:nvGrpSpPr>
            <p:grpSpPr>
              <a:xfrm>
                <a:off x="10232762" y="3871448"/>
                <a:ext cx="405635" cy="398340"/>
                <a:chOff x="11854992" y="1994536"/>
                <a:chExt cx="405635" cy="398340"/>
              </a:xfrm>
              <a:grpFill/>
            </p:grpSpPr>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6"/>
                  <a:ext cx="284528" cy="39834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11854992" y="2009127"/>
                  <a:ext cx="153208" cy="383749"/>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41" name="文本框 40">
            <a:extLst>
              <a:ext uri="{FF2B5EF4-FFF2-40B4-BE49-F238E27FC236}">
                <a16:creationId xmlns:a16="http://schemas.microsoft.com/office/drawing/2014/main" id="{DF269877-3713-4708-B674-1A813AB36FFC}"/>
              </a:ext>
            </a:extLst>
          </p:cNvPr>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r>
              <a:rPr lang="en-US" altLang="zh-CN" dirty="0">
                <a:solidFill>
                  <a:schemeClr val="bg1">
                    <a:alpha val="5000"/>
                  </a:schemeClr>
                </a:solidFill>
              </a:rPr>
              <a:t>BEIJING INSTITUTE OF TECHNOLOGY</a:t>
            </a:r>
          </a:p>
        </p:txBody>
      </p:sp>
      <p:pic>
        <p:nvPicPr>
          <p:cNvPr id="42" name="图片 4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24954"/>
      </p:ext>
    </p:extLst>
  </p:cSld>
  <p:clrMapOvr>
    <a:masterClrMapping/>
  </p:clrMapOvr>
  <p:extLst>
    <p:ext uri="{DCECCB84-F9BA-43D5-87BE-67443E8EF086}">
      <p15:sldGuideLst xmlns:p15="http://schemas.microsoft.com/office/powerpoint/2012/main">
        <p15:guide id="1" pos="3840">
          <p15:clr>
            <a:srgbClr val="FBAE40"/>
          </p15:clr>
        </p15:guide>
        <p15:guide id="2" orient="horz" pos="9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0761A886-F0D7-4C39-AFFF-052DB74E32F7}"/>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61E30CDC-6882-4EF4-A98A-D29C1686BFEA}"/>
              </a:ext>
            </a:extLst>
          </p:cNvPr>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dirty="0"/>
          </a:p>
        </p:txBody>
      </p:sp>
      <p:sp>
        <p:nvSpPr>
          <p:cNvPr id="8" name="任意多边形: 形状 39">
            <a:extLst>
              <a:ext uri="{FF2B5EF4-FFF2-40B4-BE49-F238E27FC236}">
                <a16:creationId xmlns:a16="http://schemas.microsoft.com/office/drawing/2014/main" id="{B18E0BAC-81B9-4AB0-A570-682285AF4673}"/>
              </a:ext>
            </a:extLst>
          </p:cNvPr>
          <p:cNvSpPr/>
          <p:nvPr userDrawn="1"/>
        </p:nvSpPr>
        <p:spPr>
          <a:xfrm>
            <a:off x="207372"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39">
            <a:extLst>
              <a:ext uri="{FF2B5EF4-FFF2-40B4-BE49-F238E27FC236}">
                <a16:creationId xmlns:a16="http://schemas.microsoft.com/office/drawing/2014/main" id="{B18E0BAC-81B9-4AB0-A570-682285AF4673}"/>
              </a:ext>
            </a:extLst>
          </p:cNvPr>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39">
            <a:extLst>
              <a:ext uri="{FF2B5EF4-FFF2-40B4-BE49-F238E27FC236}">
                <a16:creationId xmlns:a16="http://schemas.microsoft.com/office/drawing/2014/main" id="{B18E0BAC-81B9-4AB0-A570-682285AF4673}"/>
              </a:ext>
            </a:extLst>
          </p:cNvPr>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74">
            <a:extLst>
              <a:ext uri="{FF2B5EF4-FFF2-40B4-BE49-F238E27FC236}">
                <a16:creationId xmlns:a16="http://schemas.microsoft.com/office/drawing/2014/main" id="{4CEDE2BC-7BF6-4AE3-8B04-4514441E4040}"/>
              </a:ext>
            </a:extLst>
          </p:cNvPr>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12" name="标题 47">
            <a:extLst>
              <a:ext uri="{FF2B5EF4-FFF2-40B4-BE49-F238E27FC236}">
                <a16:creationId xmlns:a16="http://schemas.microsoft.com/office/drawing/2014/main" id="{26FA9A66-DBB6-484A-829A-BC30DE67252C}"/>
              </a:ext>
            </a:extLst>
          </p:cNvPr>
          <p:cNvSpPr>
            <a:spLocks noGrp="1"/>
          </p:cNvSpPr>
          <p:nvPr>
            <p:ph type="title" hasCustomPrompt="1"/>
          </p:nvPr>
        </p:nvSpPr>
        <p:spPr>
          <a:xfrm>
            <a:off x="630418" y="2616692"/>
            <a:ext cx="705595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a:extLst>
              <a:ext uri="{FF2B5EF4-FFF2-40B4-BE49-F238E27FC236}">
                <a16:creationId xmlns:a16="http://schemas.microsoft.com/office/drawing/2014/main" id="{F56DEE86-1AA4-4820-A7A1-E4F787904C00}"/>
              </a:ext>
            </a:extLst>
          </p:cNvPr>
          <p:cNvSpPr>
            <a:spLocks noGrp="1"/>
          </p:cNvSpPr>
          <p:nvPr>
            <p:ph type="body" sz="quarter" idx="13" hasCustomPrompt="1"/>
          </p:nvPr>
        </p:nvSpPr>
        <p:spPr>
          <a:xfrm>
            <a:off x="654709" y="2352090"/>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a:extLst>
              <a:ext uri="{FF2B5EF4-FFF2-40B4-BE49-F238E27FC236}">
                <a16:creationId xmlns:a16="http://schemas.microsoft.com/office/drawing/2014/main" id="{28747CEA-1C37-4144-A247-245AD1393504}"/>
              </a:ext>
            </a:extLst>
          </p:cNvPr>
          <p:cNvSpPr>
            <a:spLocks noGrp="1"/>
          </p:cNvSpPr>
          <p:nvPr>
            <p:ph type="body" sz="quarter" idx="16" hasCustomPrompt="1"/>
          </p:nvPr>
        </p:nvSpPr>
        <p:spPr>
          <a:xfrm>
            <a:off x="655638" y="4304189"/>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sp>
        <p:nvSpPr>
          <p:cNvPr id="16" name="文本框 15"/>
          <p:cNvSpPr txBox="1"/>
          <p:nvPr userDrawn="1"/>
        </p:nvSpPr>
        <p:spPr>
          <a:xfrm>
            <a:off x="474450" y="318256"/>
            <a:ext cx="1899117" cy="792864"/>
          </a:xfrm>
          <a:prstGeom prst="rect">
            <a:avLst/>
          </a:prstGeom>
          <a:noFill/>
          <a:ln>
            <a:noFill/>
          </a:ln>
        </p:spPr>
        <p:txBody>
          <a:bodyPr wrap="square" lIns="180000" tIns="180000" rIns="180000" bIns="180000" rtlCol="0">
            <a:spAutoFit/>
          </a:bodyPr>
          <a:lstStyle/>
          <a:p>
            <a:pPr algn="l">
              <a:lnSpc>
                <a:spcPct val="130000"/>
              </a:lnSpc>
            </a:pPr>
            <a:r>
              <a:rPr lang="en-US" altLang="zh-CN" sz="2400" b="1" i="0" spc="100" dirty="0">
                <a:solidFill>
                  <a:schemeClr val="accent3"/>
                </a:solidFill>
                <a:latin typeface="+mn-ea"/>
              </a:rPr>
              <a:t>◀ BIT</a:t>
            </a:r>
            <a:r>
              <a:rPr lang="en-US" altLang="zh-CN" sz="2400" b="1" i="0" spc="100" baseline="0" dirty="0">
                <a:solidFill>
                  <a:schemeClr val="accent3"/>
                </a:solidFill>
                <a:latin typeface="+mn-ea"/>
              </a:rPr>
              <a:t> </a:t>
            </a:r>
            <a:r>
              <a:rPr lang="en-US" altLang="zh-CN" sz="2400" b="1" i="0" spc="100" dirty="0">
                <a:solidFill>
                  <a:schemeClr val="accent3"/>
                </a:solidFill>
                <a:latin typeface="+mn-ea"/>
              </a:rPr>
              <a:t>▶</a:t>
            </a:r>
            <a:endParaRPr lang="zh-CN" altLang="en-US" sz="2400" b="1" i="0" spc="100" dirty="0">
              <a:solidFill>
                <a:schemeClr val="accent3"/>
              </a:solidFill>
              <a:latin typeface="+mn-ea"/>
            </a:endParaRPr>
          </a:p>
        </p:txBody>
      </p:sp>
      <p:pic>
        <p:nvPicPr>
          <p:cNvPr id="23" name="图片 2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8250874" y="2196869"/>
            <a:ext cx="3243162" cy="2464261"/>
          </a:xfrm>
          <a:prstGeom prst="rect">
            <a:avLst/>
          </a:prstGeom>
        </p:spPr>
      </p:pic>
      <p:grpSp>
        <p:nvGrpSpPr>
          <p:cNvPr id="24" name="组合 23"/>
          <p:cNvGrpSpPr/>
          <p:nvPr userDrawn="1"/>
        </p:nvGrpSpPr>
        <p:grpSpPr>
          <a:xfrm>
            <a:off x="671368" y="6083135"/>
            <a:ext cx="2542613" cy="276499"/>
            <a:chOff x="598941" y="6399999"/>
            <a:chExt cx="2542613" cy="276499"/>
          </a:xfrm>
          <a:solidFill>
            <a:schemeClr val="bg1">
              <a:lumMod val="65000"/>
            </a:schemeClr>
          </a:solidFill>
        </p:grpSpPr>
        <p:grpSp>
          <p:nvGrpSpPr>
            <p:cNvPr id="25" name="组合 24">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3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1" name="组合 4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4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4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6" name="组合 25">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27" name="组合 26">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3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8" name="组合 27">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3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9" name="组合 28">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3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0"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074167183"/>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PA-矩形 7">
            <a:extLst>
              <a:ext uri="{FF2B5EF4-FFF2-40B4-BE49-F238E27FC236}">
                <a16:creationId xmlns:a16="http://schemas.microsoft.com/office/drawing/2014/main" id="{F617AE56-2DFD-4B3C-9381-5F4B6AA7F4D0}"/>
              </a:ext>
            </a:extLst>
          </p:cNvPr>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610651" y="161103"/>
            <a:ext cx="6791691" cy="6535792"/>
          </a:xfrm>
          <a:prstGeom prst="rect">
            <a:avLst/>
          </a:prstGeom>
        </p:spPr>
      </p:pic>
      <p:sp>
        <p:nvSpPr>
          <p:cNvPr id="3" name="矩形 2">
            <a:extLst>
              <a:ext uri="{FF2B5EF4-FFF2-40B4-BE49-F238E27FC236}">
                <a16:creationId xmlns:a16="http://schemas.microsoft.com/office/drawing/2014/main" id="{B9BCF8FA-A10E-4A84-94FB-9EE190AFE929}"/>
              </a:ext>
            </a:extLst>
          </p:cNvPr>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zh-CN" altLang="en-US" dirty="0">
              <a:cs typeface="+mn-ea"/>
              <a:sym typeface="+mn-lt"/>
            </a:endParaRPr>
          </a:p>
        </p:txBody>
      </p:sp>
      <p:sp>
        <p:nvSpPr>
          <p:cNvPr id="31" name="任意多边形: 形状 30">
            <a:extLst>
              <a:ext uri="{FF2B5EF4-FFF2-40B4-BE49-F238E27FC236}">
                <a16:creationId xmlns:a16="http://schemas.microsoft.com/office/drawing/2014/main" id="{C46A2DAE-C2C5-44C0-8C41-6B17019A21CC}"/>
              </a:ext>
            </a:extLst>
          </p:cNvPr>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cs typeface="+mn-ea"/>
              <a:sym typeface="+mn-lt"/>
            </a:endParaRPr>
          </a:p>
        </p:txBody>
      </p:sp>
      <p:sp>
        <p:nvSpPr>
          <p:cNvPr id="48" name="标题 47">
            <a:extLst>
              <a:ext uri="{FF2B5EF4-FFF2-40B4-BE49-F238E27FC236}">
                <a16:creationId xmlns:a16="http://schemas.microsoft.com/office/drawing/2014/main" id="{253B7C5E-3F08-4EBF-9056-30949C85AEF8}"/>
              </a:ext>
            </a:extLst>
          </p:cNvPr>
          <p:cNvSpPr>
            <a:spLocks noGrp="1"/>
          </p:cNvSpPr>
          <p:nvPr>
            <p:ph type="title" hasCustomPrompt="1"/>
          </p:nvPr>
        </p:nvSpPr>
        <p:spPr>
          <a:xfrm>
            <a:off x="5113420" y="2558484"/>
            <a:ext cx="6236023"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a:extLst>
              <a:ext uri="{FF2B5EF4-FFF2-40B4-BE49-F238E27FC236}">
                <a16:creationId xmlns:a16="http://schemas.microsoft.com/office/drawing/2014/main" id="{00D06366-D345-4DCE-A938-EC3BB78363D4}"/>
              </a:ext>
            </a:extLst>
          </p:cNvPr>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a:extLst>
              <a:ext uri="{FF2B5EF4-FFF2-40B4-BE49-F238E27FC236}">
                <a16:creationId xmlns:a16="http://schemas.microsoft.com/office/drawing/2014/main" id="{6465F7BF-7316-4A2A-9ECF-AB9E637FFCF4}"/>
              </a:ext>
            </a:extLst>
          </p:cNvPr>
          <p:cNvSpPr>
            <a:spLocks noGrp="1"/>
          </p:cNvSpPr>
          <p:nvPr>
            <p:ph type="body" sz="quarter" idx="16" hasCustomPrompt="1"/>
          </p:nvPr>
        </p:nvSpPr>
        <p:spPr>
          <a:xfrm>
            <a:off x="5143364" y="4198880"/>
            <a:ext cx="4065361" cy="3447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pic>
        <p:nvPicPr>
          <p:cNvPr id="8" name="图片 7"/>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111261" y="2359437"/>
            <a:ext cx="2855386" cy="2169616"/>
          </a:xfrm>
          <a:prstGeom prst="rect">
            <a:avLst/>
          </a:prstGeom>
        </p:spPr>
      </p:pic>
    </p:spTree>
    <p:extLst>
      <p:ext uri="{BB962C8B-B14F-4D97-AF65-F5344CB8AC3E}">
        <p14:creationId xmlns:p14="http://schemas.microsoft.com/office/powerpoint/2010/main" val="1983797885"/>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任意多边形: 形状 118">
            <a:extLst>
              <a:ext uri="{FF2B5EF4-FFF2-40B4-BE49-F238E27FC236}">
                <a16:creationId xmlns:a16="http://schemas.microsoft.com/office/drawing/2014/main" id="{2598B5BD-9CE3-4414-BCF1-860652297EE0}"/>
              </a:ext>
            </a:extLst>
          </p:cNvPr>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6" name="任意多边形: 形状 105">
            <a:extLst>
              <a:ext uri="{FF2B5EF4-FFF2-40B4-BE49-F238E27FC236}">
                <a16:creationId xmlns:a16="http://schemas.microsoft.com/office/drawing/2014/main" id="{71EDBCA9-8B80-4A76-9586-83EE76079DF6}"/>
              </a:ext>
            </a:extLst>
          </p:cNvPr>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8" name="任意多边形: 形状 117">
            <a:extLst>
              <a:ext uri="{FF2B5EF4-FFF2-40B4-BE49-F238E27FC236}">
                <a16:creationId xmlns:a16="http://schemas.microsoft.com/office/drawing/2014/main" id="{D3BDC8EB-D763-47E3-A6AE-FBF19E39A979}"/>
              </a:ext>
            </a:extLst>
          </p:cNvPr>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9" name="任意多边形: 形状 83">
            <a:extLst>
              <a:ext uri="{FF2B5EF4-FFF2-40B4-BE49-F238E27FC236}">
                <a16:creationId xmlns:a16="http://schemas.microsoft.com/office/drawing/2014/main" id="{BF5A8484-2D5B-4F59-A3A8-5B9369A9154A}"/>
              </a:ext>
            </a:extLst>
          </p:cNvPr>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50" name="任意多边形: 形状 83">
            <a:extLst>
              <a:ext uri="{FF2B5EF4-FFF2-40B4-BE49-F238E27FC236}">
                <a16:creationId xmlns:a16="http://schemas.microsoft.com/office/drawing/2014/main" id="{BF5A8484-2D5B-4F59-A3A8-5B9369A9154A}"/>
              </a:ext>
            </a:extLst>
          </p:cNvPr>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102" name="任意多边形: 形状 101">
            <a:extLst>
              <a:ext uri="{FF2B5EF4-FFF2-40B4-BE49-F238E27FC236}">
                <a16:creationId xmlns:a16="http://schemas.microsoft.com/office/drawing/2014/main" id="{0EDC3667-87B7-4232-9F74-2F0E9CE7574F}"/>
              </a:ext>
            </a:extLst>
          </p:cNvPr>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4" name="任意多边形: 形状 83">
            <a:extLst>
              <a:ext uri="{FF2B5EF4-FFF2-40B4-BE49-F238E27FC236}">
                <a16:creationId xmlns:a16="http://schemas.microsoft.com/office/drawing/2014/main" id="{BF5A8484-2D5B-4F59-A3A8-5B9369A9154A}"/>
              </a:ext>
            </a:extLst>
          </p:cNvPr>
          <p:cNvSpPr/>
          <p:nvPr userDrawn="1"/>
        </p:nvSpPr>
        <p:spPr>
          <a:xfrm>
            <a:off x="0"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lnSpc>
                <a:spcPct val="130000"/>
              </a:lnSpc>
            </a:pPr>
            <a:endParaRPr lang="zh-CN" altLang="en-US">
              <a:cs typeface="+mn-ea"/>
            </a:endParaRPr>
          </a:p>
        </p:txBody>
      </p:sp>
      <p:sp>
        <p:nvSpPr>
          <p:cNvPr id="48" name="标题 47">
            <a:extLst>
              <a:ext uri="{FF2B5EF4-FFF2-40B4-BE49-F238E27FC236}">
                <a16:creationId xmlns:a16="http://schemas.microsoft.com/office/drawing/2014/main" id="{253B7C5E-3F08-4EBF-9056-30949C85AEF8}"/>
              </a:ext>
            </a:extLst>
          </p:cNvPr>
          <p:cNvSpPr>
            <a:spLocks noGrp="1"/>
          </p:cNvSpPr>
          <p:nvPr userDrawn="1">
            <p:ph type="title" hasCustomPrompt="1"/>
          </p:nvPr>
        </p:nvSpPr>
        <p:spPr>
          <a:xfrm>
            <a:off x="515939"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a:extLst>
              <a:ext uri="{FF2B5EF4-FFF2-40B4-BE49-F238E27FC236}">
                <a16:creationId xmlns:a16="http://schemas.microsoft.com/office/drawing/2014/main" id="{6465F7BF-7316-4A2A-9ECF-AB9E637FFCF4}"/>
              </a:ext>
            </a:extLst>
          </p:cNvPr>
          <p:cNvSpPr>
            <a:spLocks noGrp="1"/>
          </p:cNvSpPr>
          <p:nvPr userDrawn="1">
            <p:ph type="body" sz="quarter" idx="16" hasCustomPrompt="1"/>
          </p:nvPr>
        </p:nvSpPr>
        <p:spPr>
          <a:xfrm>
            <a:off x="4063320" y="5540739"/>
            <a:ext cx="4065361" cy="3447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指导教师： </a:t>
            </a:r>
            <a:r>
              <a:rPr lang="en-US" altLang="zh-CN" dirty="0"/>
              <a:t>XXX	</a:t>
            </a:r>
            <a:r>
              <a:rPr lang="zh-CN" altLang="en-US" dirty="0"/>
              <a:t>答辩学生： 芃苇</a:t>
            </a:r>
          </a:p>
        </p:txBody>
      </p:sp>
      <p:cxnSp>
        <p:nvCxnSpPr>
          <p:cNvPr id="18" name="直接连接符 17">
            <a:extLst>
              <a:ext uri="{FF2B5EF4-FFF2-40B4-BE49-F238E27FC236}">
                <a16:creationId xmlns:a16="http://schemas.microsoft.com/office/drawing/2014/main" id="{598AF966-7C79-45DC-9C70-AB081DBECE7D}"/>
              </a:ext>
            </a:extLst>
          </p:cNvPr>
          <p:cNvCxnSpPr>
            <a:cxnSpLocks/>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52" name="组合 51"/>
          <p:cNvGrpSpPr/>
          <p:nvPr userDrawn="1"/>
        </p:nvGrpSpPr>
        <p:grpSpPr>
          <a:xfrm>
            <a:off x="10083479" y="6315185"/>
            <a:ext cx="1765866" cy="192031"/>
            <a:chOff x="598941" y="6399999"/>
            <a:chExt cx="2542613" cy="276499"/>
          </a:xfrm>
          <a:solidFill>
            <a:schemeClr val="bg1">
              <a:lumMod val="65000"/>
            </a:schemeClr>
          </a:solidFill>
        </p:grpSpPr>
        <p:grpSp>
          <p:nvGrpSpPr>
            <p:cNvPr id="53" name="组合 5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91" name="组合 9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9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9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54" name="组合 5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55" name="组合 5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8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6" name="组合 5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8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6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672354319"/>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封面样式2-尾页">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a:extLst>
              <a:ext uri="{FF2B5EF4-FFF2-40B4-BE49-F238E27FC236}">
                <a16:creationId xmlns:a16="http://schemas.microsoft.com/office/drawing/2014/main" id="{17BF7535-8F01-44D8-BF44-00C5CD915389}"/>
              </a:ext>
            </a:extLst>
          </p:cNvPr>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 fmla="*/ 0 w 3162300"/>
              <a:gd name="connsiteY0" fmla="*/ 2147409 h 2238849"/>
              <a:gd name="connsiteX1" fmla="*/ 0 w 3162300"/>
              <a:gd name="connsiteY1" fmla="*/ 1565265 h 2238849"/>
              <a:gd name="connsiteX2" fmla="*/ 0 w 3162300"/>
              <a:gd name="connsiteY2" fmla="*/ 1544697 h 2238849"/>
              <a:gd name="connsiteX3" fmla="*/ 0 w 3162300"/>
              <a:gd name="connsiteY3" fmla="*/ 0 h 2238849"/>
              <a:gd name="connsiteX4" fmla="*/ 1585774 w 3162300"/>
              <a:gd name="connsiteY4" fmla="*/ 1112898 h 2238849"/>
              <a:gd name="connsiteX5" fmla="*/ 3162300 w 3162300"/>
              <a:gd name="connsiteY5" fmla="*/ 0 h 2238849"/>
              <a:gd name="connsiteX6" fmla="*/ 3162300 w 3162300"/>
              <a:gd name="connsiteY6" fmla="*/ 1544697 h 2238849"/>
              <a:gd name="connsiteX7" fmla="*/ 3162300 w 3162300"/>
              <a:gd name="connsiteY7" fmla="*/ 1565265 h 2238849"/>
              <a:gd name="connsiteX8" fmla="*/ 3162300 w 3162300"/>
              <a:gd name="connsiteY8" fmla="*/ 2147409 h 2238849"/>
              <a:gd name="connsiteX9" fmla="*/ 91440 w 3162300"/>
              <a:gd name="connsiteY9" fmla="*/ 2238849 h 2238849"/>
              <a:gd name="connsiteX0" fmla="*/ 0 w 3162300"/>
              <a:gd name="connsiteY0" fmla="*/ 2147409 h 2147409"/>
              <a:gd name="connsiteX1" fmla="*/ 0 w 3162300"/>
              <a:gd name="connsiteY1" fmla="*/ 1565265 h 2147409"/>
              <a:gd name="connsiteX2" fmla="*/ 0 w 3162300"/>
              <a:gd name="connsiteY2" fmla="*/ 1544697 h 2147409"/>
              <a:gd name="connsiteX3" fmla="*/ 0 w 3162300"/>
              <a:gd name="connsiteY3" fmla="*/ 0 h 2147409"/>
              <a:gd name="connsiteX4" fmla="*/ 1585774 w 3162300"/>
              <a:gd name="connsiteY4" fmla="*/ 1112898 h 2147409"/>
              <a:gd name="connsiteX5" fmla="*/ 3162300 w 3162300"/>
              <a:gd name="connsiteY5" fmla="*/ 0 h 2147409"/>
              <a:gd name="connsiteX6" fmla="*/ 3162300 w 3162300"/>
              <a:gd name="connsiteY6" fmla="*/ 1544697 h 2147409"/>
              <a:gd name="connsiteX7" fmla="*/ 3162300 w 3162300"/>
              <a:gd name="connsiteY7" fmla="*/ 1565265 h 2147409"/>
              <a:gd name="connsiteX8" fmla="*/ 3162300 w 3162300"/>
              <a:gd name="connsiteY8" fmla="*/ 2147409 h 21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a:extLst>
              <a:ext uri="{FF2B5EF4-FFF2-40B4-BE49-F238E27FC236}">
                <a16:creationId xmlns:a16="http://schemas.microsoft.com/office/drawing/2014/main" id="{65B2E1B6-E350-4024-A69C-C064D4BB9540}"/>
              </a:ext>
            </a:extLst>
          </p:cNvPr>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 fmla="*/ 0 w 3162300"/>
              <a:gd name="connsiteY0" fmla="*/ 1871961 h 1963401"/>
              <a:gd name="connsiteX1" fmla="*/ 0 w 3162300"/>
              <a:gd name="connsiteY1" fmla="*/ 0 h 1963401"/>
              <a:gd name="connsiteX2" fmla="*/ 3162300 w 3162300"/>
              <a:gd name="connsiteY2" fmla="*/ 0 h 1963401"/>
              <a:gd name="connsiteX3" fmla="*/ 3162300 w 3162300"/>
              <a:gd name="connsiteY3" fmla="*/ 1871961 h 1963401"/>
              <a:gd name="connsiteX4" fmla="*/ 91440 w 3162300"/>
              <a:gd name="connsiteY4" fmla="*/ 1963401 h 1963401"/>
              <a:gd name="connsiteX0" fmla="*/ 0 w 3162300"/>
              <a:gd name="connsiteY0" fmla="*/ 1871961 h 1871961"/>
              <a:gd name="connsiteX1" fmla="*/ 0 w 3162300"/>
              <a:gd name="connsiteY1" fmla="*/ 0 h 1871961"/>
              <a:gd name="connsiteX2" fmla="*/ 3162300 w 3162300"/>
              <a:gd name="connsiteY2" fmla="*/ 0 h 1871961"/>
              <a:gd name="connsiteX3" fmla="*/ 3162300 w 3162300"/>
              <a:gd name="connsiteY3" fmla="*/ 1871961 h 1871961"/>
            </a:gdLst>
            <a:ahLst/>
            <a:cxnLst>
              <a:cxn ang="0">
                <a:pos x="connsiteX0" y="connsiteY0"/>
              </a:cxn>
              <a:cxn ang="0">
                <a:pos x="connsiteX1" y="connsiteY1"/>
              </a:cxn>
              <a:cxn ang="0">
                <a:pos x="connsiteX2" y="connsiteY2"/>
              </a:cxn>
              <a:cxn ang="0">
                <a:pos x="connsiteX3" y="connsiteY3"/>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endParaRPr lang="zh-CN" altLang="en-US">
              <a:cs typeface="+mn-ea"/>
              <a:sym typeface="+mn-lt"/>
            </a:endParaRPr>
          </a:p>
        </p:txBody>
      </p:sp>
      <p:sp>
        <p:nvSpPr>
          <p:cNvPr id="12" name="等腰三角形 11">
            <a:extLst>
              <a:ext uri="{FF2B5EF4-FFF2-40B4-BE49-F238E27FC236}">
                <a16:creationId xmlns:a16="http://schemas.microsoft.com/office/drawing/2014/main" id="{F3B0B805-869F-4D89-BEB0-0E0DA525C8EE}"/>
              </a:ext>
            </a:extLst>
          </p:cNvPr>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974749" y="1401223"/>
            <a:ext cx="2256308" cy="631546"/>
          </a:xfrm>
          <a:prstGeom prst="rect">
            <a:avLst/>
          </a:prstGeom>
        </p:spPr>
      </p:pic>
    </p:spTree>
    <p:extLst>
      <p:ext uri="{BB962C8B-B14F-4D97-AF65-F5344CB8AC3E}">
        <p14:creationId xmlns:p14="http://schemas.microsoft.com/office/powerpoint/2010/main" val="4147410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样式3-首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l="128" r="23340"/>
          <a:stretch/>
        </p:blipFill>
        <p:spPr>
          <a:xfrm>
            <a:off x="4303956" y="0"/>
            <a:ext cx="7888043" cy="6858000"/>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1" y="0"/>
            <a:ext cx="12192000"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图片 1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0452" y="479393"/>
            <a:ext cx="2203058" cy="616640"/>
          </a:xfrm>
          <a:prstGeom prst="rect">
            <a:avLst/>
          </a:prstGeom>
        </p:spPr>
      </p:pic>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2748638583"/>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封面样式3-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l="15573" r="198"/>
          <a:stretch/>
        </p:blipFill>
        <p:spPr>
          <a:xfrm>
            <a:off x="0" y="0"/>
            <a:ext cx="8678174" cy="6858000"/>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0" y="0"/>
            <a:ext cx="12191999" cy="6858000"/>
          </a:xfrm>
          <a:prstGeom prst="rect">
            <a:avLst/>
          </a:prstGeom>
          <a:gradFill flip="none" rotWithShape="1">
            <a:gsLst>
              <a:gs pos="0">
                <a:schemeClr val="accent1">
                  <a:lumMod val="100000"/>
                  <a:alpha val="0"/>
                </a:schemeClr>
              </a:gs>
              <a:gs pos="59000">
                <a:schemeClr val="accent1">
                  <a:lumMod val="100000"/>
                </a:schemeClr>
              </a:gs>
              <a:gs pos="100000">
                <a:schemeClr val="accent1">
                  <a:lumMod val="10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03566" y="501046"/>
            <a:ext cx="2203058" cy="616640"/>
          </a:xfrm>
          <a:prstGeom prst="rect">
            <a:avLst/>
          </a:prstGeom>
        </p:spPr>
      </p:pic>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45158245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封面样式4-首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768810" y="7452"/>
            <a:ext cx="7423189" cy="6850548"/>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2" y="0"/>
            <a:ext cx="12192001" cy="6858000"/>
          </a:xfrm>
          <a:prstGeom prst="rect">
            <a:avLst/>
          </a:prstGeom>
          <a:gradFill>
            <a:gsLst>
              <a:gs pos="100000">
                <a:schemeClr val="accent1">
                  <a:lumMod val="100000"/>
                  <a:alpha val="0"/>
                </a:schemeClr>
              </a:gs>
              <a:gs pos="50000">
                <a:schemeClr val="accent1">
                  <a:lumMod val="100000"/>
                </a:schemeClr>
              </a:gs>
              <a:gs pos="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06026"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40" name="图片 3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40452" y="479393"/>
            <a:ext cx="2203058" cy="616640"/>
          </a:xfrm>
          <a:prstGeom prst="rect">
            <a:avLst/>
          </a:prstGeom>
        </p:spPr>
      </p:pic>
    </p:spTree>
    <p:extLst>
      <p:ext uri="{BB962C8B-B14F-4D97-AF65-F5344CB8AC3E}">
        <p14:creationId xmlns:p14="http://schemas.microsoft.com/office/powerpoint/2010/main" val="1902383112"/>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封面样式4-尾页">
    <p:spTree>
      <p:nvGrpSpPr>
        <p:cNvPr id="1" name=""/>
        <p:cNvGrpSpPr/>
        <p:nvPr/>
      </p:nvGrpSpPr>
      <p:grpSpPr>
        <a:xfrm>
          <a:off x="0" y="0"/>
          <a:ext cx="0" cy="0"/>
          <a:chOff x="0" y="0"/>
          <a:chExt cx="0" cy="0"/>
        </a:xfrm>
      </p:grpSpPr>
      <p:pic>
        <p:nvPicPr>
          <p:cNvPr id="39" name="图片 38"/>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0414" y="0"/>
            <a:ext cx="8336943" cy="6860043"/>
          </a:xfrm>
          <a:prstGeom prst="rect">
            <a:avLst/>
          </a:prstGeom>
        </p:spPr>
      </p:pic>
      <p:sp>
        <p:nvSpPr>
          <p:cNvPr id="7" name="矩形 6">
            <a:extLst>
              <a:ext uri="{FF2B5EF4-FFF2-40B4-BE49-F238E27FC236}">
                <a16:creationId xmlns:a16="http://schemas.microsoft.com/office/drawing/2014/main" id="{84971C8F-15BA-41DC-9278-53FA77C2E557}"/>
              </a:ext>
            </a:extLst>
          </p:cNvPr>
          <p:cNvSpPr/>
          <p:nvPr userDrawn="1"/>
        </p:nvSpPr>
        <p:spPr>
          <a:xfrm>
            <a:off x="-10414" y="0"/>
            <a:ext cx="12202413" cy="6858000"/>
          </a:xfrm>
          <a:prstGeom prst="rect">
            <a:avLst/>
          </a:prstGeom>
          <a:gradFill flip="none" rotWithShape="1">
            <a:gsLst>
              <a:gs pos="0">
                <a:schemeClr val="accent1">
                  <a:lumMod val="100000"/>
                  <a:alpha val="0"/>
                </a:schemeClr>
              </a:gs>
              <a:gs pos="50000">
                <a:schemeClr val="accent1">
                  <a:lumMod val="100000"/>
                </a:schemeClr>
              </a:gs>
              <a:gs pos="100000">
                <a:schemeClr val="accent1">
                  <a:lumMod val="10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p:cNvGrpSpPr/>
          <p:nvPr userDrawn="1"/>
        </p:nvGrpSpPr>
        <p:grpSpPr>
          <a:xfrm>
            <a:off x="7382858" y="5927166"/>
            <a:ext cx="4041392" cy="448671"/>
            <a:chOff x="582366" y="5719539"/>
            <a:chExt cx="6136451" cy="681262"/>
          </a:xfrm>
          <a:gradFill flip="none" rotWithShape="1">
            <a:gsLst>
              <a:gs pos="100000">
                <a:schemeClr val="bg1">
                  <a:alpha val="12000"/>
                </a:schemeClr>
              </a:gs>
              <a:gs pos="0">
                <a:schemeClr val="bg1">
                  <a:alpha val="4000"/>
                </a:schemeClr>
              </a:gs>
            </a:gsLst>
            <a:lin ang="16200000" scaled="1"/>
            <a:tileRect/>
          </a:gradFill>
        </p:grpSpPr>
        <p:grpSp>
          <p:nvGrpSpPr>
            <p:cNvPr id="16" name="组合 15">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2" name="组合 3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7" name="组合 16">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18" name="组合 1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2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9" name="组合 1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40" name="图片 3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03566" y="501046"/>
            <a:ext cx="2203058" cy="616640"/>
          </a:xfrm>
          <a:prstGeom prst="rect">
            <a:avLst/>
          </a:prstGeom>
        </p:spPr>
      </p:pic>
    </p:spTree>
    <p:extLst>
      <p:ext uri="{BB962C8B-B14F-4D97-AF65-F5344CB8AC3E}">
        <p14:creationId xmlns:p14="http://schemas.microsoft.com/office/powerpoint/2010/main" val="6669164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面样式5-首页">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352" y="0"/>
            <a:ext cx="12198351" cy="5024521"/>
          </a:xfrm>
          <a:prstGeom prst="rect">
            <a:avLst/>
          </a:prstGeom>
        </p:spPr>
      </p:pic>
      <p:sp>
        <p:nvSpPr>
          <p:cNvPr id="7" name="矩形 6">
            <a:extLst>
              <a:ext uri="{FF2B5EF4-FFF2-40B4-BE49-F238E27FC236}">
                <a16:creationId xmlns:a16="http://schemas.microsoft.com/office/drawing/2014/main" id="{967B1D1D-6BBC-4ED8-9FCC-DC0FA0BC2B89}"/>
              </a:ext>
            </a:extLst>
          </p:cNvPr>
          <p:cNvSpPr/>
          <p:nvPr userDrawn="1"/>
        </p:nvSpPr>
        <p:spPr>
          <a:xfrm>
            <a:off x="-6351" y="0"/>
            <a:ext cx="12198349" cy="6858000"/>
          </a:xfrm>
          <a:prstGeom prst="rect">
            <a:avLst/>
          </a:prstGeom>
          <a:gradFill>
            <a:gsLst>
              <a:gs pos="0">
                <a:schemeClr val="accent1">
                  <a:lumMod val="100000"/>
                  <a:alpha val="0"/>
                </a:schemeClr>
              </a:gs>
              <a:gs pos="66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a:extLst>
              <a:ext uri="{FF2B5EF4-FFF2-40B4-BE49-F238E27FC236}">
                <a16:creationId xmlns:a16="http://schemas.microsoft.com/office/drawing/2014/main" id="{15F45701-0E09-42AA-8D39-D350E0628036}"/>
              </a:ext>
            </a:extLst>
          </p:cNvPr>
          <p:cNvCxnSpPr>
            <a:cxnSpLocks/>
          </p:cNvCxnSpPr>
          <p:nvPr userDrawn="1"/>
        </p:nvCxnSpPr>
        <p:spPr>
          <a:xfrm>
            <a:off x="660400" y="4550546"/>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F81FFCCD-913C-4418-B3A0-9DE71494BB9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223405" y="2402693"/>
            <a:ext cx="4785100" cy="4774940"/>
          </a:xfrm>
          <a:prstGeom prst="rect">
            <a:avLst/>
          </a:prstGeom>
        </p:spPr>
      </p:pic>
      <p:pic>
        <p:nvPicPr>
          <p:cNvPr id="11" name="图片 10">
            <a:extLst>
              <a:ext uri="{FF2B5EF4-FFF2-40B4-BE49-F238E27FC236}">
                <a16:creationId xmlns:a16="http://schemas.microsoft.com/office/drawing/2014/main" id="{BDB3C714-2045-4E13-8CB2-88E2204DFF3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6610" b="12305"/>
          <a:stretch/>
        </p:blipFill>
        <p:spPr>
          <a:xfrm>
            <a:off x="14873" y="5340546"/>
            <a:ext cx="6018099" cy="1518363"/>
          </a:xfrm>
          <a:prstGeom prst="rect">
            <a:avLst/>
          </a:prstGeom>
        </p:spPr>
      </p:pic>
      <p:pic>
        <p:nvPicPr>
          <p:cNvPr id="12" name="图片 11">
            <a:extLst>
              <a:ext uri="{FF2B5EF4-FFF2-40B4-BE49-F238E27FC236}">
                <a16:creationId xmlns:a16="http://schemas.microsoft.com/office/drawing/2014/main" id="{3D317F47-628C-44F6-87C6-7CCB3BA56072}"/>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6610" b="12305"/>
          <a:stretch/>
        </p:blipFill>
        <p:spPr>
          <a:xfrm flipH="1">
            <a:off x="6154789" y="5340546"/>
            <a:ext cx="6018099" cy="1518363"/>
          </a:xfrm>
          <a:prstGeom prst="rect">
            <a:avLst/>
          </a:prstGeom>
        </p:spPr>
      </p:pic>
      <p:pic>
        <p:nvPicPr>
          <p:cNvPr id="18" name="图片 17"/>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5018002" y="2568943"/>
            <a:ext cx="2143294" cy="599913"/>
          </a:xfrm>
          <a:prstGeom prst="rect">
            <a:avLst/>
          </a:prstGeom>
        </p:spPr>
      </p:pic>
    </p:spTree>
    <p:extLst>
      <p:ext uri="{BB962C8B-B14F-4D97-AF65-F5344CB8AC3E}">
        <p14:creationId xmlns:p14="http://schemas.microsoft.com/office/powerpoint/2010/main" val="1636768167"/>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5-尾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2702" y="0"/>
            <a:ext cx="12204702" cy="5902493"/>
          </a:xfrm>
          <a:prstGeom prst="rect">
            <a:avLst/>
          </a:prstGeom>
        </p:spPr>
      </p:pic>
      <p:sp>
        <p:nvSpPr>
          <p:cNvPr id="7" name="矩形 6">
            <a:extLst>
              <a:ext uri="{FF2B5EF4-FFF2-40B4-BE49-F238E27FC236}">
                <a16:creationId xmlns:a16="http://schemas.microsoft.com/office/drawing/2014/main" id="{967B1D1D-6BBC-4ED8-9FCC-DC0FA0BC2B89}"/>
              </a:ext>
            </a:extLst>
          </p:cNvPr>
          <p:cNvSpPr/>
          <p:nvPr userDrawn="1"/>
        </p:nvSpPr>
        <p:spPr>
          <a:xfrm>
            <a:off x="1" y="0"/>
            <a:ext cx="12191998" cy="6858000"/>
          </a:xfrm>
          <a:prstGeom prst="rect">
            <a:avLst/>
          </a:prstGeom>
          <a:gradFill>
            <a:gsLst>
              <a:gs pos="0">
                <a:schemeClr val="bg1">
                  <a:alpha val="30000"/>
                </a:schemeClr>
              </a:gs>
              <a:gs pos="60000">
                <a:schemeClr val="accent1">
                  <a:lumMod val="100000"/>
                </a:schemeClr>
              </a:gs>
              <a:gs pos="100000">
                <a:schemeClr val="accent1">
                  <a:lumMod val="10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a:extLst>
              <a:ext uri="{FF2B5EF4-FFF2-40B4-BE49-F238E27FC236}">
                <a16:creationId xmlns:a16="http://schemas.microsoft.com/office/drawing/2014/main" id="{15F45701-0E09-42AA-8D39-D350E0628036}"/>
              </a:ext>
            </a:extLst>
          </p:cNvPr>
          <p:cNvCxnSpPr>
            <a:cxnSpLocks/>
          </p:cNvCxnSpPr>
          <p:nvPr userDrawn="1"/>
        </p:nvCxnSpPr>
        <p:spPr>
          <a:xfrm>
            <a:off x="660400" y="4626145"/>
            <a:ext cx="10858500" cy="0"/>
          </a:xfrm>
          <a:prstGeom prst="line">
            <a:avLst/>
          </a:prstGeom>
          <a:ln w="9525" cmpd="sng">
            <a:gradFill>
              <a:gsLst>
                <a:gs pos="50000">
                  <a:srgbClr val="F3F8FF">
                    <a:alpha val="77000"/>
                  </a:srgbClr>
                </a:gs>
                <a:gs pos="0">
                  <a:schemeClr val="accent1">
                    <a:lumMod val="5000"/>
                    <a:lumOff val="95000"/>
                    <a:alpha val="0"/>
                  </a:schemeClr>
                </a:gs>
                <a:gs pos="100000">
                  <a:schemeClr val="bg1">
                    <a:alpha val="0"/>
                  </a:schemeClr>
                </a:gs>
              </a:gsLst>
              <a:lin ang="0" scaled="0"/>
            </a:gradFill>
            <a:prstDash val="solid"/>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F37F3A85-2261-46EC-A02C-83B9F454765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610" b="12305"/>
          <a:stretch/>
        </p:blipFill>
        <p:spPr>
          <a:xfrm flipV="1">
            <a:off x="14873" y="-15231"/>
            <a:ext cx="6018099" cy="1518363"/>
          </a:xfrm>
          <a:prstGeom prst="rect">
            <a:avLst/>
          </a:prstGeom>
        </p:spPr>
      </p:pic>
      <p:pic>
        <p:nvPicPr>
          <p:cNvPr id="15" name="图片 14">
            <a:extLst>
              <a:ext uri="{FF2B5EF4-FFF2-40B4-BE49-F238E27FC236}">
                <a16:creationId xmlns:a16="http://schemas.microsoft.com/office/drawing/2014/main" id="{5E77D16F-33CA-4E01-9DC4-2CB84AE10EF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610" b="12305"/>
          <a:stretch/>
        </p:blipFill>
        <p:spPr>
          <a:xfrm flipH="1" flipV="1">
            <a:off x="6154789" y="-15231"/>
            <a:ext cx="6018099" cy="1518363"/>
          </a:xfrm>
          <a:prstGeom prst="rect">
            <a:avLst/>
          </a:prstGeom>
        </p:spPr>
      </p:pic>
      <p:pic>
        <p:nvPicPr>
          <p:cNvPr id="16" name="图片 1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18002" y="2577573"/>
            <a:ext cx="2143294" cy="599913"/>
          </a:xfrm>
          <a:prstGeom prst="rect">
            <a:avLst/>
          </a:prstGeom>
        </p:spPr>
      </p:pic>
      <p:grpSp>
        <p:nvGrpSpPr>
          <p:cNvPr id="17" name="组合 16"/>
          <p:cNvGrpSpPr/>
          <p:nvPr userDrawn="1"/>
        </p:nvGrpSpPr>
        <p:grpSpPr>
          <a:xfrm>
            <a:off x="3040886" y="5719548"/>
            <a:ext cx="6136451" cy="681262"/>
            <a:chOff x="582366" y="5719539"/>
            <a:chExt cx="6136451" cy="681262"/>
          </a:xfrm>
          <a:gradFill flip="none" rotWithShape="1">
            <a:gsLst>
              <a:gs pos="100000">
                <a:schemeClr val="bg1">
                  <a:alpha val="9000"/>
                </a:schemeClr>
              </a:gs>
              <a:gs pos="0">
                <a:schemeClr val="bg1">
                  <a:alpha val="3000"/>
                </a:schemeClr>
              </a:gs>
            </a:gsLst>
            <a:lin ang="16200000" scaled="1"/>
            <a:tileRect/>
          </a:gradFill>
        </p:grpSpPr>
        <p:grpSp>
          <p:nvGrpSpPr>
            <p:cNvPr id="18" name="组合 17">
              <a:extLst>
                <a:ext uri="{FF2B5EF4-FFF2-40B4-BE49-F238E27FC236}">
                  <a16:creationId xmlns:a16="http://schemas.microsoft.com/office/drawing/2014/main" id="{2B6AF4F4-F405-428E-ACB6-6C287CCD9962}"/>
                </a:ext>
              </a:extLst>
            </p:cNvPr>
            <p:cNvGrpSpPr/>
            <p:nvPr/>
          </p:nvGrpSpPr>
          <p:grpSpPr>
            <a:xfrm>
              <a:off x="4043374" y="5725999"/>
              <a:ext cx="2675443" cy="667232"/>
              <a:chOff x="10340336" y="2247899"/>
              <a:chExt cx="2724438" cy="679451"/>
            </a:xfrm>
            <a:grpFill/>
          </p:grpSpPr>
          <p:sp>
            <p:nvSpPr>
              <p:cNvPr id="32"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34" name="组合 33">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39"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5" name="组合 34">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36"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9" name="组合 18">
              <a:extLst>
                <a:ext uri="{FF2B5EF4-FFF2-40B4-BE49-F238E27FC236}">
                  <a16:creationId xmlns:a16="http://schemas.microsoft.com/office/drawing/2014/main" id="{E582171C-E91E-4DDB-B720-D9EDE8C54B5C}"/>
                </a:ext>
              </a:extLst>
            </p:cNvPr>
            <p:cNvGrpSpPr/>
            <p:nvPr/>
          </p:nvGrpSpPr>
          <p:grpSpPr>
            <a:xfrm>
              <a:off x="582366" y="5719539"/>
              <a:ext cx="2716733" cy="681262"/>
              <a:chOff x="6738929" y="2270918"/>
              <a:chExt cx="2766486" cy="693738"/>
            </a:xfrm>
            <a:grpFill/>
          </p:grpSpPr>
          <p:grpSp>
            <p:nvGrpSpPr>
              <p:cNvPr id="20" name="组合 19">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30"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28"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2" name="组合 21">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25"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3"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661178021"/>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封面样式6">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529" y="-2924"/>
            <a:ext cx="12193057" cy="3633531"/>
          </a:xfrm>
          <a:prstGeom prst="rect">
            <a:avLst/>
          </a:prstGeom>
        </p:spPr>
      </p:pic>
      <p:sp>
        <p:nvSpPr>
          <p:cNvPr id="37" name="任意形状 36">
            <a:extLst>
              <a:ext uri="{FF2B5EF4-FFF2-40B4-BE49-F238E27FC236}">
                <a16:creationId xmlns:a16="http://schemas.microsoft.com/office/drawing/2014/main" id="{094E4669-55C5-874C-A68C-6E431CC09A50}"/>
              </a:ext>
            </a:extLst>
          </p:cNvPr>
          <p:cNvSpPr/>
          <p:nvPr userDrawn="1"/>
        </p:nvSpPr>
        <p:spPr>
          <a:xfrm>
            <a:off x="-134112" y="-106934"/>
            <a:ext cx="12468264" cy="3829332"/>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algn="l">
              <a:lnSpc>
                <a:spcPct val="130000"/>
              </a:lnSpc>
            </a:pPr>
            <a:endParaRPr kumimoji="1" lang="zh-CN" altLang="en-US" sz="2000" dirty="0">
              <a:solidFill>
                <a:schemeClr val="tx1">
                  <a:lumMod val="75000"/>
                  <a:lumOff val="25000"/>
                </a:schemeClr>
              </a:solidFill>
            </a:endParaRPr>
          </a:p>
        </p:txBody>
      </p:sp>
      <p:sp>
        <p:nvSpPr>
          <p:cNvPr id="41" name="矩形 40">
            <a:extLst>
              <a:ext uri="{FF2B5EF4-FFF2-40B4-BE49-F238E27FC236}">
                <a16:creationId xmlns:a16="http://schemas.microsoft.com/office/drawing/2014/main" id="{752274E9-6CD8-164F-A448-48D8BF6118A2}"/>
              </a:ext>
            </a:extLst>
          </p:cNvPr>
          <p:cNvSpPr/>
          <p:nvPr userDrawn="1"/>
        </p:nvSpPr>
        <p:spPr>
          <a:xfrm>
            <a:off x="0" y="0"/>
            <a:ext cx="12192000" cy="163286"/>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pic>
        <p:nvPicPr>
          <p:cNvPr id="42" name="图片 4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502191" y="3048198"/>
            <a:ext cx="1193467" cy="1192626"/>
          </a:xfrm>
          <a:prstGeom prst="rect">
            <a:avLst/>
          </a:prstGeom>
        </p:spPr>
      </p:pic>
      <p:sp>
        <p:nvSpPr>
          <p:cNvPr id="43" name="文本框 42"/>
          <p:cNvSpPr txBox="1"/>
          <p:nvPr userDrawn="1"/>
        </p:nvSpPr>
        <p:spPr>
          <a:xfrm>
            <a:off x="150844" y="617414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lang="en-US" altLang="zh-CN" sz="1400" b="1" i="0" spc="100" dirty="0">
                <a:solidFill>
                  <a:schemeClr val="accent3"/>
                </a:solidFill>
                <a:latin typeface="+mn-ea"/>
                <a:ea typeface="+mn-ea"/>
              </a:rPr>
              <a:t>BIT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a:t>
            </a:r>
            <a:r>
              <a:rPr lang="en-US" altLang="zh-CN" sz="1400" b="0" i="0" spc="100" baseline="0" dirty="0">
                <a:solidFill>
                  <a:schemeClr val="accent3"/>
                </a:solidFill>
                <a:latin typeface="+mn-ea"/>
              </a:rPr>
              <a:t> </a:t>
            </a:r>
            <a:r>
              <a:rPr lang="en-US" altLang="zh-CN" sz="1400" b="1" i="0" spc="100" baseline="0" dirty="0">
                <a:solidFill>
                  <a:schemeClr val="accent3"/>
                </a:solidFill>
                <a:latin typeface="+mn-ea"/>
              </a:rPr>
              <a:t>SINCE 1940</a:t>
            </a:r>
            <a:endParaRPr lang="zh-CN" altLang="en-US" sz="1400" b="1" i="0" spc="100" dirty="0">
              <a:solidFill>
                <a:schemeClr val="accent3"/>
              </a:solidFill>
              <a:latin typeface="微软雅黑 Light" panose="020B0502040204020203" pitchFamily="34" charset="-122"/>
              <a:ea typeface="微软雅黑 Light" panose="020B0502040204020203" pitchFamily="34" charset="-122"/>
            </a:endParaRPr>
          </a:p>
        </p:txBody>
      </p:sp>
      <p:grpSp>
        <p:nvGrpSpPr>
          <p:cNvPr id="44" name="组合 43"/>
          <p:cNvGrpSpPr/>
          <p:nvPr userDrawn="1"/>
        </p:nvGrpSpPr>
        <p:grpSpPr>
          <a:xfrm>
            <a:off x="10083479" y="6400645"/>
            <a:ext cx="1765866" cy="192031"/>
            <a:chOff x="598941" y="6399999"/>
            <a:chExt cx="2542613" cy="276499"/>
          </a:xfrm>
          <a:solidFill>
            <a:schemeClr val="bg1">
              <a:lumMod val="65000"/>
            </a:schemeClr>
          </a:solidFill>
        </p:grpSpPr>
        <p:grpSp>
          <p:nvGrpSpPr>
            <p:cNvPr id="45" name="组合 44">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59"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1" name="组合 60">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6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2" name="组合 61">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6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46" name="组合 45">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47" name="组合 46">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5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5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5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0"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4170323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封面样式7-首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a:extLst>
              <a:ext uri="{FF2B5EF4-FFF2-40B4-BE49-F238E27FC236}">
                <a16:creationId xmlns:a16="http://schemas.microsoft.com/office/drawing/2014/main" id="{EB508EBB-D4A6-41A3-BA79-D5276F572933}"/>
              </a:ext>
            </a:extLst>
          </p:cNvPr>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a:extLst>
              <a:ext uri="{FF2B5EF4-FFF2-40B4-BE49-F238E27FC236}">
                <a16:creationId xmlns:a16="http://schemas.microsoft.com/office/drawing/2014/main" id="{DE2D1209-7AA5-4F95-A441-DACDCD612E99}"/>
              </a:ext>
            </a:extLst>
          </p:cNvPr>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a:extLst>
              <a:ext uri="{FF2B5EF4-FFF2-40B4-BE49-F238E27FC236}">
                <a16:creationId xmlns:a16="http://schemas.microsoft.com/office/drawing/2014/main" id="{4BD5183D-F6D1-4DEC-8FB6-46F3C5C8E2AB}"/>
              </a:ext>
            </a:extLst>
          </p:cNvPr>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 fmla="*/ 0 w 12208213"/>
              <a:gd name="connsiteY0" fmla="*/ 0 h 1605064"/>
              <a:gd name="connsiteX1" fmla="*/ 6099243 w 12208213"/>
              <a:gd name="connsiteY1" fmla="*/ 1498060 h 1605064"/>
              <a:gd name="connsiteX2" fmla="*/ 12198485 w 12208213"/>
              <a:gd name="connsiteY2" fmla="*/ 19456 h 1605064"/>
              <a:gd name="connsiteX3" fmla="*/ 12208213 w 12208213"/>
              <a:gd name="connsiteY3" fmla="*/ 282103 h 1605064"/>
              <a:gd name="connsiteX4" fmla="*/ 6108970 w 12208213"/>
              <a:gd name="connsiteY4" fmla="*/ 1605064 h 1605064"/>
              <a:gd name="connsiteX5" fmla="*/ 0 w 12208213"/>
              <a:gd name="connsiteY5" fmla="*/ 544749 h 1605064"/>
              <a:gd name="connsiteX6" fmla="*/ 0 w 12208213"/>
              <a:gd name="connsiteY6" fmla="*/ 0 h 1605064"/>
              <a:gd name="connsiteX0" fmla="*/ 0 w 12198485"/>
              <a:gd name="connsiteY0" fmla="*/ 0 h 1605064"/>
              <a:gd name="connsiteX1" fmla="*/ 6099243 w 12198485"/>
              <a:gd name="connsiteY1" fmla="*/ 1498060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0 w 12198485"/>
              <a:gd name="connsiteY0" fmla="*/ 0 h 1605064"/>
              <a:gd name="connsiteX1" fmla="*/ 6108970 w 12198485"/>
              <a:gd name="connsiteY1" fmla="*/ 1507788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632298 w 12830783"/>
              <a:gd name="connsiteY0" fmla="*/ 0 h 1605064"/>
              <a:gd name="connsiteX1" fmla="*/ 6741268 w 12830783"/>
              <a:gd name="connsiteY1" fmla="*/ 1507788 h 1605064"/>
              <a:gd name="connsiteX2" fmla="*/ 12830783 w 12830783"/>
              <a:gd name="connsiteY2" fmla="*/ 19456 h 1605064"/>
              <a:gd name="connsiteX3" fmla="*/ 12830783 w 12830783"/>
              <a:gd name="connsiteY3" fmla="*/ 603115 h 1605064"/>
              <a:gd name="connsiteX4" fmla="*/ 6741268 w 12830783"/>
              <a:gd name="connsiteY4" fmla="*/ 1605064 h 1605064"/>
              <a:gd name="connsiteX5" fmla="*/ 0 w 12830783"/>
              <a:gd name="connsiteY5" fmla="*/ 29183 h 1605064"/>
              <a:gd name="connsiteX6" fmla="*/ 632298 w 12830783"/>
              <a:gd name="connsiteY6" fmla="*/ 0 h 1605064"/>
              <a:gd name="connsiteX0" fmla="*/ 836579 w 12830783"/>
              <a:gd name="connsiteY0" fmla="*/ 0 h 1634247"/>
              <a:gd name="connsiteX1" fmla="*/ 6741268 w 12830783"/>
              <a:gd name="connsiteY1" fmla="*/ 1536971 h 1634247"/>
              <a:gd name="connsiteX2" fmla="*/ 12830783 w 12830783"/>
              <a:gd name="connsiteY2" fmla="*/ 48639 h 1634247"/>
              <a:gd name="connsiteX3" fmla="*/ 12830783 w 12830783"/>
              <a:gd name="connsiteY3" fmla="*/ 632298 h 1634247"/>
              <a:gd name="connsiteX4" fmla="*/ 6741268 w 12830783"/>
              <a:gd name="connsiteY4" fmla="*/ 1634247 h 1634247"/>
              <a:gd name="connsiteX5" fmla="*/ 0 w 12830783"/>
              <a:gd name="connsiteY5" fmla="*/ 58366 h 1634247"/>
              <a:gd name="connsiteX6" fmla="*/ 836579 w 12830783"/>
              <a:gd name="connsiteY6" fmla="*/ 0 h 1634247"/>
              <a:gd name="connsiteX0" fmla="*/ 836579 w 12830783"/>
              <a:gd name="connsiteY0" fmla="*/ 0 h 1702340"/>
              <a:gd name="connsiteX1" fmla="*/ 6741268 w 12830783"/>
              <a:gd name="connsiteY1" fmla="*/ 1536971 h 1702340"/>
              <a:gd name="connsiteX2" fmla="*/ 12830783 w 12830783"/>
              <a:gd name="connsiteY2" fmla="*/ 48639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2830783"/>
              <a:gd name="connsiteY0" fmla="*/ 0 h 1702340"/>
              <a:gd name="connsiteX1" fmla="*/ 6741268 w 12830783"/>
              <a:gd name="connsiteY1" fmla="*/ 1536971 h 1702340"/>
              <a:gd name="connsiteX2" fmla="*/ 12470860 w 12830783"/>
              <a:gd name="connsiteY2" fmla="*/ 19456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3239345"/>
              <a:gd name="connsiteY0" fmla="*/ 0 h 1702340"/>
              <a:gd name="connsiteX1" fmla="*/ 6741268 w 13239345"/>
              <a:gd name="connsiteY1" fmla="*/ 1536971 h 1702340"/>
              <a:gd name="connsiteX2" fmla="*/ 12470860 w 13239345"/>
              <a:gd name="connsiteY2" fmla="*/ 19456 h 1702340"/>
              <a:gd name="connsiteX3" fmla="*/ 13239345 w 13239345"/>
              <a:gd name="connsiteY3" fmla="*/ 107004 h 1702340"/>
              <a:gd name="connsiteX4" fmla="*/ 6750996 w 13239345"/>
              <a:gd name="connsiteY4" fmla="*/ 1702340 h 1702340"/>
              <a:gd name="connsiteX5" fmla="*/ 0 w 13239345"/>
              <a:gd name="connsiteY5" fmla="*/ 58366 h 1702340"/>
              <a:gd name="connsiteX6" fmla="*/ 836579 w 13239345"/>
              <a:gd name="connsiteY6" fmla="*/ 0 h 1702340"/>
              <a:gd name="connsiteX0" fmla="*/ 836579 w 13239345"/>
              <a:gd name="connsiteY0" fmla="*/ 107003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836579 w 13239345"/>
              <a:gd name="connsiteY6" fmla="*/ 107003 h 1809343"/>
              <a:gd name="connsiteX0" fmla="*/ 1342417 w 13239345"/>
              <a:gd name="connsiteY0" fmla="*/ 29182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342417 w 13239345"/>
              <a:gd name="connsiteY6" fmla="*/ 29182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2651516"/>
              <a:gd name="connsiteY0" fmla="*/ 607 h 1809343"/>
              <a:gd name="connsiteX1" fmla="*/ 6741268 w 12651516"/>
              <a:gd name="connsiteY1" fmla="*/ 1643974 h 1809343"/>
              <a:gd name="connsiteX2" fmla="*/ 12169303 w 12651516"/>
              <a:gd name="connsiteY2" fmla="*/ 0 h 1809343"/>
              <a:gd name="connsiteX3" fmla="*/ 12651516 w 12651516"/>
              <a:gd name="connsiteY3" fmla="*/ 83379 h 1809343"/>
              <a:gd name="connsiteX4" fmla="*/ 6750996 w 12651516"/>
              <a:gd name="connsiteY4" fmla="*/ 1809343 h 1809343"/>
              <a:gd name="connsiteX5" fmla="*/ 0 w 12651516"/>
              <a:gd name="connsiteY5" fmla="*/ 165369 h 1809343"/>
              <a:gd name="connsiteX6" fmla="*/ 1294792 w 12651516"/>
              <a:gd name="connsiteY6" fmla="*/ 607 h 1809343"/>
              <a:gd name="connsiteX0" fmla="*/ 1294792 w 12564431"/>
              <a:gd name="connsiteY0" fmla="*/ 607 h 1809343"/>
              <a:gd name="connsiteX1" fmla="*/ 6741268 w 12564431"/>
              <a:gd name="connsiteY1" fmla="*/ 1643974 h 1809343"/>
              <a:gd name="connsiteX2" fmla="*/ 12169303 w 12564431"/>
              <a:gd name="connsiteY2" fmla="*/ 0 h 1809343"/>
              <a:gd name="connsiteX3" fmla="*/ 12564431 w 12564431"/>
              <a:gd name="connsiteY3" fmla="*/ 83379 h 1809343"/>
              <a:gd name="connsiteX4" fmla="*/ 6750996 w 12564431"/>
              <a:gd name="connsiteY4" fmla="*/ 1809343 h 1809343"/>
              <a:gd name="connsiteX5" fmla="*/ 0 w 12564431"/>
              <a:gd name="connsiteY5" fmla="*/ 165369 h 1809343"/>
              <a:gd name="connsiteX6" fmla="*/ 1294792 w 12564431"/>
              <a:gd name="connsiteY6" fmla="*/ 607 h 1809343"/>
              <a:gd name="connsiteX0" fmla="*/ 423935 w 11693574"/>
              <a:gd name="connsiteY0" fmla="*/ 607 h 1809343"/>
              <a:gd name="connsiteX1" fmla="*/ 5870411 w 11693574"/>
              <a:gd name="connsiteY1" fmla="*/ 1643974 h 1809343"/>
              <a:gd name="connsiteX2" fmla="*/ 11298446 w 11693574"/>
              <a:gd name="connsiteY2" fmla="*/ 0 h 1809343"/>
              <a:gd name="connsiteX3" fmla="*/ 11693574 w 11693574"/>
              <a:gd name="connsiteY3" fmla="*/ 83379 h 1809343"/>
              <a:gd name="connsiteX4" fmla="*/ 5880139 w 11693574"/>
              <a:gd name="connsiteY4" fmla="*/ 1809343 h 1809343"/>
              <a:gd name="connsiteX5" fmla="*/ 0 w 11693574"/>
              <a:gd name="connsiteY5" fmla="*/ 45626 h 1809343"/>
              <a:gd name="connsiteX6" fmla="*/ 423935 w 11693574"/>
              <a:gd name="connsiteY6" fmla="*/ 607 h 1809343"/>
              <a:gd name="connsiteX0" fmla="*/ 423935 w 11693574"/>
              <a:gd name="connsiteY0" fmla="*/ 607 h 1733143"/>
              <a:gd name="connsiteX1" fmla="*/ 5870411 w 11693574"/>
              <a:gd name="connsiteY1" fmla="*/ 1643974 h 1733143"/>
              <a:gd name="connsiteX2" fmla="*/ 11298446 w 11693574"/>
              <a:gd name="connsiteY2" fmla="*/ 0 h 1733143"/>
              <a:gd name="connsiteX3" fmla="*/ 11693574 w 11693574"/>
              <a:gd name="connsiteY3" fmla="*/ 83379 h 1733143"/>
              <a:gd name="connsiteX4" fmla="*/ 5880139 w 11693574"/>
              <a:gd name="connsiteY4" fmla="*/ 1733143 h 1733143"/>
              <a:gd name="connsiteX5" fmla="*/ 0 w 11693574"/>
              <a:gd name="connsiteY5" fmla="*/ 45626 h 1733143"/>
              <a:gd name="connsiteX6" fmla="*/ 423935 w 11693574"/>
              <a:gd name="connsiteY6" fmla="*/ 607 h 1733143"/>
              <a:gd name="connsiteX0" fmla="*/ 423935 w 11709902"/>
              <a:gd name="connsiteY0" fmla="*/ 607 h 1733143"/>
              <a:gd name="connsiteX1" fmla="*/ 5870411 w 11709902"/>
              <a:gd name="connsiteY1" fmla="*/ 1643974 h 1733143"/>
              <a:gd name="connsiteX2" fmla="*/ 11298446 w 11709902"/>
              <a:gd name="connsiteY2" fmla="*/ 0 h 1733143"/>
              <a:gd name="connsiteX3" fmla="*/ 11709902 w 11709902"/>
              <a:gd name="connsiteY3" fmla="*/ 83379 h 1733143"/>
              <a:gd name="connsiteX4" fmla="*/ 5880139 w 11709902"/>
              <a:gd name="connsiteY4" fmla="*/ 1733143 h 1733143"/>
              <a:gd name="connsiteX5" fmla="*/ 0 w 11709902"/>
              <a:gd name="connsiteY5" fmla="*/ 45626 h 1733143"/>
              <a:gd name="connsiteX6" fmla="*/ 423935 w 11709902"/>
              <a:gd name="connsiteY6" fmla="*/ 607 h 1733143"/>
              <a:gd name="connsiteX0" fmla="*/ 423935 w 11571109"/>
              <a:gd name="connsiteY0" fmla="*/ 607 h 1733143"/>
              <a:gd name="connsiteX1" fmla="*/ 5870411 w 11571109"/>
              <a:gd name="connsiteY1" fmla="*/ 1643974 h 1733143"/>
              <a:gd name="connsiteX2" fmla="*/ 11298446 w 11571109"/>
              <a:gd name="connsiteY2" fmla="*/ 0 h 1733143"/>
              <a:gd name="connsiteX3" fmla="*/ 11571109 w 11571109"/>
              <a:gd name="connsiteY3" fmla="*/ 116036 h 1733143"/>
              <a:gd name="connsiteX4" fmla="*/ 5880139 w 11571109"/>
              <a:gd name="connsiteY4" fmla="*/ 1733143 h 1733143"/>
              <a:gd name="connsiteX5" fmla="*/ 0 w 11571109"/>
              <a:gd name="connsiteY5" fmla="*/ 45626 h 1733143"/>
              <a:gd name="connsiteX6" fmla="*/ 423935 w 11571109"/>
              <a:gd name="connsiteY6" fmla="*/ 607 h 1733143"/>
              <a:gd name="connsiteX0" fmla="*/ 423935 w 11579274"/>
              <a:gd name="connsiteY0" fmla="*/ 607 h 1733143"/>
              <a:gd name="connsiteX1" fmla="*/ 5870411 w 11579274"/>
              <a:gd name="connsiteY1" fmla="*/ 1643974 h 1733143"/>
              <a:gd name="connsiteX2" fmla="*/ 11298446 w 11579274"/>
              <a:gd name="connsiteY2" fmla="*/ 0 h 1733143"/>
              <a:gd name="connsiteX3" fmla="*/ 11579274 w 11579274"/>
              <a:gd name="connsiteY3" fmla="*/ 116036 h 1733143"/>
              <a:gd name="connsiteX4" fmla="*/ 5880139 w 11579274"/>
              <a:gd name="connsiteY4" fmla="*/ 1733143 h 1733143"/>
              <a:gd name="connsiteX5" fmla="*/ 0 w 11579274"/>
              <a:gd name="connsiteY5" fmla="*/ 45626 h 1733143"/>
              <a:gd name="connsiteX6" fmla="*/ 423935 w 11579274"/>
              <a:gd name="connsiteY6" fmla="*/ 607 h 1733143"/>
              <a:gd name="connsiteX0" fmla="*/ 423935 w 11579274"/>
              <a:gd name="connsiteY0" fmla="*/ 0 h 1732536"/>
              <a:gd name="connsiteX1" fmla="*/ 5870411 w 11579274"/>
              <a:gd name="connsiteY1" fmla="*/ 1643367 h 1732536"/>
              <a:gd name="connsiteX2" fmla="*/ 11233132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24968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219828 w 11375167"/>
              <a:gd name="connsiteY0" fmla="*/ 0 h 1732536"/>
              <a:gd name="connsiteX1" fmla="*/ 5666304 w 11375167"/>
              <a:gd name="connsiteY1" fmla="*/ 1643367 h 1732536"/>
              <a:gd name="connsiteX2" fmla="*/ 11020861 w 11375167"/>
              <a:gd name="connsiteY2" fmla="*/ 48379 h 1732536"/>
              <a:gd name="connsiteX3" fmla="*/ 11375167 w 11375167"/>
              <a:gd name="connsiteY3" fmla="*/ 115429 h 1732536"/>
              <a:gd name="connsiteX4" fmla="*/ 5676032 w 11375167"/>
              <a:gd name="connsiteY4" fmla="*/ 1732536 h 1732536"/>
              <a:gd name="connsiteX5" fmla="*/ 0 w 11375167"/>
              <a:gd name="connsiteY5" fmla="*/ 77676 h 1732536"/>
              <a:gd name="connsiteX6" fmla="*/ 219828 w 11375167"/>
              <a:gd name="connsiteY6" fmla="*/ 0 h 1732536"/>
              <a:gd name="connsiteX0" fmla="*/ 293307 w 11375167"/>
              <a:gd name="connsiteY0" fmla="*/ 0 h 1708044"/>
              <a:gd name="connsiteX1" fmla="*/ 5666304 w 11375167"/>
              <a:gd name="connsiteY1" fmla="*/ 1618875 h 1708044"/>
              <a:gd name="connsiteX2" fmla="*/ 11020861 w 11375167"/>
              <a:gd name="connsiteY2" fmla="*/ 23887 h 1708044"/>
              <a:gd name="connsiteX3" fmla="*/ 11375167 w 11375167"/>
              <a:gd name="connsiteY3" fmla="*/ 90937 h 1708044"/>
              <a:gd name="connsiteX4" fmla="*/ 5676032 w 11375167"/>
              <a:gd name="connsiteY4" fmla="*/ 1708044 h 1708044"/>
              <a:gd name="connsiteX5" fmla="*/ 0 w 11375167"/>
              <a:gd name="connsiteY5" fmla="*/ 53184 h 1708044"/>
              <a:gd name="connsiteX6" fmla="*/ 293307 w 11375167"/>
              <a:gd name="connsiteY6" fmla="*/ 0 h 1708044"/>
              <a:gd name="connsiteX0" fmla="*/ 317800 w 11375167"/>
              <a:gd name="connsiteY0" fmla="*/ 606 h 1684157"/>
              <a:gd name="connsiteX1" fmla="*/ 5666304 w 11375167"/>
              <a:gd name="connsiteY1" fmla="*/ 1594988 h 1684157"/>
              <a:gd name="connsiteX2" fmla="*/ 11020861 w 11375167"/>
              <a:gd name="connsiteY2" fmla="*/ 0 h 1684157"/>
              <a:gd name="connsiteX3" fmla="*/ 11375167 w 11375167"/>
              <a:gd name="connsiteY3" fmla="*/ 67050 h 1684157"/>
              <a:gd name="connsiteX4" fmla="*/ 5676032 w 11375167"/>
              <a:gd name="connsiteY4" fmla="*/ 1684157 h 1684157"/>
              <a:gd name="connsiteX5" fmla="*/ 0 w 11375167"/>
              <a:gd name="connsiteY5" fmla="*/ 29297 h 1684157"/>
              <a:gd name="connsiteX6" fmla="*/ 317800 w 11375167"/>
              <a:gd name="connsiteY6" fmla="*/ 606 h 1684157"/>
              <a:gd name="connsiteX0" fmla="*/ 285142 w 11342509"/>
              <a:gd name="connsiteY0" fmla="*/ 606 h 1684157"/>
              <a:gd name="connsiteX1" fmla="*/ 5633646 w 11342509"/>
              <a:gd name="connsiteY1" fmla="*/ 1594988 h 1684157"/>
              <a:gd name="connsiteX2" fmla="*/ 10988203 w 11342509"/>
              <a:gd name="connsiteY2" fmla="*/ 0 h 1684157"/>
              <a:gd name="connsiteX3" fmla="*/ 11342509 w 11342509"/>
              <a:gd name="connsiteY3" fmla="*/ 67050 h 1684157"/>
              <a:gd name="connsiteX4" fmla="*/ 5643374 w 11342509"/>
              <a:gd name="connsiteY4" fmla="*/ 1684157 h 1684157"/>
              <a:gd name="connsiteX5" fmla="*/ 0 w 11342509"/>
              <a:gd name="connsiteY5" fmla="*/ 29297 h 1684157"/>
              <a:gd name="connsiteX6" fmla="*/ 285142 w 11342509"/>
              <a:gd name="connsiteY6" fmla="*/ 606 h 1684157"/>
              <a:gd name="connsiteX0" fmla="*/ 276977 w 11342509"/>
              <a:gd name="connsiteY0" fmla="*/ 0 h 1691715"/>
              <a:gd name="connsiteX1" fmla="*/ 5633646 w 11342509"/>
              <a:gd name="connsiteY1" fmla="*/ 1602546 h 1691715"/>
              <a:gd name="connsiteX2" fmla="*/ 10988203 w 11342509"/>
              <a:gd name="connsiteY2" fmla="*/ 755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47837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4380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222990" y="1401505"/>
            <a:ext cx="3746000" cy="1048514"/>
          </a:xfrm>
          <a:prstGeom prst="rect">
            <a:avLst/>
          </a:prstGeom>
        </p:spPr>
      </p:pic>
    </p:spTree>
    <p:extLst>
      <p:ext uri="{BB962C8B-B14F-4D97-AF65-F5344CB8AC3E}">
        <p14:creationId xmlns:p14="http://schemas.microsoft.com/office/powerpoint/2010/main" val="3172442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7-尾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0"/>
            <a:ext cx="12193057" cy="4066384"/>
          </a:xfrm>
          <a:prstGeom prst="rect">
            <a:avLst/>
          </a:prstGeom>
        </p:spPr>
      </p:pic>
      <p:sp>
        <p:nvSpPr>
          <p:cNvPr id="19" name="任意多边形: 形状 20">
            <a:extLst>
              <a:ext uri="{FF2B5EF4-FFF2-40B4-BE49-F238E27FC236}">
                <a16:creationId xmlns:a16="http://schemas.microsoft.com/office/drawing/2014/main" id="{EB508EBB-D4A6-41A3-BA79-D5276F572933}"/>
              </a:ext>
            </a:extLst>
          </p:cNvPr>
          <p:cNvSpPr/>
          <p:nvPr userDrawn="1"/>
        </p:nvSpPr>
        <p:spPr>
          <a:xfrm rot="10800000">
            <a:off x="-18" y="0"/>
            <a:ext cx="12192001" cy="4066750"/>
          </a:xfrm>
          <a:custGeom>
            <a:avLst/>
            <a:gdLst>
              <a:gd name="connsiteX0" fmla="*/ 12192000 w 12192001"/>
              <a:gd name="connsiteY0" fmla="*/ 4062881 h 4062881"/>
              <a:gd name="connsiteX1" fmla="*/ 0 w 12192001"/>
              <a:gd name="connsiteY1" fmla="*/ 4062881 h 4062881"/>
              <a:gd name="connsiteX2" fmla="*/ 0 w 12192001"/>
              <a:gd name="connsiteY2" fmla="*/ 1441627 h 4062881"/>
              <a:gd name="connsiteX3" fmla="*/ 7949 w 12192001"/>
              <a:gd name="connsiteY3" fmla="*/ 1441627 h 4062881"/>
              <a:gd name="connsiteX4" fmla="*/ 6105511 w 12192001"/>
              <a:gd name="connsiteY4" fmla="*/ 0 h 4062881"/>
              <a:gd name="connsiteX5" fmla="*/ 12184078 w 12192001"/>
              <a:gd name="connsiteY5" fmla="*/ 1441627 h 4062881"/>
              <a:gd name="connsiteX6" fmla="*/ 12192000 w 12192001"/>
              <a:gd name="connsiteY6" fmla="*/ 1441627 h 4062881"/>
              <a:gd name="connsiteX7" fmla="*/ 12192000 w 12192001"/>
              <a:gd name="connsiteY7" fmla="*/ 1443506 h 4062881"/>
              <a:gd name="connsiteX8" fmla="*/ 12192001 w 12192001"/>
              <a:gd name="connsiteY8" fmla="*/ 1443506 h 4062881"/>
              <a:gd name="connsiteX9" fmla="*/ 12192000 w 12192001"/>
              <a:gd name="connsiteY9" fmla="*/ 1443506 h 4062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1" h="4062881">
                <a:moveTo>
                  <a:pt x="12192000" y="4062881"/>
                </a:moveTo>
                <a:lnTo>
                  <a:pt x="0" y="4062881"/>
                </a:lnTo>
                <a:lnTo>
                  <a:pt x="0" y="1441627"/>
                </a:lnTo>
                <a:lnTo>
                  <a:pt x="7949" y="1441627"/>
                </a:lnTo>
                <a:lnTo>
                  <a:pt x="6105511" y="0"/>
                </a:lnTo>
                <a:lnTo>
                  <a:pt x="12184078" y="1441627"/>
                </a:lnTo>
                <a:lnTo>
                  <a:pt x="12192000" y="1441627"/>
                </a:lnTo>
                <a:lnTo>
                  <a:pt x="12192000" y="1443506"/>
                </a:lnTo>
                <a:lnTo>
                  <a:pt x="12192001" y="1443506"/>
                </a:lnTo>
                <a:lnTo>
                  <a:pt x="12192000" y="1443506"/>
                </a:lnTo>
                <a:close/>
              </a:path>
            </a:pathLst>
          </a:custGeom>
          <a:solidFill>
            <a:srgbClr val="006434">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44">
            <a:extLst>
              <a:ext uri="{FF2B5EF4-FFF2-40B4-BE49-F238E27FC236}">
                <a16:creationId xmlns:a16="http://schemas.microsoft.com/office/drawing/2014/main" id="{DE2D1209-7AA5-4F95-A441-DACDCD612E99}"/>
              </a:ext>
            </a:extLst>
          </p:cNvPr>
          <p:cNvSpPr/>
          <p:nvPr userDrawn="1"/>
        </p:nvSpPr>
        <p:spPr>
          <a:xfrm>
            <a:off x="0" y="2329236"/>
            <a:ext cx="12191985" cy="1809343"/>
          </a:xfrm>
          <a:custGeom>
            <a:avLst/>
            <a:gdLst>
              <a:gd name="connsiteX0" fmla="*/ 11511615 w 12185612"/>
              <a:gd name="connsiteY0" fmla="*/ 0 h 1809343"/>
              <a:gd name="connsiteX1" fmla="*/ 12185612 w 12185612"/>
              <a:gd name="connsiteY1" fmla="*/ 134799 h 1809343"/>
              <a:gd name="connsiteX2" fmla="*/ 12185612 w 12185612"/>
              <a:gd name="connsiteY2" fmla="*/ 319795 h 1809343"/>
              <a:gd name="connsiteX3" fmla="*/ 11769269 w 12185612"/>
              <a:gd name="connsiteY3" fmla="*/ 431005 h 1809343"/>
              <a:gd name="connsiteX4" fmla="*/ 6098388 w 12185612"/>
              <a:gd name="connsiteY4" fmla="*/ 1809343 h 1809343"/>
              <a:gd name="connsiteX5" fmla="*/ 1030855 w 12185612"/>
              <a:gd name="connsiteY5" fmla="*/ 612528 h 1809343"/>
              <a:gd name="connsiteX6" fmla="*/ 0 w 12185612"/>
              <a:gd name="connsiteY6" fmla="*/ 339538 h 1809343"/>
              <a:gd name="connsiteX7" fmla="*/ 0 w 12185612"/>
              <a:gd name="connsiteY7" fmla="*/ 81678 h 1809343"/>
              <a:gd name="connsiteX8" fmla="*/ 637104 w 12185612"/>
              <a:gd name="connsiteY8" fmla="*/ 607 h 1809343"/>
              <a:gd name="connsiteX9" fmla="*/ 6098821 w 12185612"/>
              <a:gd name="connsiteY9" fmla="*/ 1643974 h 1809343"/>
              <a:gd name="connsiteX10" fmla="*/ 11511615 w 12185612"/>
              <a:gd name="connsiteY10" fmla="*/ 0 h 180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85612" h="1809343">
                <a:moveTo>
                  <a:pt x="11511615" y="0"/>
                </a:moveTo>
                <a:lnTo>
                  <a:pt x="12185612" y="134799"/>
                </a:lnTo>
                <a:lnTo>
                  <a:pt x="12185612" y="319795"/>
                </a:lnTo>
                <a:lnTo>
                  <a:pt x="11769269" y="431005"/>
                </a:lnTo>
                <a:cubicBezTo>
                  <a:pt x="9878327" y="928737"/>
                  <a:pt x="8015827" y="1369040"/>
                  <a:pt x="6098388" y="1809343"/>
                </a:cubicBezTo>
                <a:cubicBezTo>
                  <a:pt x="4410640" y="1441212"/>
                  <a:pt x="2720033" y="1046292"/>
                  <a:pt x="1030855" y="612528"/>
                </a:cubicBezTo>
                <a:lnTo>
                  <a:pt x="0" y="339538"/>
                </a:lnTo>
                <a:lnTo>
                  <a:pt x="0" y="81678"/>
                </a:lnTo>
                <a:lnTo>
                  <a:pt x="637104" y="607"/>
                </a:lnTo>
                <a:cubicBezTo>
                  <a:pt x="2471646" y="662696"/>
                  <a:pt x="4302378" y="1200960"/>
                  <a:pt x="6098821" y="1643974"/>
                </a:cubicBezTo>
                <a:cubicBezTo>
                  <a:pt x="7974840" y="1162658"/>
                  <a:pt x="9749895" y="681341"/>
                  <a:pt x="1151161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任意多边形: 形状 49">
            <a:extLst>
              <a:ext uri="{FF2B5EF4-FFF2-40B4-BE49-F238E27FC236}">
                <a16:creationId xmlns:a16="http://schemas.microsoft.com/office/drawing/2014/main" id="{4BD5183D-F6D1-4DEC-8FB6-46F3C5C8E2AB}"/>
              </a:ext>
            </a:extLst>
          </p:cNvPr>
          <p:cNvSpPr/>
          <p:nvPr userDrawn="1"/>
        </p:nvSpPr>
        <p:spPr>
          <a:xfrm>
            <a:off x="450423" y="2315566"/>
            <a:ext cx="11342509" cy="1691715"/>
          </a:xfrm>
          <a:custGeom>
            <a:avLst/>
            <a:gdLst>
              <a:gd name="connsiteX0" fmla="*/ 9728 w 12217941"/>
              <a:gd name="connsiteY0" fmla="*/ 0 h 1605064"/>
              <a:gd name="connsiteX1" fmla="*/ 6108971 w 12217941"/>
              <a:gd name="connsiteY1" fmla="*/ 1498060 h 1605064"/>
              <a:gd name="connsiteX2" fmla="*/ 12208213 w 12217941"/>
              <a:gd name="connsiteY2" fmla="*/ 19456 h 1605064"/>
              <a:gd name="connsiteX3" fmla="*/ 12217941 w 12217941"/>
              <a:gd name="connsiteY3" fmla="*/ 282103 h 1605064"/>
              <a:gd name="connsiteX4" fmla="*/ 6118698 w 12217941"/>
              <a:gd name="connsiteY4" fmla="*/ 1605064 h 1605064"/>
              <a:gd name="connsiteX5" fmla="*/ 0 w 12217941"/>
              <a:gd name="connsiteY5" fmla="*/ 233464 h 1605064"/>
              <a:gd name="connsiteX6" fmla="*/ 9728 w 12217941"/>
              <a:gd name="connsiteY6" fmla="*/ 0 h 1605064"/>
              <a:gd name="connsiteX0" fmla="*/ 0 w 12208213"/>
              <a:gd name="connsiteY0" fmla="*/ 0 h 1605064"/>
              <a:gd name="connsiteX1" fmla="*/ 6099243 w 12208213"/>
              <a:gd name="connsiteY1" fmla="*/ 1498060 h 1605064"/>
              <a:gd name="connsiteX2" fmla="*/ 12198485 w 12208213"/>
              <a:gd name="connsiteY2" fmla="*/ 19456 h 1605064"/>
              <a:gd name="connsiteX3" fmla="*/ 12208213 w 12208213"/>
              <a:gd name="connsiteY3" fmla="*/ 282103 h 1605064"/>
              <a:gd name="connsiteX4" fmla="*/ 6108970 w 12208213"/>
              <a:gd name="connsiteY4" fmla="*/ 1605064 h 1605064"/>
              <a:gd name="connsiteX5" fmla="*/ 0 w 12208213"/>
              <a:gd name="connsiteY5" fmla="*/ 544749 h 1605064"/>
              <a:gd name="connsiteX6" fmla="*/ 0 w 12208213"/>
              <a:gd name="connsiteY6" fmla="*/ 0 h 1605064"/>
              <a:gd name="connsiteX0" fmla="*/ 0 w 12198485"/>
              <a:gd name="connsiteY0" fmla="*/ 0 h 1605064"/>
              <a:gd name="connsiteX1" fmla="*/ 6099243 w 12198485"/>
              <a:gd name="connsiteY1" fmla="*/ 1498060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0 w 12198485"/>
              <a:gd name="connsiteY0" fmla="*/ 0 h 1605064"/>
              <a:gd name="connsiteX1" fmla="*/ 6108970 w 12198485"/>
              <a:gd name="connsiteY1" fmla="*/ 1507788 h 1605064"/>
              <a:gd name="connsiteX2" fmla="*/ 12198485 w 12198485"/>
              <a:gd name="connsiteY2" fmla="*/ 19456 h 1605064"/>
              <a:gd name="connsiteX3" fmla="*/ 12198485 w 12198485"/>
              <a:gd name="connsiteY3" fmla="*/ 603115 h 1605064"/>
              <a:gd name="connsiteX4" fmla="*/ 6108970 w 12198485"/>
              <a:gd name="connsiteY4" fmla="*/ 1605064 h 1605064"/>
              <a:gd name="connsiteX5" fmla="*/ 0 w 12198485"/>
              <a:gd name="connsiteY5" fmla="*/ 544749 h 1605064"/>
              <a:gd name="connsiteX6" fmla="*/ 0 w 12198485"/>
              <a:gd name="connsiteY6" fmla="*/ 0 h 1605064"/>
              <a:gd name="connsiteX0" fmla="*/ 632298 w 12830783"/>
              <a:gd name="connsiteY0" fmla="*/ 0 h 1605064"/>
              <a:gd name="connsiteX1" fmla="*/ 6741268 w 12830783"/>
              <a:gd name="connsiteY1" fmla="*/ 1507788 h 1605064"/>
              <a:gd name="connsiteX2" fmla="*/ 12830783 w 12830783"/>
              <a:gd name="connsiteY2" fmla="*/ 19456 h 1605064"/>
              <a:gd name="connsiteX3" fmla="*/ 12830783 w 12830783"/>
              <a:gd name="connsiteY3" fmla="*/ 603115 h 1605064"/>
              <a:gd name="connsiteX4" fmla="*/ 6741268 w 12830783"/>
              <a:gd name="connsiteY4" fmla="*/ 1605064 h 1605064"/>
              <a:gd name="connsiteX5" fmla="*/ 0 w 12830783"/>
              <a:gd name="connsiteY5" fmla="*/ 29183 h 1605064"/>
              <a:gd name="connsiteX6" fmla="*/ 632298 w 12830783"/>
              <a:gd name="connsiteY6" fmla="*/ 0 h 1605064"/>
              <a:gd name="connsiteX0" fmla="*/ 836579 w 12830783"/>
              <a:gd name="connsiteY0" fmla="*/ 0 h 1634247"/>
              <a:gd name="connsiteX1" fmla="*/ 6741268 w 12830783"/>
              <a:gd name="connsiteY1" fmla="*/ 1536971 h 1634247"/>
              <a:gd name="connsiteX2" fmla="*/ 12830783 w 12830783"/>
              <a:gd name="connsiteY2" fmla="*/ 48639 h 1634247"/>
              <a:gd name="connsiteX3" fmla="*/ 12830783 w 12830783"/>
              <a:gd name="connsiteY3" fmla="*/ 632298 h 1634247"/>
              <a:gd name="connsiteX4" fmla="*/ 6741268 w 12830783"/>
              <a:gd name="connsiteY4" fmla="*/ 1634247 h 1634247"/>
              <a:gd name="connsiteX5" fmla="*/ 0 w 12830783"/>
              <a:gd name="connsiteY5" fmla="*/ 58366 h 1634247"/>
              <a:gd name="connsiteX6" fmla="*/ 836579 w 12830783"/>
              <a:gd name="connsiteY6" fmla="*/ 0 h 1634247"/>
              <a:gd name="connsiteX0" fmla="*/ 836579 w 12830783"/>
              <a:gd name="connsiteY0" fmla="*/ 0 h 1702340"/>
              <a:gd name="connsiteX1" fmla="*/ 6741268 w 12830783"/>
              <a:gd name="connsiteY1" fmla="*/ 1536971 h 1702340"/>
              <a:gd name="connsiteX2" fmla="*/ 12830783 w 12830783"/>
              <a:gd name="connsiteY2" fmla="*/ 48639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2830783"/>
              <a:gd name="connsiteY0" fmla="*/ 0 h 1702340"/>
              <a:gd name="connsiteX1" fmla="*/ 6741268 w 12830783"/>
              <a:gd name="connsiteY1" fmla="*/ 1536971 h 1702340"/>
              <a:gd name="connsiteX2" fmla="*/ 12470860 w 12830783"/>
              <a:gd name="connsiteY2" fmla="*/ 19456 h 1702340"/>
              <a:gd name="connsiteX3" fmla="*/ 12830783 w 12830783"/>
              <a:gd name="connsiteY3" fmla="*/ 632298 h 1702340"/>
              <a:gd name="connsiteX4" fmla="*/ 6750996 w 12830783"/>
              <a:gd name="connsiteY4" fmla="*/ 1702340 h 1702340"/>
              <a:gd name="connsiteX5" fmla="*/ 0 w 12830783"/>
              <a:gd name="connsiteY5" fmla="*/ 58366 h 1702340"/>
              <a:gd name="connsiteX6" fmla="*/ 836579 w 12830783"/>
              <a:gd name="connsiteY6" fmla="*/ 0 h 1702340"/>
              <a:gd name="connsiteX0" fmla="*/ 836579 w 13239345"/>
              <a:gd name="connsiteY0" fmla="*/ 0 h 1702340"/>
              <a:gd name="connsiteX1" fmla="*/ 6741268 w 13239345"/>
              <a:gd name="connsiteY1" fmla="*/ 1536971 h 1702340"/>
              <a:gd name="connsiteX2" fmla="*/ 12470860 w 13239345"/>
              <a:gd name="connsiteY2" fmla="*/ 19456 h 1702340"/>
              <a:gd name="connsiteX3" fmla="*/ 13239345 w 13239345"/>
              <a:gd name="connsiteY3" fmla="*/ 107004 h 1702340"/>
              <a:gd name="connsiteX4" fmla="*/ 6750996 w 13239345"/>
              <a:gd name="connsiteY4" fmla="*/ 1702340 h 1702340"/>
              <a:gd name="connsiteX5" fmla="*/ 0 w 13239345"/>
              <a:gd name="connsiteY5" fmla="*/ 58366 h 1702340"/>
              <a:gd name="connsiteX6" fmla="*/ 836579 w 13239345"/>
              <a:gd name="connsiteY6" fmla="*/ 0 h 1702340"/>
              <a:gd name="connsiteX0" fmla="*/ 836579 w 13239345"/>
              <a:gd name="connsiteY0" fmla="*/ 107003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836579 w 13239345"/>
              <a:gd name="connsiteY6" fmla="*/ 107003 h 1809343"/>
              <a:gd name="connsiteX0" fmla="*/ 1342417 w 13239345"/>
              <a:gd name="connsiteY0" fmla="*/ 29182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342417 w 13239345"/>
              <a:gd name="connsiteY6" fmla="*/ 29182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3239345"/>
              <a:gd name="connsiteY0" fmla="*/ 607 h 1809343"/>
              <a:gd name="connsiteX1" fmla="*/ 6741268 w 13239345"/>
              <a:gd name="connsiteY1" fmla="*/ 1643974 h 1809343"/>
              <a:gd name="connsiteX2" fmla="*/ 12169303 w 13239345"/>
              <a:gd name="connsiteY2" fmla="*/ 0 h 1809343"/>
              <a:gd name="connsiteX3" fmla="*/ 13239345 w 13239345"/>
              <a:gd name="connsiteY3" fmla="*/ 214007 h 1809343"/>
              <a:gd name="connsiteX4" fmla="*/ 6750996 w 13239345"/>
              <a:gd name="connsiteY4" fmla="*/ 1809343 h 1809343"/>
              <a:gd name="connsiteX5" fmla="*/ 0 w 13239345"/>
              <a:gd name="connsiteY5" fmla="*/ 165369 h 1809343"/>
              <a:gd name="connsiteX6" fmla="*/ 1294792 w 13239345"/>
              <a:gd name="connsiteY6" fmla="*/ 607 h 1809343"/>
              <a:gd name="connsiteX0" fmla="*/ 1294792 w 12651516"/>
              <a:gd name="connsiteY0" fmla="*/ 607 h 1809343"/>
              <a:gd name="connsiteX1" fmla="*/ 6741268 w 12651516"/>
              <a:gd name="connsiteY1" fmla="*/ 1643974 h 1809343"/>
              <a:gd name="connsiteX2" fmla="*/ 12169303 w 12651516"/>
              <a:gd name="connsiteY2" fmla="*/ 0 h 1809343"/>
              <a:gd name="connsiteX3" fmla="*/ 12651516 w 12651516"/>
              <a:gd name="connsiteY3" fmla="*/ 83379 h 1809343"/>
              <a:gd name="connsiteX4" fmla="*/ 6750996 w 12651516"/>
              <a:gd name="connsiteY4" fmla="*/ 1809343 h 1809343"/>
              <a:gd name="connsiteX5" fmla="*/ 0 w 12651516"/>
              <a:gd name="connsiteY5" fmla="*/ 165369 h 1809343"/>
              <a:gd name="connsiteX6" fmla="*/ 1294792 w 12651516"/>
              <a:gd name="connsiteY6" fmla="*/ 607 h 1809343"/>
              <a:gd name="connsiteX0" fmla="*/ 1294792 w 12564431"/>
              <a:gd name="connsiteY0" fmla="*/ 607 h 1809343"/>
              <a:gd name="connsiteX1" fmla="*/ 6741268 w 12564431"/>
              <a:gd name="connsiteY1" fmla="*/ 1643974 h 1809343"/>
              <a:gd name="connsiteX2" fmla="*/ 12169303 w 12564431"/>
              <a:gd name="connsiteY2" fmla="*/ 0 h 1809343"/>
              <a:gd name="connsiteX3" fmla="*/ 12564431 w 12564431"/>
              <a:gd name="connsiteY3" fmla="*/ 83379 h 1809343"/>
              <a:gd name="connsiteX4" fmla="*/ 6750996 w 12564431"/>
              <a:gd name="connsiteY4" fmla="*/ 1809343 h 1809343"/>
              <a:gd name="connsiteX5" fmla="*/ 0 w 12564431"/>
              <a:gd name="connsiteY5" fmla="*/ 165369 h 1809343"/>
              <a:gd name="connsiteX6" fmla="*/ 1294792 w 12564431"/>
              <a:gd name="connsiteY6" fmla="*/ 607 h 1809343"/>
              <a:gd name="connsiteX0" fmla="*/ 423935 w 11693574"/>
              <a:gd name="connsiteY0" fmla="*/ 607 h 1809343"/>
              <a:gd name="connsiteX1" fmla="*/ 5870411 w 11693574"/>
              <a:gd name="connsiteY1" fmla="*/ 1643974 h 1809343"/>
              <a:gd name="connsiteX2" fmla="*/ 11298446 w 11693574"/>
              <a:gd name="connsiteY2" fmla="*/ 0 h 1809343"/>
              <a:gd name="connsiteX3" fmla="*/ 11693574 w 11693574"/>
              <a:gd name="connsiteY3" fmla="*/ 83379 h 1809343"/>
              <a:gd name="connsiteX4" fmla="*/ 5880139 w 11693574"/>
              <a:gd name="connsiteY4" fmla="*/ 1809343 h 1809343"/>
              <a:gd name="connsiteX5" fmla="*/ 0 w 11693574"/>
              <a:gd name="connsiteY5" fmla="*/ 45626 h 1809343"/>
              <a:gd name="connsiteX6" fmla="*/ 423935 w 11693574"/>
              <a:gd name="connsiteY6" fmla="*/ 607 h 1809343"/>
              <a:gd name="connsiteX0" fmla="*/ 423935 w 11693574"/>
              <a:gd name="connsiteY0" fmla="*/ 607 h 1733143"/>
              <a:gd name="connsiteX1" fmla="*/ 5870411 w 11693574"/>
              <a:gd name="connsiteY1" fmla="*/ 1643974 h 1733143"/>
              <a:gd name="connsiteX2" fmla="*/ 11298446 w 11693574"/>
              <a:gd name="connsiteY2" fmla="*/ 0 h 1733143"/>
              <a:gd name="connsiteX3" fmla="*/ 11693574 w 11693574"/>
              <a:gd name="connsiteY3" fmla="*/ 83379 h 1733143"/>
              <a:gd name="connsiteX4" fmla="*/ 5880139 w 11693574"/>
              <a:gd name="connsiteY4" fmla="*/ 1733143 h 1733143"/>
              <a:gd name="connsiteX5" fmla="*/ 0 w 11693574"/>
              <a:gd name="connsiteY5" fmla="*/ 45626 h 1733143"/>
              <a:gd name="connsiteX6" fmla="*/ 423935 w 11693574"/>
              <a:gd name="connsiteY6" fmla="*/ 607 h 1733143"/>
              <a:gd name="connsiteX0" fmla="*/ 423935 w 11709902"/>
              <a:gd name="connsiteY0" fmla="*/ 607 h 1733143"/>
              <a:gd name="connsiteX1" fmla="*/ 5870411 w 11709902"/>
              <a:gd name="connsiteY1" fmla="*/ 1643974 h 1733143"/>
              <a:gd name="connsiteX2" fmla="*/ 11298446 w 11709902"/>
              <a:gd name="connsiteY2" fmla="*/ 0 h 1733143"/>
              <a:gd name="connsiteX3" fmla="*/ 11709902 w 11709902"/>
              <a:gd name="connsiteY3" fmla="*/ 83379 h 1733143"/>
              <a:gd name="connsiteX4" fmla="*/ 5880139 w 11709902"/>
              <a:gd name="connsiteY4" fmla="*/ 1733143 h 1733143"/>
              <a:gd name="connsiteX5" fmla="*/ 0 w 11709902"/>
              <a:gd name="connsiteY5" fmla="*/ 45626 h 1733143"/>
              <a:gd name="connsiteX6" fmla="*/ 423935 w 11709902"/>
              <a:gd name="connsiteY6" fmla="*/ 607 h 1733143"/>
              <a:gd name="connsiteX0" fmla="*/ 423935 w 11571109"/>
              <a:gd name="connsiteY0" fmla="*/ 607 h 1733143"/>
              <a:gd name="connsiteX1" fmla="*/ 5870411 w 11571109"/>
              <a:gd name="connsiteY1" fmla="*/ 1643974 h 1733143"/>
              <a:gd name="connsiteX2" fmla="*/ 11298446 w 11571109"/>
              <a:gd name="connsiteY2" fmla="*/ 0 h 1733143"/>
              <a:gd name="connsiteX3" fmla="*/ 11571109 w 11571109"/>
              <a:gd name="connsiteY3" fmla="*/ 116036 h 1733143"/>
              <a:gd name="connsiteX4" fmla="*/ 5880139 w 11571109"/>
              <a:gd name="connsiteY4" fmla="*/ 1733143 h 1733143"/>
              <a:gd name="connsiteX5" fmla="*/ 0 w 11571109"/>
              <a:gd name="connsiteY5" fmla="*/ 45626 h 1733143"/>
              <a:gd name="connsiteX6" fmla="*/ 423935 w 11571109"/>
              <a:gd name="connsiteY6" fmla="*/ 607 h 1733143"/>
              <a:gd name="connsiteX0" fmla="*/ 423935 w 11579274"/>
              <a:gd name="connsiteY0" fmla="*/ 607 h 1733143"/>
              <a:gd name="connsiteX1" fmla="*/ 5870411 w 11579274"/>
              <a:gd name="connsiteY1" fmla="*/ 1643974 h 1733143"/>
              <a:gd name="connsiteX2" fmla="*/ 11298446 w 11579274"/>
              <a:gd name="connsiteY2" fmla="*/ 0 h 1733143"/>
              <a:gd name="connsiteX3" fmla="*/ 11579274 w 11579274"/>
              <a:gd name="connsiteY3" fmla="*/ 116036 h 1733143"/>
              <a:gd name="connsiteX4" fmla="*/ 5880139 w 11579274"/>
              <a:gd name="connsiteY4" fmla="*/ 1733143 h 1733143"/>
              <a:gd name="connsiteX5" fmla="*/ 0 w 11579274"/>
              <a:gd name="connsiteY5" fmla="*/ 45626 h 1733143"/>
              <a:gd name="connsiteX6" fmla="*/ 423935 w 11579274"/>
              <a:gd name="connsiteY6" fmla="*/ 607 h 1733143"/>
              <a:gd name="connsiteX0" fmla="*/ 423935 w 11579274"/>
              <a:gd name="connsiteY0" fmla="*/ 0 h 1732536"/>
              <a:gd name="connsiteX1" fmla="*/ 5870411 w 11579274"/>
              <a:gd name="connsiteY1" fmla="*/ 1643367 h 1732536"/>
              <a:gd name="connsiteX2" fmla="*/ 11233132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41297 w 11579274"/>
              <a:gd name="connsiteY2" fmla="*/ 32050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423935 w 11579274"/>
              <a:gd name="connsiteY0" fmla="*/ 0 h 1732536"/>
              <a:gd name="connsiteX1" fmla="*/ 5870411 w 11579274"/>
              <a:gd name="connsiteY1" fmla="*/ 1643367 h 1732536"/>
              <a:gd name="connsiteX2" fmla="*/ 11224968 w 11579274"/>
              <a:gd name="connsiteY2" fmla="*/ 48379 h 1732536"/>
              <a:gd name="connsiteX3" fmla="*/ 11579274 w 11579274"/>
              <a:gd name="connsiteY3" fmla="*/ 115429 h 1732536"/>
              <a:gd name="connsiteX4" fmla="*/ 5880139 w 11579274"/>
              <a:gd name="connsiteY4" fmla="*/ 1732536 h 1732536"/>
              <a:gd name="connsiteX5" fmla="*/ 0 w 11579274"/>
              <a:gd name="connsiteY5" fmla="*/ 45019 h 1732536"/>
              <a:gd name="connsiteX6" fmla="*/ 423935 w 11579274"/>
              <a:gd name="connsiteY6" fmla="*/ 0 h 1732536"/>
              <a:gd name="connsiteX0" fmla="*/ 219828 w 11375167"/>
              <a:gd name="connsiteY0" fmla="*/ 0 h 1732536"/>
              <a:gd name="connsiteX1" fmla="*/ 5666304 w 11375167"/>
              <a:gd name="connsiteY1" fmla="*/ 1643367 h 1732536"/>
              <a:gd name="connsiteX2" fmla="*/ 11020861 w 11375167"/>
              <a:gd name="connsiteY2" fmla="*/ 48379 h 1732536"/>
              <a:gd name="connsiteX3" fmla="*/ 11375167 w 11375167"/>
              <a:gd name="connsiteY3" fmla="*/ 115429 h 1732536"/>
              <a:gd name="connsiteX4" fmla="*/ 5676032 w 11375167"/>
              <a:gd name="connsiteY4" fmla="*/ 1732536 h 1732536"/>
              <a:gd name="connsiteX5" fmla="*/ 0 w 11375167"/>
              <a:gd name="connsiteY5" fmla="*/ 77676 h 1732536"/>
              <a:gd name="connsiteX6" fmla="*/ 219828 w 11375167"/>
              <a:gd name="connsiteY6" fmla="*/ 0 h 1732536"/>
              <a:gd name="connsiteX0" fmla="*/ 293307 w 11375167"/>
              <a:gd name="connsiteY0" fmla="*/ 0 h 1708044"/>
              <a:gd name="connsiteX1" fmla="*/ 5666304 w 11375167"/>
              <a:gd name="connsiteY1" fmla="*/ 1618875 h 1708044"/>
              <a:gd name="connsiteX2" fmla="*/ 11020861 w 11375167"/>
              <a:gd name="connsiteY2" fmla="*/ 23887 h 1708044"/>
              <a:gd name="connsiteX3" fmla="*/ 11375167 w 11375167"/>
              <a:gd name="connsiteY3" fmla="*/ 90937 h 1708044"/>
              <a:gd name="connsiteX4" fmla="*/ 5676032 w 11375167"/>
              <a:gd name="connsiteY4" fmla="*/ 1708044 h 1708044"/>
              <a:gd name="connsiteX5" fmla="*/ 0 w 11375167"/>
              <a:gd name="connsiteY5" fmla="*/ 53184 h 1708044"/>
              <a:gd name="connsiteX6" fmla="*/ 293307 w 11375167"/>
              <a:gd name="connsiteY6" fmla="*/ 0 h 1708044"/>
              <a:gd name="connsiteX0" fmla="*/ 317800 w 11375167"/>
              <a:gd name="connsiteY0" fmla="*/ 606 h 1684157"/>
              <a:gd name="connsiteX1" fmla="*/ 5666304 w 11375167"/>
              <a:gd name="connsiteY1" fmla="*/ 1594988 h 1684157"/>
              <a:gd name="connsiteX2" fmla="*/ 11020861 w 11375167"/>
              <a:gd name="connsiteY2" fmla="*/ 0 h 1684157"/>
              <a:gd name="connsiteX3" fmla="*/ 11375167 w 11375167"/>
              <a:gd name="connsiteY3" fmla="*/ 67050 h 1684157"/>
              <a:gd name="connsiteX4" fmla="*/ 5676032 w 11375167"/>
              <a:gd name="connsiteY4" fmla="*/ 1684157 h 1684157"/>
              <a:gd name="connsiteX5" fmla="*/ 0 w 11375167"/>
              <a:gd name="connsiteY5" fmla="*/ 29297 h 1684157"/>
              <a:gd name="connsiteX6" fmla="*/ 317800 w 11375167"/>
              <a:gd name="connsiteY6" fmla="*/ 606 h 1684157"/>
              <a:gd name="connsiteX0" fmla="*/ 285142 w 11342509"/>
              <a:gd name="connsiteY0" fmla="*/ 606 h 1684157"/>
              <a:gd name="connsiteX1" fmla="*/ 5633646 w 11342509"/>
              <a:gd name="connsiteY1" fmla="*/ 1594988 h 1684157"/>
              <a:gd name="connsiteX2" fmla="*/ 10988203 w 11342509"/>
              <a:gd name="connsiteY2" fmla="*/ 0 h 1684157"/>
              <a:gd name="connsiteX3" fmla="*/ 11342509 w 11342509"/>
              <a:gd name="connsiteY3" fmla="*/ 67050 h 1684157"/>
              <a:gd name="connsiteX4" fmla="*/ 5643374 w 11342509"/>
              <a:gd name="connsiteY4" fmla="*/ 1684157 h 1684157"/>
              <a:gd name="connsiteX5" fmla="*/ 0 w 11342509"/>
              <a:gd name="connsiteY5" fmla="*/ 29297 h 1684157"/>
              <a:gd name="connsiteX6" fmla="*/ 285142 w 11342509"/>
              <a:gd name="connsiteY6" fmla="*/ 606 h 1684157"/>
              <a:gd name="connsiteX0" fmla="*/ 276977 w 11342509"/>
              <a:gd name="connsiteY0" fmla="*/ 0 h 1691715"/>
              <a:gd name="connsiteX1" fmla="*/ 5633646 w 11342509"/>
              <a:gd name="connsiteY1" fmla="*/ 1602546 h 1691715"/>
              <a:gd name="connsiteX2" fmla="*/ 10988203 w 11342509"/>
              <a:gd name="connsiteY2" fmla="*/ 755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18020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47837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3364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 name="connsiteX0" fmla="*/ 276977 w 11342509"/>
              <a:gd name="connsiteY0" fmla="*/ 0 h 1691715"/>
              <a:gd name="connsiteX1" fmla="*/ 5643806 w 11342509"/>
              <a:gd name="connsiteY1" fmla="*/ 1602546 h 1691715"/>
              <a:gd name="connsiteX2" fmla="*/ 11080494 w 11342509"/>
              <a:gd name="connsiteY2" fmla="*/ 17498 h 1691715"/>
              <a:gd name="connsiteX3" fmla="*/ 11342509 w 11342509"/>
              <a:gd name="connsiteY3" fmla="*/ 74608 h 1691715"/>
              <a:gd name="connsiteX4" fmla="*/ 5643374 w 11342509"/>
              <a:gd name="connsiteY4" fmla="*/ 1691715 h 1691715"/>
              <a:gd name="connsiteX5" fmla="*/ 0 w 11342509"/>
              <a:gd name="connsiteY5" fmla="*/ 36855 h 1691715"/>
              <a:gd name="connsiteX6" fmla="*/ 276977 w 11342509"/>
              <a:gd name="connsiteY6" fmla="*/ 0 h 1691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42509" h="1691715">
                <a:moveTo>
                  <a:pt x="276977" y="0"/>
                </a:moveTo>
                <a:cubicBezTo>
                  <a:pt x="2111519" y="662089"/>
                  <a:pt x="3847364" y="1159532"/>
                  <a:pt x="5643806" y="1602546"/>
                </a:cubicBezTo>
                <a:cubicBezTo>
                  <a:pt x="7519826" y="1121230"/>
                  <a:pt x="9471175" y="643464"/>
                  <a:pt x="11080494" y="17498"/>
                </a:cubicBezTo>
                <a:lnTo>
                  <a:pt x="11342509" y="74608"/>
                </a:lnTo>
                <a:cubicBezTo>
                  <a:pt x="9170201" y="663537"/>
                  <a:pt x="7834732" y="1188511"/>
                  <a:pt x="5643374" y="1691715"/>
                </a:cubicBezTo>
                <a:cubicBezTo>
                  <a:pt x="3393042" y="1200874"/>
                  <a:pt x="2250332" y="651521"/>
                  <a:pt x="0" y="36855"/>
                </a:cubicBezTo>
                <a:lnTo>
                  <a:pt x="276977"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453730" y="4619682"/>
            <a:ext cx="3284503" cy="722193"/>
          </a:xfrm>
          <a:prstGeom prst="rect">
            <a:avLst/>
          </a:prstGeom>
        </p:spPr>
      </p:pic>
    </p:spTree>
    <p:extLst>
      <p:ext uri="{BB962C8B-B14F-4D97-AF65-F5344CB8AC3E}">
        <p14:creationId xmlns:p14="http://schemas.microsoft.com/office/powerpoint/2010/main" val="15144077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封面样式8">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b="7394"/>
          <a:stretch/>
        </p:blipFill>
        <p:spPr>
          <a:xfrm>
            <a:off x="-3165" y="0"/>
            <a:ext cx="12191980" cy="6858000"/>
          </a:xfrm>
          <a:prstGeom prst="rect">
            <a:avLst/>
          </a:prstGeom>
        </p:spPr>
      </p:pic>
      <p:sp>
        <p:nvSpPr>
          <p:cNvPr id="5" name="矩形 4">
            <a:extLst>
              <a:ext uri="{FF2B5EF4-FFF2-40B4-BE49-F238E27FC236}">
                <a16:creationId xmlns:a16="http://schemas.microsoft.com/office/drawing/2014/main" id="{1130999B-188C-4604-947C-E10578CBE607}"/>
              </a:ext>
            </a:extLst>
          </p:cNvPr>
          <p:cNvSpPr/>
          <p:nvPr userDrawn="1"/>
        </p:nvSpPr>
        <p:spPr>
          <a:xfrm>
            <a:off x="10" y="1"/>
            <a:ext cx="12191980" cy="6857994"/>
          </a:xfrm>
          <a:prstGeom prst="rect">
            <a:avLst/>
          </a:prstGeom>
          <a:gradFill>
            <a:gsLst>
              <a:gs pos="0">
                <a:schemeClr val="accent1">
                  <a:alpha val="90000"/>
                  <a:lumMod val="85000"/>
                </a:schemeClr>
              </a:gs>
              <a:gs pos="50000">
                <a:schemeClr val="accent1">
                  <a:alpha val="90000"/>
                  <a:lumMod val="85000"/>
                </a:schemeClr>
              </a:gs>
              <a:gs pos="100000">
                <a:schemeClr val="accent1">
                  <a:alpha val="90000"/>
                  <a:lumMod val="85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00"/>
              </a:spcAft>
              <a:buFontTx/>
              <a:buNone/>
            </a:pPr>
            <a:endParaRPr lang="zh-CN" altLang="en-US"/>
          </a:p>
        </p:txBody>
      </p:sp>
      <p:sp>
        <p:nvSpPr>
          <p:cNvPr id="6" name="文本占位符 10">
            <a:extLst>
              <a:ext uri="{FF2B5EF4-FFF2-40B4-BE49-F238E27FC236}">
                <a16:creationId xmlns:a16="http://schemas.microsoft.com/office/drawing/2014/main" id="{5FEF66FF-5AB8-4AE1-BE6F-4F61084AFC7A}"/>
              </a:ext>
            </a:extLst>
          </p:cNvPr>
          <p:cNvSpPr>
            <a:spLocks noGrp="1"/>
          </p:cNvSpPr>
          <p:nvPr>
            <p:ph type="body" sz="quarter" idx="11"/>
          </p:nvPr>
        </p:nvSpPr>
        <p:spPr>
          <a:xfrm>
            <a:off x="1572100" y="3028371"/>
            <a:ext cx="9041450" cy="911074"/>
          </a:xfrm>
        </p:spPr>
        <p:txBody>
          <a:bodyPr/>
          <a:lstStyle>
            <a:lvl1pPr marL="0" indent="0" algn="ctr">
              <a:buFontTx/>
              <a:buNone/>
              <a:defRPr sz="4800" b="1">
                <a:solidFill>
                  <a:schemeClr val="bg1"/>
                </a:solidFill>
                <a:latin typeface="+mn-ea"/>
                <a:ea typeface="+mn-ea"/>
              </a:defRPr>
            </a:lvl1pPr>
          </a:lstStyle>
          <a:p>
            <a:r>
              <a:rPr lang="zh-CN" altLang="en-US" dirty="0"/>
              <a:t>北京理工大学毕业答辩</a:t>
            </a:r>
            <a:r>
              <a:rPr lang="en-US" altLang="zh-CN" dirty="0"/>
              <a:t>PPT</a:t>
            </a:r>
            <a:r>
              <a:rPr lang="zh-CN" altLang="en-US" dirty="0"/>
              <a:t>模板</a:t>
            </a:r>
          </a:p>
        </p:txBody>
      </p:sp>
      <p:pic>
        <p:nvPicPr>
          <p:cNvPr id="11" name="图片 10"/>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3767417" y="1018488"/>
            <a:ext cx="4650816" cy="1301774"/>
          </a:xfrm>
          <a:prstGeom prst="rect">
            <a:avLst/>
          </a:prstGeom>
        </p:spPr>
      </p:pic>
    </p:spTree>
    <p:extLst>
      <p:ext uri="{BB962C8B-B14F-4D97-AF65-F5344CB8AC3E}">
        <p14:creationId xmlns:p14="http://schemas.microsoft.com/office/powerpoint/2010/main" val="35905876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封面样式9-首页">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81566"/>
            <a:ext cx="12192000" cy="3244934"/>
          </a:xfrm>
          <a:prstGeom prst="rect">
            <a:avLst/>
          </a:prstGeom>
        </p:spPr>
      </p:pic>
      <p:sp>
        <p:nvSpPr>
          <p:cNvPr id="3" name="矩形 2"/>
          <p:cNvSpPr/>
          <p:nvPr userDrawn="1"/>
        </p:nvSpPr>
        <p:spPr>
          <a:xfrm>
            <a:off x="0" y="3317875"/>
            <a:ext cx="12192000" cy="35401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6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auto">
          <a:xfrm>
            <a:off x="9790632" y="109143"/>
            <a:ext cx="2286546" cy="2975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4285" y="-494144"/>
            <a:ext cx="3165893" cy="4124368"/>
          </a:xfrm>
          <a:prstGeom prst="rect">
            <a:avLst/>
          </a:prstGeom>
        </p:spPr>
      </p:pic>
    </p:spTree>
    <p:extLst>
      <p:ext uri="{BB962C8B-B14F-4D97-AF65-F5344CB8AC3E}">
        <p14:creationId xmlns:p14="http://schemas.microsoft.com/office/powerpoint/2010/main" val="731413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面样式9-尾页">
    <p:spTree>
      <p:nvGrpSpPr>
        <p:cNvPr id="1" name=""/>
        <p:cNvGrpSpPr/>
        <p:nvPr/>
      </p:nvGrpSpPr>
      <p:grpSpPr>
        <a:xfrm>
          <a:off x="0" y="0"/>
          <a:ext cx="0" cy="0"/>
          <a:chOff x="0" y="0"/>
          <a:chExt cx="0" cy="0"/>
        </a:xfrm>
      </p:grpSpPr>
      <p:grpSp>
        <p:nvGrpSpPr>
          <p:cNvPr id="2" name="组合 1"/>
          <p:cNvGrpSpPr/>
          <p:nvPr userDrawn="1"/>
        </p:nvGrpSpPr>
        <p:grpSpPr>
          <a:xfrm>
            <a:off x="0" y="0"/>
            <a:ext cx="12192000" cy="5089582"/>
            <a:chOff x="0" y="0"/>
            <a:chExt cx="12192000" cy="5089582"/>
          </a:xfrm>
          <a:solidFill>
            <a:schemeClr val="accent1"/>
          </a:solidFill>
        </p:grpSpPr>
        <p:sp>
          <p:nvSpPr>
            <p:cNvPr id="3" name="等腰三角形 2"/>
            <p:cNvSpPr/>
            <p:nvPr/>
          </p:nvSpPr>
          <p:spPr>
            <a:xfrm flipV="1">
              <a:off x="0" y="4123423"/>
              <a:ext cx="12192000" cy="966159"/>
            </a:xfrm>
            <a:prstGeom prst="triangle">
              <a:avLst/>
            </a:prstGeom>
            <a:grpFill/>
            <a:ln>
              <a:noFill/>
            </a:ln>
            <a:effectLst>
              <a:outerShdw blurRad="76200" dist="12700" dir="5400000" sx="103000" sy="103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0" y="0"/>
              <a:ext cx="12192000" cy="412342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
          <p:cNvGrpSpPr/>
          <p:nvPr userDrawn="1"/>
        </p:nvGrpSpPr>
        <p:grpSpPr>
          <a:xfrm>
            <a:off x="1866428" y="1872369"/>
            <a:ext cx="8481919" cy="863927"/>
            <a:chOff x="1797415" y="1328902"/>
            <a:chExt cx="8481919" cy="863927"/>
          </a:xfrm>
        </p:grpSpPr>
        <p:grpSp>
          <p:nvGrpSpPr>
            <p:cNvPr id="6" name="组合 5">
              <a:extLst>
                <a:ext uri="{FF2B5EF4-FFF2-40B4-BE49-F238E27FC236}">
                  <a16:creationId xmlns:a16="http://schemas.microsoft.com/office/drawing/2014/main" id="{2B6AF4F4-F405-428E-ACB6-6C287CCD9962}"/>
                </a:ext>
              </a:extLst>
            </p:cNvPr>
            <p:cNvGrpSpPr/>
            <p:nvPr/>
          </p:nvGrpSpPr>
          <p:grpSpPr>
            <a:xfrm>
              <a:off x="6886532" y="1337094"/>
              <a:ext cx="3392802" cy="846135"/>
              <a:chOff x="10340336" y="2247899"/>
              <a:chExt cx="2724438" cy="679451"/>
            </a:xfrm>
          </p:grpSpPr>
          <p:sp>
            <p:nvSpPr>
              <p:cNvPr id="2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22" name="组合 2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solidFill>
                <a:schemeClr val="bg1"/>
              </a:solidFill>
            </p:grpSpPr>
            <p:sp>
              <p:nvSpPr>
                <p:cNvPr id="2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2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solidFill>
                <a:schemeClr val="bg1"/>
              </a:solidFill>
            </p:grpSpPr>
            <p:sp>
              <p:nvSpPr>
                <p:cNvPr id="2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7" name="组合 6">
              <a:extLst>
                <a:ext uri="{FF2B5EF4-FFF2-40B4-BE49-F238E27FC236}">
                  <a16:creationId xmlns:a16="http://schemas.microsoft.com/office/drawing/2014/main" id="{E582171C-E91E-4DDB-B720-D9EDE8C54B5C}"/>
                </a:ext>
              </a:extLst>
            </p:cNvPr>
            <p:cNvGrpSpPr/>
            <p:nvPr/>
          </p:nvGrpSpPr>
          <p:grpSpPr>
            <a:xfrm>
              <a:off x="1797415" y="1328902"/>
              <a:ext cx="3445163" cy="863927"/>
              <a:chOff x="6738929" y="2270918"/>
              <a:chExt cx="2766486" cy="693738"/>
            </a:xfrm>
          </p:grpSpPr>
          <p:grpSp>
            <p:nvGrpSpPr>
              <p:cNvPr id="8" name="组合 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solidFill>
                <a:schemeClr val="bg1"/>
              </a:solidFill>
            </p:grpSpPr>
            <p:sp>
              <p:nvSpPr>
                <p:cNvPr id="1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 name="组合 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solidFill>
                <a:schemeClr val="bg1"/>
              </a:solidFill>
            </p:grpSpPr>
            <p:sp>
              <p:nvSpPr>
                <p:cNvPr id="1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 name="组合 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solidFill>
                <a:schemeClr val="bg1"/>
              </a:solidFill>
            </p:grpSpPr>
            <p:sp>
              <p:nvSpPr>
                <p:cNvPr id="1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37398905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567"/>
            <a:ext cx="5022689" cy="6857433"/>
          </a:xfrm>
          <a:prstGeom prst="rect">
            <a:avLst/>
          </a:prstGeom>
        </p:spPr>
      </p:pic>
      <p:sp>
        <p:nvSpPr>
          <p:cNvPr id="3" name="矩形 白1">
            <a:extLst>
              <a:ext uri="{FF2B5EF4-FFF2-40B4-BE49-F238E27FC236}">
                <a16:creationId xmlns:a16="http://schemas.microsoft.com/office/drawing/2014/main" id="{7A935A22-FEEB-4B78-9916-163644E822AB}"/>
              </a:ext>
            </a:extLst>
          </p:cNvPr>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cs typeface="+mn-ea"/>
              <a:sym typeface="+mn-lt"/>
            </a:endParaRPr>
          </a:p>
        </p:txBody>
      </p:sp>
    </p:spTree>
    <p:extLst>
      <p:ext uri="{BB962C8B-B14F-4D97-AF65-F5344CB8AC3E}">
        <p14:creationId xmlns:p14="http://schemas.microsoft.com/office/powerpoint/2010/main" val="3152834209"/>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目录样式2-1">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1C37BF7-CAE8-4F93-8BE5-229FC17201DA}"/>
              </a:ext>
            </a:extLst>
          </p:cNvPr>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t="15558" b="38705"/>
          <a:stretch/>
        </p:blipFill>
        <p:spPr>
          <a:xfrm>
            <a:off x="1" y="0"/>
            <a:ext cx="12192000" cy="2290219"/>
          </a:xfrm>
          <a:prstGeom prst="rect">
            <a:avLst/>
          </a:prstGeom>
        </p:spPr>
      </p:pic>
      <p:sp>
        <p:nvSpPr>
          <p:cNvPr id="10" name="矩形 9">
            <a:extLst>
              <a:ext uri="{FF2B5EF4-FFF2-40B4-BE49-F238E27FC236}">
                <a16:creationId xmlns:a16="http://schemas.microsoft.com/office/drawing/2014/main" id="{41C37BF7-CAE8-4F93-8BE5-229FC17201DA}"/>
              </a:ext>
            </a:extLst>
          </p:cNvPr>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5018002" y="973061"/>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139984"/>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目录样式2-2">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C809FD0-A9F1-4139-8386-4A9BEBA1CE80}"/>
              </a:ext>
            </a:extLst>
          </p:cNvPr>
          <p:cNvCxnSpPr/>
          <p:nvPr userDrawn="1"/>
        </p:nvCxnSpPr>
        <p:spPr>
          <a:xfrm>
            <a:off x="5723340" y="1294827"/>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D352C72-A8BD-49E0-9C6C-2C7B147AF3AE}"/>
              </a:ext>
            </a:extLst>
          </p:cNvPr>
          <p:cNvCxnSpPr/>
          <p:nvPr userDrawn="1"/>
        </p:nvCxnSpPr>
        <p:spPr>
          <a:xfrm>
            <a:off x="5723340" y="5613415"/>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rotWithShape="1">
          <a:blip r:embed="rId4" cstate="print">
            <a:extLst>
              <a:ext uri="{28A0092B-C50C-407E-A947-70E740481C1C}">
                <a14:useLocalDpi xmlns:a14="http://schemas.microsoft.com/office/drawing/2010/main"/>
              </a:ext>
            </a:extLst>
          </a:blip>
          <a:srcRect l="49471"/>
          <a:stretch/>
        </p:blipFill>
        <p:spPr>
          <a:xfrm>
            <a:off x="-34506" y="163259"/>
            <a:ext cx="3298317" cy="6531481"/>
          </a:xfrm>
          <a:prstGeom prst="rect">
            <a:avLst/>
          </a:prstGeom>
        </p:spPr>
      </p:pic>
      <p:pic>
        <p:nvPicPr>
          <p:cNvPr id="14" name="图片 13"/>
          <p:cNvPicPr>
            <a:picLocks noChangeAspect="1"/>
          </p:cNvPicPr>
          <p:nvPr userDrawn="1"/>
        </p:nvPicPr>
        <p:blipFill rotWithShape="1">
          <a:blip r:embed="rId4" cstate="print">
            <a:extLst>
              <a:ext uri="{28A0092B-C50C-407E-A947-70E740481C1C}">
                <a14:useLocalDpi xmlns:a14="http://schemas.microsoft.com/office/drawing/2010/main"/>
              </a:ext>
            </a:extLst>
          </a:blip>
          <a:srcRect r="49912"/>
          <a:stretch/>
        </p:blipFill>
        <p:spPr>
          <a:xfrm>
            <a:off x="8928190" y="163258"/>
            <a:ext cx="3269562" cy="6531481"/>
          </a:xfrm>
          <a:prstGeom prst="rect">
            <a:avLst/>
          </a:prstGeom>
        </p:spPr>
      </p:pic>
    </p:spTree>
    <p:extLst>
      <p:ext uri="{BB962C8B-B14F-4D97-AF65-F5344CB8AC3E}">
        <p14:creationId xmlns:p14="http://schemas.microsoft.com/office/powerpoint/2010/main" val="1198369454"/>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目录样式3-1">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0F468BC7-46A2-4AAB-B3F7-1544FCFE8ABB}"/>
              </a:ext>
            </a:extLst>
          </p:cNvPr>
          <p:cNvSpPr txBox="1"/>
          <p:nvPr userDrawn="1"/>
        </p:nvSpPr>
        <p:spPr>
          <a:xfrm rot="16200000">
            <a:off x="-1538864" y="2653429"/>
            <a:ext cx="5229637" cy="1323439"/>
          </a:xfrm>
          <a:prstGeom prst="rect">
            <a:avLst/>
          </a:prstGeom>
          <a:noFill/>
        </p:spPr>
        <p:txBody>
          <a:bodyPr wrap="none" rtlCol="0">
            <a:spAutoFit/>
          </a:bodyPr>
          <a:lstStyle/>
          <a:p>
            <a:r>
              <a:rPr lang="en-US" altLang="zh-CN" sz="8000" b="1" spc="50" dirty="0">
                <a:solidFill>
                  <a:schemeClr val="bg1">
                    <a:lumMod val="85000"/>
                  </a:schemeClr>
                </a:solidFill>
                <a:latin typeface="+mj-lt"/>
              </a:rPr>
              <a:t>Contents</a:t>
            </a:r>
            <a:r>
              <a:rPr lang="en-US" altLang="zh-CN" sz="4400" b="1" spc="50" dirty="0">
                <a:solidFill>
                  <a:schemeClr val="accent4"/>
                </a:solidFill>
                <a:latin typeface="+mj-lt"/>
              </a:rPr>
              <a:t>■</a:t>
            </a:r>
            <a:endParaRPr lang="zh-CN" altLang="en-US" sz="4400" b="1" spc="50" dirty="0">
              <a:solidFill>
                <a:schemeClr val="accent4"/>
              </a:solidFill>
              <a:latin typeface="+mj-lt"/>
            </a:endParaRPr>
          </a:p>
        </p:txBody>
      </p:sp>
      <p:sp>
        <p:nvSpPr>
          <p:cNvPr id="9" name="文本框 8">
            <a:extLst>
              <a:ext uri="{FF2B5EF4-FFF2-40B4-BE49-F238E27FC236}">
                <a16:creationId xmlns:a16="http://schemas.microsoft.com/office/drawing/2014/main" id="{009A0861-AF32-4D83-B541-5799200EE73D}"/>
              </a:ext>
            </a:extLst>
          </p:cNvPr>
          <p:cNvSpPr txBox="1"/>
          <p:nvPr userDrawn="1"/>
        </p:nvSpPr>
        <p:spPr>
          <a:xfrm>
            <a:off x="1116549" y="3752395"/>
            <a:ext cx="738664" cy="2246769"/>
          </a:xfrm>
          <a:prstGeom prst="rect">
            <a:avLst/>
          </a:prstGeom>
          <a:noFill/>
        </p:spPr>
        <p:txBody>
          <a:bodyPr vert="eaVert" wrap="none" rtlCol="0">
            <a:spAutoFit/>
          </a:bodyPr>
          <a:lstStyle/>
          <a:p>
            <a:r>
              <a:rPr lang="zh-CN" altLang="en-US" sz="3600" b="1" spc="600" dirty="0">
                <a:solidFill>
                  <a:schemeClr val="accent1"/>
                </a:solidFill>
              </a:rPr>
              <a:t>结构大纲</a:t>
            </a:r>
          </a:p>
        </p:txBody>
      </p:sp>
      <p:sp>
        <p:nvSpPr>
          <p:cNvPr id="12" name="文本框 11">
            <a:extLst>
              <a:ext uri="{FF2B5EF4-FFF2-40B4-BE49-F238E27FC236}">
                <a16:creationId xmlns:a16="http://schemas.microsoft.com/office/drawing/2014/main" id="{85EC53DF-AF11-4D83-9B0B-ED5DB673B7B9}"/>
              </a:ext>
            </a:extLst>
          </p:cNvPr>
          <p:cNvSpPr txBox="1"/>
          <p:nvPr userDrawn="1"/>
        </p:nvSpPr>
        <p:spPr>
          <a:xfrm>
            <a:off x="9519824" y="6600901"/>
            <a:ext cx="2523448" cy="246221"/>
          </a:xfrm>
          <a:prstGeom prst="rect">
            <a:avLst/>
          </a:prstGeom>
          <a:noFill/>
        </p:spPr>
        <p:txBody>
          <a:bodyPr wrap="none" rtlCol="0">
            <a:spAutoFit/>
          </a:bodyPr>
          <a:lstStyle/>
          <a:p>
            <a:pPr algn="r"/>
            <a:r>
              <a:rPr lang="en-US" altLang="zh-CN" sz="1000" spc="0" dirty="0">
                <a:solidFill>
                  <a:schemeClr val="bg1"/>
                </a:solidFill>
                <a:latin typeface="Arial" panose="020B0604020202020204" pitchFamily="34" charset="0"/>
                <a:ea typeface="微软雅黑" panose="020B0503020204020204" pitchFamily="34" charset="-122"/>
                <a:cs typeface="Arial" panose="020B0604020202020204" pitchFamily="34" charset="0"/>
              </a:rPr>
              <a:t>BEIJING</a:t>
            </a:r>
            <a:r>
              <a:rPr lang="en-US" altLang="zh-CN" sz="1000" spc="0" baseline="0" dirty="0">
                <a:solidFill>
                  <a:schemeClr val="bg1"/>
                </a:solidFill>
                <a:latin typeface="Arial" panose="020B0604020202020204" pitchFamily="34" charset="0"/>
                <a:ea typeface="微软雅黑" panose="020B0503020204020204" pitchFamily="34" charset="-122"/>
                <a:cs typeface="Arial" panose="020B0604020202020204" pitchFamily="34" charset="0"/>
              </a:rPr>
              <a:t> INSTITUTE OF TECHNOLOGY</a:t>
            </a:r>
            <a:endParaRPr lang="zh-CN" altLang="en-US" sz="1000" spc="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41148" y="78493"/>
            <a:ext cx="2025400" cy="566914"/>
          </a:xfrm>
          <a:prstGeom prst="rect">
            <a:avLst/>
          </a:prstGeom>
        </p:spPr>
      </p:pic>
      <p:sp>
        <p:nvSpPr>
          <p:cNvPr id="82" name="任意多边形: 形状 59">
            <a:extLst>
              <a:ext uri="{FF2B5EF4-FFF2-40B4-BE49-F238E27FC236}">
                <a16:creationId xmlns:a16="http://schemas.microsoft.com/office/drawing/2014/main" id="{AC1D2521-933E-409D-9088-BF7A7FA6A8E9}"/>
              </a:ext>
            </a:extLst>
          </p:cNvPr>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83" name="图片 8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3498" y="249943"/>
            <a:ext cx="2025400" cy="566914"/>
          </a:xfrm>
          <a:prstGeom prst="rect">
            <a:avLst/>
          </a:prstGeom>
        </p:spPr>
      </p:pic>
      <p:sp>
        <p:nvSpPr>
          <p:cNvPr id="84" name="矩形 83">
            <a:extLst>
              <a:ext uri="{FF2B5EF4-FFF2-40B4-BE49-F238E27FC236}">
                <a16:creationId xmlns:a16="http://schemas.microsoft.com/office/drawing/2014/main" id="{180A68EB-E97F-4BBF-9D90-3F845C9BE11A}"/>
              </a:ext>
            </a:extLst>
          </p:cNvPr>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5" name="组合 84"/>
          <p:cNvGrpSpPr/>
          <p:nvPr userDrawn="1"/>
        </p:nvGrpSpPr>
        <p:grpSpPr>
          <a:xfrm>
            <a:off x="598941" y="6399999"/>
            <a:ext cx="2542613" cy="276499"/>
            <a:chOff x="598941" y="6399999"/>
            <a:chExt cx="2542613" cy="276499"/>
          </a:xfrm>
          <a:solidFill>
            <a:schemeClr val="bg1"/>
          </a:solidFill>
        </p:grpSpPr>
        <p:grpSp>
          <p:nvGrpSpPr>
            <p:cNvPr id="86" name="组合 85">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7" name="组合 86">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88" name="组合 87">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4248523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目录样式3-2">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92525" y="0"/>
            <a:ext cx="7030596" cy="6765696"/>
          </a:xfrm>
          <a:prstGeom prst="rect">
            <a:avLst/>
          </a:prstGeom>
        </p:spPr>
      </p:pic>
      <p:sp>
        <p:nvSpPr>
          <p:cNvPr id="63" name="任意多边形: 形状 59">
            <a:extLst>
              <a:ext uri="{FF2B5EF4-FFF2-40B4-BE49-F238E27FC236}">
                <a16:creationId xmlns:a16="http://schemas.microsoft.com/office/drawing/2014/main" id="{AC1D2521-933E-409D-9088-BF7A7FA6A8E9}"/>
              </a:ext>
            </a:extLst>
          </p:cNvPr>
          <p:cNvSpPr/>
          <p:nvPr userDrawn="1"/>
        </p:nvSpPr>
        <p:spPr>
          <a:xfrm flipH="1">
            <a:off x="-1352550" y="-2"/>
            <a:ext cx="13544548" cy="1057277"/>
          </a:xfrm>
          <a:custGeom>
            <a:avLst/>
            <a:gdLst>
              <a:gd name="connsiteX0" fmla="*/ 12192000 w 12192000"/>
              <a:gd name="connsiteY0" fmla="*/ 0 h 723900"/>
              <a:gd name="connsiteX1" fmla="*/ 2755900 w 12192000"/>
              <a:gd name="connsiteY1" fmla="*/ 0 h 723900"/>
              <a:gd name="connsiteX2" fmla="*/ 4 w 12192000"/>
              <a:gd name="connsiteY2" fmla="*/ 0 h 723900"/>
              <a:gd name="connsiteX3" fmla="*/ 0 w 12192000"/>
              <a:gd name="connsiteY3" fmla="*/ 0 h 723900"/>
              <a:gd name="connsiteX4" fmla="*/ 0 w 12192000"/>
              <a:gd name="connsiteY4" fmla="*/ 723900 h 723900"/>
              <a:gd name="connsiteX5" fmla="*/ 1987354 w 12192000"/>
              <a:gd name="connsiteY5" fmla="*/ 723900 h 723900"/>
              <a:gd name="connsiteX6" fmla="*/ 2038350 w 12192000"/>
              <a:gd name="connsiteY6" fmla="*/ 717550 h 723900"/>
              <a:gd name="connsiteX7" fmla="*/ 2753650 w 12192000"/>
              <a:gd name="connsiteY7" fmla="*/ 288000 h 723900"/>
              <a:gd name="connsiteX8" fmla="*/ 12192000 w 12192000"/>
              <a:gd name="connsiteY8" fmla="*/ 28800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4" name="图片 63"/>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793498" y="249943"/>
            <a:ext cx="2025400" cy="566914"/>
          </a:xfrm>
          <a:prstGeom prst="rect">
            <a:avLst/>
          </a:prstGeom>
        </p:spPr>
      </p:pic>
      <p:sp>
        <p:nvSpPr>
          <p:cNvPr id="65" name="矩形 64">
            <a:extLst>
              <a:ext uri="{FF2B5EF4-FFF2-40B4-BE49-F238E27FC236}">
                <a16:creationId xmlns:a16="http://schemas.microsoft.com/office/drawing/2014/main" id="{180A68EB-E97F-4BBF-9D90-3F845C9BE11A}"/>
              </a:ext>
            </a:extLst>
          </p:cNvPr>
          <p:cNvSpPr/>
          <p:nvPr userDrawn="1"/>
        </p:nvSpPr>
        <p:spPr>
          <a:xfrm>
            <a:off x="0" y="6188075"/>
            <a:ext cx="12192000" cy="669925"/>
          </a:xfrm>
          <a:prstGeom prst="rect">
            <a:avLst/>
          </a:prstGeom>
          <a:gradFill>
            <a:gsLst>
              <a:gs pos="0">
                <a:schemeClr val="accent4"/>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6" name="组合 65"/>
          <p:cNvGrpSpPr/>
          <p:nvPr userDrawn="1"/>
        </p:nvGrpSpPr>
        <p:grpSpPr>
          <a:xfrm>
            <a:off x="598941" y="6399999"/>
            <a:ext cx="2542613" cy="276499"/>
            <a:chOff x="598941" y="6399999"/>
            <a:chExt cx="2542613" cy="276499"/>
          </a:xfrm>
          <a:solidFill>
            <a:schemeClr val="bg1"/>
          </a:solidFill>
        </p:grpSpPr>
        <p:grpSp>
          <p:nvGrpSpPr>
            <p:cNvPr id="67" name="组合 66">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1"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83" name="组合 82">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88"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4" name="组合 83">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85"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8" name="组合 67">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69" name="组合 68">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79"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0" name="组合 69">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77"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1" name="组合 70">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74"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2"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spTree>
    <p:extLst>
      <p:ext uri="{BB962C8B-B14F-4D97-AF65-F5344CB8AC3E}">
        <p14:creationId xmlns:p14="http://schemas.microsoft.com/office/powerpoint/2010/main" val="135738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目录样式4">
    <p:spTree>
      <p:nvGrpSpPr>
        <p:cNvPr id="1" name=""/>
        <p:cNvGrpSpPr/>
        <p:nvPr/>
      </p:nvGrpSpPr>
      <p:grpSpPr>
        <a:xfrm>
          <a:off x="0" y="0"/>
          <a:ext cx="0" cy="0"/>
          <a:chOff x="0" y="0"/>
          <a:chExt cx="0" cy="0"/>
        </a:xfrm>
      </p:grpSpPr>
      <p:sp>
        <p:nvSpPr>
          <p:cNvPr id="89" name="椭圆 88">
            <a:extLst>
              <a:ext uri="{FF2B5EF4-FFF2-40B4-BE49-F238E27FC236}">
                <a16:creationId xmlns:a16="http://schemas.microsoft.com/office/drawing/2014/main" id="{D79543FB-05EA-4B9D-8AED-014B16BE890C}"/>
              </a:ext>
            </a:extLst>
          </p:cNvPr>
          <p:cNvSpPr/>
          <p:nvPr userDrawn="1"/>
        </p:nvSpPr>
        <p:spPr>
          <a:xfrm>
            <a:off x="-3831113" y="-1541834"/>
            <a:ext cx="8697505" cy="9941668"/>
          </a:xfrm>
          <a:prstGeom prst="ellipse">
            <a:avLst/>
          </a:pr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sp>
        <p:nvSpPr>
          <p:cNvPr id="88" name="椭圆 87">
            <a:extLst>
              <a:ext uri="{FF2B5EF4-FFF2-40B4-BE49-F238E27FC236}">
                <a16:creationId xmlns:a16="http://schemas.microsoft.com/office/drawing/2014/main" id="{D79543FB-05EA-4B9D-8AED-014B16BE890C}"/>
              </a:ext>
            </a:extLst>
          </p:cNvPr>
          <p:cNvSpPr/>
          <p:nvPr userDrawn="1"/>
        </p:nvSpPr>
        <p:spPr>
          <a:xfrm>
            <a:off x="-4021339" y="-1541834"/>
            <a:ext cx="8697505" cy="9941668"/>
          </a:xfrm>
          <a:prstGeom prst="ellipse">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pic>
        <p:nvPicPr>
          <p:cNvPr id="87" name="图片 86">
            <a:extLst>
              <a:ext uri="{FF2B5EF4-FFF2-40B4-BE49-F238E27FC236}">
                <a16:creationId xmlns:a16="http://schemas.microsoft.com/office/drawing/2014/main" id="{0AD6C65D-0FE3-4E82-89A8-93A09AFFDCA0}"/>
              </a:ext>
            </a:extLst>
          </p:cNvPr>
          <p:cNvPicPr>
            <a:picLocks noChangeAspect="1"/>
          </p:cNvPicPr>
          <p:nvPr userDrawn="1"/>
        </p:nvPicPr>
        <p:blipFill rotWithShape="1">
          <a:blip r:embed="rId2" cstate="hq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l="18116" t="7030" r="31559" b="11337"/>
          <a:stretch/>
        </p:blipFill>
        <p:spPr>
          <a:xfrm>
            <a:off x="-1260196" y="1"/>
            <a:ext cx="5919101" cy="6857999"/>
          </a:xfrm>
          <a:custGeom>
            <a:avLst/>
            <a:gdLst>
              <a:gd name="connsiteX0" fmla="*/ 0 w 5919101"/>
              <a:gd name="connsiteY0" fmla="*/ 0 h 6858000"/>
              <a:gd name="connsiteX1" fmla="*/ 4714485 w 5919101"/>
              <a:gd name="connsiteY1" fmla="*/ 0 h 6858000"/>
              <a:gd name="connsiteX2" fmla="*/ 4786974 w 5919101"/>
              <a:gd name="connsiteY2" fmla="*/ 86723 h 6858000"/>
              <a:gd name="connsiteX3" fmla="*/ 5919101 w 5919101"/>
              <a:gd name="connsiteY3" fmla="*/ 3429000 h 6858000"/>
              <a:gd name="connsiteX4" fmla="*/ 4786974 w 5919101"/>
              <a:gd name="connsiteY4" fmla="*/ 6771277 h 6858000"/>
              <a:gd name="connsiteX5" fmla="*/ 4714485 w 5919101"/>
              <a:gd name="connsiteY5" fmla="*/ 6858000 h 6858000"/>
              <a:gd name="connsiteX6" fmla="*/ 0 w 59191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19101" h="6858000">
                <a:moveTo>
                  <a:pt x="0" y="0"/>
                </a:moveTo>
                <a:lnTo>
                  <a:pt x="4714485" y="0"/>
                </a:lnTo>
                <a:lnTo>
                  <a:pt x="4786974" y="86723"/>
                </a:lnTo>
                <a:cubicBezTo>
                  <a:pt x="5490384" y="969480"/>
                  <a:pt x="5919101" y="2142133"/>
                  <a:pt x="5919101" y="3429000"/>
                </a:cubicBezTo>
                <a:cubicBezTo>
                  <a:pt x="5919101" y="4715867"/>
                  <a:pt x="5490384" y="5888521"/>
                  <a:pt x="4786974" y="6771277"/>
                </a:cubicBezTo>
                <a:lnTo>
                  <a:pt x="4714485" y="6858000"/>
                </a:lnTo>
                <a:lnTo>
                  <a:pt x="0" y="6858000"/>
                </a:lnTo>
                <a:close/>
              </a:path>
            </a:pathLst>
          </a:custGeom>
        </p:spPr>
      </p:pic>
      <p:sp>
        <p:nvSpPr>
          <p:cNvPr id="86" name="椭圆 85">
            <a:extLst>
              <a:ext uri="{FF2B5EF4-FFF2-40B4-BE49-F238E27FC236}">
                <a16:creationId xmlns:a16="http://schemas.microsoft.com/office/drawing/2014/main" id="{D79543FB-05EA-4B9D-8AED-014B16BE890C}"/>
              </a:ext>
            </a:extLst>
          </p:cNvPr>
          <p:cNvSpPr/>
          <p:nvPr userDrawn="1"/>
        </p:nvSpPr>
        <p:spPr>
          <a:xfrm>
            <a:off x="-4038600" y="-1541834"/>
            <a:ext cx="8697505" cy="9941668"/>
          </a:xfrm>
          <a:prstGeom prst="ellipse">
            <a:avLst/>
          </a:prstGeom>
          <a:solidFill>
            <a:schemeClr val="accent1">
              <a:alpha val="8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p>
        </p:txBody>
      </p:sp>
      <p:pic>
        <p:nvPicPr>
          <p:cNvPr id="90" name="图片 89"/>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spTree>
    <p:extLst>
      <p:ext uri="{BB962C8B-B14F-4D97-AF65-F5344CB8AC3E}">
        <p14:creationId xmlns:p14="http://schemas.microsoft.com/office/powerpoint/2010/main" val="8738371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目录样式5">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019185" y="4400550"/>
            <a:ext cx="4601216" cy="4606655"/>
          </a:xfrm>
          <a:prstGeom prst="rect">
            <a:avLst/>
          </a:prstGeom>
        </p:spPr>
      </p:pic>
      <p:pic>
        <p:nvPicPr>
          <p:cNvPr id="2" name="图片 1"/>
          <p:cNvPicPr>
            <a:picLocks noChangeAspect="1"/>
          </p:cNvPicPr>
          <p:nvPr userDrawn="1"/>
        </p:nvPicPr>
        <p:blipFill rotWithShape="1">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t="-74" b="12515"/>
          <a:stretch/>
        </p:blipFill>
        <p:spPr>
          <a:xfrm>
            <a:off x="0" y="0"/>
            <a:ext cx="12191999" cy="4400550"/>
          </a:xfrm>
          <a:prstGeom prst="rect">
            <a:avLst/>
          </a:prstGeom>
        </p:spPr>
      </p:pic>
      <p:sp>
        <p:nvSpPr>
          <p:cNvPr id="5" name="矩形 4">
            <a:extLst>
              <a:ext uri="{FF2B5EF4-FFF2-40B4-BE49-F238E27FC236}">
                <a16:creationId xmlns:a16="http://schemas.microsoft.com/office/drawing/2014/main" id="{41C37BF7-CAE8-4F93-8BE5-229FC17201DA}"/>
              </a:ext>
            </a:extLst>
          </p:cNvPr>
          <p:cNvSpPr/>
          <p:nvPr userDrawn="1"/>
        </p:nvSpPr>
        <p:spPr>
          <a:xfrm>
            <a:off x="0" y="4408331"/>
            <a:ext cx="12192001" cy="196858"/>
          </a:xfrm>
          <a:prstGeom prst="rect">
            <a:avLst/>
          </a:prstGeom>
          <a:solidFill>
            <a:schemeClr val="accent4"/>
          </a:solidFill>
          <a:ln>
            <a:noFill/>
          </a:ln>
          <a:effectLst>
            <a:outerShdw blurRad="127000" dist="63500" dir="5400000" algn="t"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41C37BF7-CAE8-4F93-8BE5-229FC17201DA}"/>
              </a:ext>
            </a:extLst>
          </p:cNvPr>
          <p:cNvSpPr/>
          <p:nvPr userDrawn="1"/>
        </p:nvSpPr>
        <p:spPr>
          <a:xfrm>
            <a:off x="0" y="0"/>
            <a:ext cx="12192001" cy="4400550"/>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9701847" y="142154"/>
            <a:ext cx="2242503" cy="627682"/>
          </a:xfrm>
          <a:prstGeom prst="rect">
            <a:avLst/>
          </a:prstGeom>
        </p:spPr>
      </p:pic>
    </p:spTree>
    <p:extLst>
      <p:ext uri="{BB962C8B-B14F-4D97-AF65-F5344CB8AC3E}">
        <p14:creationId xmlns:p14="http://schemas.microsoft.com/office/powerpoint/2010/main" val="3145275830"/>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目录样式6-1">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cstate="hqprint">
            <a:extLst>
              <a:ext uri="{28A0092B-C50C-407E-A947-70E740481C1C}">
                <a14:useLocalDpi xmlns:a14="http://schemas.microsoft.com/office/drawing/2010/main"/>
              </a:ext>
            </a:extLst>
          </a:blip>
          <a:srcRect l="29063" r="32938"/>
          <a:stretch/>
        </p:blipFill>
        <p:spPr>
          <a:xfrm>
            <a:off x="-18278" y="0"/>
            <a:ext cx="3933053" cy="6857999"/>
          </a:xfrm>
          <a:prstGeom prst="rect">
            <a:avLst/>
          </a:prstGeom>
        </p:spPr>
      </p:pic>
      <p:sp>
        <p:nvSpPr>
          <p:cNvPr id="13" name="矩形 12">
            <a:extLst>
              <a:ext uri="{FF2B5EF4-FFF2-40B4-BE49-F238E27FC236}">
                <a16:creationId xmlns:a16="http://schemas.microsoft.com/office/drawing/2014/main" id="{79F2EAE9-B638-4AA2-8264-4D37EBBEE86D}"/>
              </a:ext>
            </a:extLst>
          </p:cNvPr>
          <p:cNvSpPr/>
          <p:nvPr userDrawn="1"/>
        </p:nvSpPr>
        <p:spPr>
          <a:xfrm>
            <a:off x="0" y="1"/>
            <a:ext cx="3914775" cy="6857999"/>
          </a:xfrm>
          <a:prstGeom prst="rect">
            <a:avLst/>
          </a:prstGeom>
          <a:solidFill>
            <a:schemeClr val="accent1">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DFF6BFE1-1DD5-454F-BE20-A55DAB22A652}"/>
              </a:ext>
            </a:extLst>
          </p:cNvPr>
          <p:cNvSpPr/>
          <p:nvPr userDrawn="1"/>
        </p:nvSpPr>
        <p:spPr>
          <a:xfrm>
            <a:off x="-9523" y="0"/>
            <a:ext cx="3924297" cy="6858000"/>
          </a:xfrm>
          <a:prstGeom prst="rect">
            <a:avLst/>
          </a:prstGeom>
          <a:gradFill flip="none" rotWithShape="1">
            <a:gsLst>
              <a:gs pos="25000">
                <a:schemeClr val="accent1">
                  <a:alpha val="0"/>
                </a:schemeClr>
              </a:gs>
              <a:gs pos="100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a:extLst>
              <a:ext uri="{FF2B5EF4-FFF2-40B4-BE49-F238E27FC236}">
                <a16:creationId xmlns:a16="http://schemas.microsoft.com/office/drawing/2014/main" id="{D14117E2-1B64-4454-AB72-FC04D0614552}"/>
              </a:ext>
            </a:extLst>
          </p:cNvPr>
          <p:cNvCxnSpPr>
            <a:cxnSpLocks/>
          </p:cNvCxnSpPr>
          <p:nvPr userDrawn="1"/>
        </p:nvCxnSpPr>
        <p:spPr>
          <a:xfrm>
            <a:off x="3960456" y="0"/>
            <a:ext cx="0" cy="6858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DC6CB049-19D4-44DA-8BA3-2A55CACC560A}"/>
              </a:ext>
            </a:extLst>
          </p:cNvPr>
          <p:cNvGrpSpPr/>
          <p:nvPr userDrawn="1"/>
        </p:nvGrpSpPr>
        <p:grpSpPr>
          <a:xfrm>
            <a:off x="3961505" y="2797003"/>
            <a:ext cx="122686" cy="1263995"/>
            <a:chOff x="4630742" y="2258287"/>
            <a:chExt cx="122686" cy="1263995"/>
          </a:xfrm>
          <a:solidFill>
            <a:schemeClr val="accent4"/>
          </a:solidFill>
        </p:grpSpPr>
        <p:sp>
          <p:nvSpPr>
            <p:cNvPr id="22" name="等腰三角形 21">
              <a:extLst>
                <a:ext uri="{FF2B5EF4-FFF2-40B4-BE49-F238E27FC236}">
                  <a16:creationId xmlns:a16="http://schemas.microsoft.com/office/drawing/2014/main" id="{8AAB1992-5EF7-487C-AD2A-01E2865C7E72}"/>
                </a:ext>
              </a:extLst>
            </p:cNvPr>
            <p:cNvSpPr/>
            <p:nvPr/>
          </p:nvSpPr>
          <p:spPr>
            <a:xfrm rot="5400000">
              <a:off x="4620926" y="2839164"/>
              <a:ext cx="142318" cy="122686"/>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a:extLst>
                <a:ext uri="{FF2B5EF4-FFF2-40B4-BE49-F238E27FC236}">
                  <a16:creationId xmlns:a16="http://schemas.microsoft.com/office/drawing/2014/main" id="{E8C48E93-E5B1-4737-8427-44C095BEBB9E}"/>
                </a:ext>
              </a:extLst>
            </p:cNvPr>
            <p:cNvCxnSpPr>
              <a:cxnSpLocks/>
            </p:cNvCxnSpPr>
            <p:nvPr/>
          </p:nvCxnSpPr>
          <p:spPr>
            <a:xfrm>
              <a:off x="4630742" y="2258287"/>
              <a:ext cx="0" cy="1263995"/>
            </a:xfrm>
            <a:prstGeom prst="line">
              <a:avLst/>
            </a:prstGeom>
            <a:grpFill/>
            <a:ln w="38100">
              <a:solidFill>
                <a:schemeClr val="accent4"/>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a:extLst>
              <a:ext uri="{FF2B5EF4-FFF2-40B4-BE49-F238E27FC236}">
                <a16:creationId xmlns:a16="http://schemas.microsoft.com/office/drawing/2014/main" id="{88499905-D7C1-4B31-8F42-54B3A36F0B1E}"/>
              </a:ext>
            </a:extLst>
          </p:cNvPr>
          <p:cNvCxnSpPr>
            <a:cxnSpLocks/>
          </p:cNvCxnSpPr>
          <p:nvPr userDrawn="1"/>
        </p:nvCxnSpPr>
        <p:spPr>
          <a:xfrm>
            <a:off x="1053541" y="2793542"/>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F1DFE5ED-5D7B-4B26-99EA-A40BED7DC14E}"/>
              </a:ext>
            </a:extLst>
          </p:cNvPr>
          <p:cNvSpPr/>
          <p:nvPr userDrawn="1"/>
        </p:nvSpPr>
        <p:spPr>
          <a:xfrm>
            <a:off x="846867" y="2752385"/>
            <a:ext cx="2197100" cy="923330"/>
          </a:xfrm>
          <a:prstGeom prst="rect">
            <a:avLst/>
          </a:prstGeom>
        </p:spPr>
        <p:txBody>
          <a:bodyPr wrap="square">
            <a:spAutoFit/>
          </a:bodyPr>
          <a:lstStyle/>
          <a:p>
            <a:pPr lvl="0" algn="dist"/>
            <a:r>
              <a:rPr lang="zh-CN" altLang="en-US" sz="5400" spc="600" dirty="0">
                <a:solidFill>
                  <a:schemeClr val="bg1"/>
                </a:solidFill>
                <a:latin typeface="+mn-ea"/>
                <a:ea typeface="+mn-ea"/>
              </a:rPr>
              <a:t>目录</a:t>
            </a:r>
          </a:p>
        </p:txBody>
      </p:sp>
      <p:sp>
        <p:nvSpPr>
          <p:cNvPr id="44" name="矩形 43">
            <a:extLst>
              <a:ext uri="{FF2B5EF4-FFF2-40B4-BE49-F238E27FC236}">
                <a16:creationId xmlns:a16="http://schemas.microsoft.com/office/drawing/2014/main" id="{2DD1A83F-A1E9-43D7-9CDC-7AC02BED1EE5}"/>
              </a:ext>
            </a:extLst>
          </p:cNvPr>
          <p:cNvSpPr/>
          <p:nvPr userDrawn="1"/>
        </p:nvSpPr>
        <p:spPr>
          <a:xfrm>
            <a:off x="963806" y="3595872"/>
            <a:ext cx="1906502" cy="461665"/>
          </a:xfrm>
          <a:prstGeom prst="rect">
            <a:avLst/>
          </a:prstGeom>
        </p:spPr>
        <p:txBody>
          <a:bodyPr wrap="square">
            <a:spAutoFit/>
          </a:bodyPr>
          <a:lstStyle/>
          <a:p>
            <a:pPr lvl="0" algn="dist"/>
            <a:r>
              <a:rPr lang="en-US" altLang="zh-CN" sz="2400" dirty="0">
                <a:solidFill>
                  <a:schemeClr val="bg1"/>
                </a:solidFill>
              </a:rPr>
              <a:t>CONTENTS</a:t>
            </a:r>
          </a:p>
        </p:txBody>
      </p:sp>
      <p:cxnSp>
        <p:nvCxnSpPr>
          <p:cNvPr id="45" name="直接连接符 44">
            <a:extLst>
              <a:ext uri="{FF2B5EF4-FFF2-40B4-BE49-F238E27FC236}">
                <a16:creationId xmlns:a16="http://schemas.microsoft.com/office/drawing/2014/main" id="{3E103341-A23F-42AF-90B6-8B36EF542949}"/>
              </a:ext>
            </a:extLst>
          </p:cNvPr>
          <p:cNvCxnSpPr>
            <a:cxnSpLocks/>
          </p:cNvCxnSpPr>
          <p:nvPr userDrawn="1"/>
        </p:nvCxnSpPr>
        <p:spPr>
          <a:xfrm>
            <a:off x="1053541" y="4060998"/>
            <a:ext cx="17270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64854" y="2218510"/>
            <a:ext cx="1715719" cy="480234"/>
          </a:xfrm>
          <a:prstGeom prst="rect">
            <a:avLst/>
          </a:prstGeom>
        </p:spPr>
      </p:pic>
      <p:pic>
        <p:nvPicPr>
          <p:cNvPr id="6" name="图片 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7258050" y="1942165"/>
            <a:ext cx="5886450" cy="5893408"/>
          </a:xfrm>
          <a:prstGeom prst="rect">
            <a:avLst/>
          </a:prstGeom>
        </p:spPr>
      </p:pic>
    </p:spTree>
    <p:extLst>
      <p:ext uri="{BB962C8B-B14F-4D97-AF65-F5344CB8AC3E}">
        <p14:creationId xmlns:p14="http://schemas.microsoft.com/office/powerpoint/2010/main" val="2546643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目录样式6-2">
    <p:bg>
      <p:bgPr>
        <a:gradFill>
          <a:gsLst>
            <a:gs pos="25000">
              <a:schemeClr val="accent1">
                <a:alpha val="0"/>
              </a:schemeClr>
            </a:gs>
            <a:gs pos="100000">
              <a:schemeClr val="accent1"/>
            </a:gs>
          </a:gsLst>
          <a:lin ang="0" scaled="1"/>
        </a:gra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CEDD8B33-19AA-4632-BE4B-A5744CEC2C45}"/>
              </a:ext>
            </a:extLst>
          </p:cNvPr>
          <p:cNvSpPr/>
          <p:nvPr userDrawn="1"/>
        </p:nvSpPr>
        <p:spPr>
          <a:xfrm>
            <a:off x="0" y="0"/>
            <a:ext cx="12192000" cy="6858000"/>
          </a:xfrm>
          <a:prstGeom prst="rect">
            <a:avLst/>
          </a:prstGeom>
          <a:gradFill flip="none" rotWithShape="1">
            <a:gsLst>
              <a:gs pos="0">
                <a:srgbClr val="007E42"/>
              </a:gs>
              <a:gs pos="100000">
                <a:schemeClr val="accent1"/>
              </a:gs>
            </a:gsLst>
            <a:lin ang="0" scaled="1"/>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943725" y="493231"/>
            <a:ext cx="5251028" cy="5254131"/>
          </a:xfrm>
          <a:prstGeom prst="rect">
            <a:avLst/>
          </a:prstGeom>
        </p:spPr>
      </p:pic>
      <p:sp>
        <p:nvSpPr>
          <p:cNvPr id="10" name="矩形 9">
            <a:extLst>
              <a:ext uri="{FF2B5EF4-FFF2-40B4-BE49-F238E27FC236}">
                <a16:creationId xmlns:a16="http://schemas.microsoft.com/office/drawing/2014/main" id="{D1BADEE0-5304-4D64-BC33-E82C8C71DF4D}"/>
              </a:ext>
            </a:extLst>
          </p:cNvPr>
          <p:cNvSpPr/>
          <p:nvPr userDrawn="1"/>
        </p:nvSpPr>
        <p:spPr>
          <a:xfrm>
            <a:off x="6943725" y="0"/>
            <a:ext cx="5248273" cy="6858001"/>
          </a:xfrm>
          <a:prstGeom prst="rect">
            <a:avLst/>
          </a:prstGeom>
          <a:gradFill flip="none" rotWithShape="1">
            <a:gsLst>
              <a:gs pos="0">
                <a:srgbClr val="006C39">
                  <a:alpha val="0"/>
                </a:srgbClr>
              </a:gs>
              <a:gs pos="100000">
                <a:schemeClr val="accent1">
                  <a:alpha val="72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a:extLst>
              <a:ext uri="{FF2B5EF4-FFF2-40B4-BE49-F238E27FC236}">
                <a16:creationId xmlns:a16="http://schemas.microsoft.com/office/drawing/2014/main" id="{93E9B806-B3B5-4857-9763-985BB906449B}"/>
              </a:ext>
            </a:extLst>
          </p:cNvPr>
          <p:cNvSpPr/>
          <p:nvPr userDrawn="1"/>
        </p:nvSpPr>
        <p:spPr>
          <a:xfrm>
            <a:off x="660400" y="6054314"/>
            <a:ext cx="2014538" cy="14384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a:extLst>
              <a:ext uri="{FF2B5EF4-FFF2-40B4-BE49-F238E27FC236}">
                <a16:creationId xmlns:a16="http://schemas.microsoft.com/office/drawing/2014/main" id="{98EFC2AF-0299-489A-9F1D-9F6AA1D1AED1}"/>
              </a:ext>
            </a:extLst>
          </p:cNvPr>
          <p:cNvSpPr>
            <a:spLocks noGrp="1"/>
          </p:cNvSpPr>
          <p:nvPr>
            <p:ph type="body" sz="quarter" idx="12" hasCustomPrompt="1"/>
          </p:nvPr>
        </p:nvSpPr>
        <p:spPr>
          <a:xfrm>
            <a:off x="510342" y="982400"/>
            <a:ext cx="3551237" cy="606922"/>
          </a:xfrm>
          <a:prstGeom prst="rect">
            <a:avLst/>
          </a:prstGeom>
        </p:spPr>
        <p:txBody>
          <a:bodyPr/>
          <a:lstStyle>
            <a:lvl1pPr marL="0" indent="0">
              <a:buNone/>
              <a:defRPr sz="3200" spc="100">
                <a:solidFill>
                  <a:schemeClr val="bg1"/>
                </a:solidFill>
                <a:latin typeface="微软雅黑" panose="020B0503020204020204" pitchFamily="34" charset="-122"/>
                <a:ea typeface="微软雅黑" panose="020B0503020204020204" pitchFamily="34" charset="-122"/>
              </a:defRPr>
            </a:lvl1pPr>
          </a:lstStyle>
          <a:p>
            <a:pPr lvl="0"/>
            <a:r>
              <a:rPr lang="zh-CN" altLang="en-US" dirty="0"/>
              <a:t>第几部分 ▶</a:t>
            </a:r>
          </a:p>
        </p:txBody>
      </p:sp>
      <p:sp>
        <p:nvSpPr>
          <p:cNvPr id="122" name="文本占位符 15">
            <a:extLst>
              <a:ext uri="{FF2B5EF4-FFF2-40B4-BE49-F238E27FC236}">
                <a16:creationId xmlns:a16="http://schemas.microsoft.com/office/drawing/2014/main" id="{9F0152B4-A135-47ED-A86F-89E402C2B1C0}"/>
              </a:ext>
            </a:extLst>
          </p:cNvPr>
          <p:cNvSpPr>
            <a:spLocks noGrp="1"/>
          </p:cNvSpPr>
          <p:nvPr>
            <p:ph type="body" sz="quarter" idx="13" hasCustomPrompt="1"/>
          </p:nvPr>
        </p:nvSpPr>
        <p:spPr>
          <a:xfrm>
            <a:off x="510342" y="2742089"/>
            <a:ext cx="7197752" cy="606922"/>
          </a:xfrm>
          <a:prstGeom prst="rect">
            <a:avLst/>
          </a:prstGeom>
        </p:spPr>
        <p:txBody>
          <a:bodyPr/>
          <a:lstStyle>
            <a:lvl1pPr marL="0" indent="0">
              <a:buNone/>
              <a:defRPr sz="4400" spc="100" baseline="0">
                <a:solidFill>
                  <a:schemeClr val="bg1"/>
                </a:solidFill>
                <a:latin typeface="微软雅黑" panose="020B0503020204020204" pitchFamily="34" charset="-122"/>
                <a:ea typeface="微软雅黑" panose="020B0503020204020204" pitchFamily="34" charset="-122"/>
              </a:defRPr>
            </a:lvl1pPr>
          </a:lstStyle>
          <a:p>
            <a:pPr lvl="0"/>
            <a:r>
              <a:rPr lang="zh-CN" altLang="en-US" dirty="0"/>
              <a:t>请在此处添加你的标题</a:t>
            </a:r>
          </a:p>
        </p:txBody>
      </p:sp>
      <p:sp>
        <p:nvSpPr>
          <p:cNvPr id="123" name="文本占位符 15">
            <a:extLst>
              <a:ext uri="{FF2B5EF4-FFF2-40B4-BE49-F238E27FC236}">
                <a16:creationId xmlns:a16="http://schemas.microsoft.com/office/drawing/2014/main" id="{CF347087-2148-4765-A644-2EF9176FD633}"/>
              </a:ext>
            </a:extLst>
          </p:cNvPr>
          <p:cNvSpPr>
            <a:spLocks noGrp="1"/>
          </p:cNvSpPr>
          <p:nvPr>
            <p:ph type="body" sz="quarter" idx="14" hasCustomPrompt="1"/>
          </p:nvPr>
        </p:nvSpPr>
        <p:spPr>
          <a:xfrm>
            <a:off x="561172" y="3837713"/>
            <a:ext cx="7146922" cy="1522912"/>
          </a:xfrm>
          <a:prstGeom prst="rect">
            <a:avLst/>
          </a:prstGeom>
        </p:spPr>
        <p:txBody>
          <a:bodyPr/>
          <a:lstStyle>
            <a:lvl1pPr marL="285750" indent="-285750">
              <a:lnSpc>
                <a:spcPct val="120000"/>
              </a:lnSpc>
              <a:buFont typeface="Arial" panose="020B0604020202020204" pitchFamily="34" charset="0"/>
              <a:buChar char="•"/>
              <a:defRPr sz="1400" spc="100" baseline="0">
                <a:solidFill>
                  <a:schemeClr val="bg1"/>
                </a:solidFill>
                <a:latin typeface="+mn-ea"/>
                <a:ea typeface="+mn-ea"/>
              </a:defRPr>
            </a:lvl1pPr>
          </a:lstStyle>
          <a:p>
            <a:pPr lvl="0"/>
            <a:r>
              <a:rPr lang="zh-CN" altLang="en-US" dirty="0"/>
              <a:t>这里可以写一点点文字，介绍此章节主要内容</a:t>
            </a:r>
            <a:endParaRPr lang="en-US" altLang="zh-CN" dirty="0"/>
          </a:p>
          <a:p>
            <a:pPr lvl="0"/>
            <a:r>
              <a:rPr lang="zh-CN" altLang="en-US" dirty="0"/>
              <a:t>国外现状</a:t>
            </a:r>
            <a:endParaRPr lang="en-US" altLang="zh-CN" dirty="0"/>
          </a:p>
          <a:p>
            <a:pPr lvl="0"/>
            <a:r>
              <a:rPr lang="zh-CN" altLang="en-US" dirty="0"/>
              <a:t>国内现状</a:t>
            </a:r>
            <a:endParaRPr lang="en-US" altLang="zh-CN" dirty="0"/>
          </a:p>
          <a:p>
            <a:pPr lvl="0"/>
            <a:r>
              <a:rPr lang="en-US" altLang="zh-CN" dirty="0"/>
              <a:t>…</a:t>
            </a:r>
          </a:p>
          <a:p>
            <a:pPr lvl="0"/>
            <a:endParaRPr lang="zh-CN" altLang="en-US" dirty="0"/>
          </a:p>
        </p:txBody>
      </p:sp>
      <p:sp>
        <p:nvSpPr>
          <p:cNvPr id="2" name="矩形 1">
            <a:extLst>
              <a:ext uri="{FF2B5EF4-FFF2-40B4-BE49-F238E27FC236}">
                <a16:creationId xmlns:a16="http://schemas.microsoft.com/office/drawing/2014/main" id="{AF65482F-D2BD-4FA5-8FA9-E44AB00F6475}"/>
              </a:ext>
            </a:extLst>
          </p:cNvPr>
          <p:cNvSpPr/>
          <p:nvPr userDrawn="1"/>
        </p:nvSpPr>
        <p:spPr>
          <a:xfrm>
            <a:off x="0" y="6167300"/>
            <a:ext cx="12192000" cy="690699"/>
          </a:xfrm>
          <a:prstGeom prst="rect">
            <a:avLst/>
          </a:prstGeom>
          <a:solidFill>
            <a:schemeClr val="bg1"/>
          </a:solidFill>
          <a:ln>
            <a:noFill/>
          </a:ln>
          <a:effectLst>
            <a:outerShdw blurRad="3810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30000"/>
              </a:lnSpc>
            </a:pPr>
            <a:endParaRPr lang="zh-CN" altLang="en-US">
              <a:cs typeface="+mn-ea"/>
            </a:endParaRPr>
          </a:p>
        </p:txBody>
      </p:sp>
      <p:grpSp>
        <p:nvGrpSpPr>
          <p:cNvPr id="115" name="组合 114"/>
          <p:cNvGrpSpPr/>
          <p:nvPr userDrawn="1"/>
        </p:nvGrpSpPr>
        <p:grpSpPr>
          <a:xfrm>
            <a:off x="684666" y="6423435"/>
            <a:ext cx="1915659" cy="208321"/>
            <a:chOff x="598941" y="6399999"/>
            <a:chExt cx="2542613" cy="276499"/>
          </a:xfrm>
          <a:solidFill>
            <a:schemeClr val="accent3"/>
          </a:solidFill>
        </p:grpSpPr>
        <p:grpSp>
          <p:nvGrpSpPr>
            <p:cNvPr id="117" name="组合 116">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134"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36" name="组合 135">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14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37" name="组合 136">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13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118" name="组合 117">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119" name="组合 118">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13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1" name="组合 120">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13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24" name="组合 123">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12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5"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6"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143" name="图片 14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203766" y="6386257"/>
            <a:ext cx="1257421" cy="276480"/>
          </a:xfrm>
          <a:prstGeom prst="rect">
            <a:avLst/>
          </a:prstGeom>
        </p:spPr>
      </p:pic>
    </p:spTree>
    <p:extLst>
      <p:ext uri="{BB962C8B-B14F-4D97-AF65-F5344CB8AC3E}">
        <p14:creationId xmlns:p14="http://schemas.microsoft.com/office/powerpoint/2010/main" val="1362392777"/>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sp>
        <p:nvSpPr>
          <p:cNvPr id="25" name="矩形 24">
            <a:extLst>
              <a:ext uri="{FF2B5EF4-FFF2-40B4-BE49-F238E27FC236}">
                <a16:creationId xmlns:a16="http://schemas.microsoft.com/office/drawing/2014/main" id="{C10D966C-9DD4-4144-A316-29077EB905B4}"/>
              </a:ext>
            </a:extLst>
          </p:cNvPr>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grpSp>
        <p:nvGrpSpPr>
          <p:cNvPr id="56" name="组合 55"/>
          <p:cNvGrpSpPr/>
          <p:nvPr userDrawn="1"/>
        </p:nvGrpSpPr>
        <p:grpSpPr>
          <a:xfrm>
            <a:off x="598941" y="6399999"/>
            <a:ext cx="2542613" cy="276499"/>
            <a:chOff x="598941" y="6399999"/>
            <a:chExt cx="2542613" cy="276499"/>
          </a:xfrm>
          <a:solidFill>
            <a:schemeClr val="bg1"/>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345476"/>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页样式1-一段一图">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4592620"/>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98941" y="6399999"/>
            <a:ext cx="2542613" cy="276499"/>
            <a:chOff x="598941" y="6399999"/>
            <a:chExt cx="2542613" cy="276499"/>
          </a:xfrm>
          <a:solidFill>
            <a:schemeClr val="accent3"/>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a:extLst>
                <a:ext uri="{FF2B5EF4-FFF2-40B4-BE49-F238E27FC236}">
                  <a16:creationId xmlns:a16="http://schemas.microsoft.com/office/drawing/2014/main" id="{77A3E9FF-E8D6-4864-AD9A-BC3E704158E7}"/>
                </a:ext>
              </a:extLst>
            </p:cNvPr>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57">
              <a:extLst>
                <a:ext uri="{FF2B5EF4-FFF2-40B4-BE49-F238E27FC236}">
                  <a16:creationId xmlns:a16="http://schemas.microsoft.com/office/drawing/2014/main" id="{0B39D90D-B980-4ADB-95FB-F043B008E76D}"/>
                </a:ext>
              </a:extLst>
            </p:cNvPr>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63571"/>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页样式2-一段一图">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252089"/>
            <a:ext cx="1969223" cy="432990"/>
          </a:xfrm>
          <a:prstGeom prst="rect">
            <a:avLst/>
          </a:prstGeom>
        </p:spPr>
      </p:pic>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32863937"/>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a:extLst>
              <a:ext uri="{FF2B5EF4-FFF2-40B4-BE49-F238E27FC236}">
                <a16:creationId xmlns:a16="http://schemas.microsoft.com/office/drawing/2014/main" id="{91BC6857-420C-4F20-ABBF-78DDE1D9F36B}"/>
              </a:ext>
            </a:extLst>
          </p:cNvPr>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72" name="组合 71"/>
          <p:cNvGrpSpPr/>
          <p:nvPr userDrawn="1"/>
        </p:nvGrpSpPr>
        <p:grpSpPr>
          <a:xfrm>
            <a:off x="598941" y="6399999"/>
            <a:ext cx="2542613" cy="276499"/>
            <a:chOff x="598941" y="6399999"/>
            <a:chExt cx="2542613" cy="276499"/>
          </a:xfrm>
          <a:solidFill>
            <a:schemeClr val="accent3"/>
          </a:solidFill>
        </p:grpSpPr>
        <p:grpSp>
          <p:nvGrpSpPr>
            <p:cNvPr id="73" name="组合 7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8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89" name="组合 8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9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9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74" name="组合 7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75" name="组合 7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8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6" name="组合 7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8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7" name="组合 7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8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spTree>
    <p:extLst>
      <p:ext uri="{BB962C8B-B14F-4D97-AF65-F5344CB8AC3E}">
        <p14:creationId xmlns:p14="http://schemas.microsoft.com/office/powerpoint/2010/main" val="2531179168"/>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页样式3-一段一图">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spTree>
    <p:extLst>
      <p:ext uri="{BB962C8B-B14F-4D97-AF65-F5344CB8AC3E}">
        <p14:creationId xmlns:p14="http://schemas.microsoft.com/office/powerpoint/2010/main" val="3530475357"/>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95530"/>
      </p:ext>
    </p:extLst>
  </p:cSld>
  <p:clrMapOvr>
    <a:masterClrMapping/>
  </p:clrMapOvr>
  <p:transition spd="med">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内页样式４-一段一图">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7493528"/>
      </p:ext>
    </p:extLst>
  </p:cSld>
  <p:clrMapOvr>
    <a:masterClrMapping/>
  </p:clrMapOvr>
  <p:transition spd="med">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grpSp>
        <p:nvGrpSpPr>
          <p:cNvPr id="56" name="组合 55"/>
          <p:cNvGrpSpPr/>
          <p:nvPr userDrawn="1"/>
        </p:nvGrpSpPr>
        <p:grpSpPr>
          <a:xfrm>
            <a:off x="522741" y="6399999"/>
            <a:ext cx="2542613" cy="276499"/>
            <a:chOff x="598941" y="6399999"/>
            <a:chExt cx="2542613" cy="276499"/>
          </a:xfrm>
          <a:solidFill>
            <a:schemeClr val="accent3"/>
          </a:solidFill>
        </p:grpSpPr>
        <p:grpSp>
          <p:nvGrpSpPr>
            <p:cNvPr id="33" name="组合 32">
              <a:extLst>
                <a:ext uri="{FF2B5EF4-FFF2-40B4-BE49-F238E27FC236}">
                  <a16:creationId xmlns:a16="http://schemas.microsoft.com/office/drawing/2014/main" id="{2B6AF4F4-F405-428E-ACB6-6C287CCD9962}"/>
                </a:ext>
              </a:extLst>
            </p:cNvPr>
            <p:cNvGrpSpPr/>
            <p:nvPr/>
          </p:nvGrpSpPr>
          <p:grpSpPr>
            <a:xfrm>
              <a:off x="2055693" y="6402621"/>
              <a:ext cx="1085861" cy="270805"/>
              <a:chOff x="10340336" y="2247899"/>
              <a:chExt cx="2724438" cy="679451"/>
            </a:xfrm>
            <a:grpFill/>
          </p:grpSpPr>
          <p:sp>
            <p:nvSpPr>
              <p:cNvPr id="47" name="Freeform 5">
                <a:extLst>
                  <a:ext uri="{FF2B5EF4-FFF2-40B4-BE49-F238E27FC236}">
                    <a16:creationId xmlns:a16="http://schemas.microsoft.com/office/drawing/2014/main" id="{7EF8326A-A460-4F1F-A35E-22F6C0E02782}"/>
                  </a:ext>
                </a:extLst>
              </p:cNvPr>
              <p:cNvSpPr>
                <a:spLocks/>
              </p:cNvSpPr>
              <p:nvPr/>
            </p:nvSpPr>
            <p:spPr bwMode="auto">
              <a:xfrm>
                <a:off x="11868131" y="2285206"/>
                <a:ext cx="534988" cy="603250"/>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6">
                <a:extLst>
                  <a:ext uri="{FF2B5EF4-FFF2-40B4-BE49-F238E27FC236}">
                    <a16:creationId xmlns:a16="http://schemas.microsoft.com/office/drawing/2014/main" id="{CC1FA68D-3307-481A-8E89-D3CB2E8693F4}"/>
                  </a:ext>
                </a:extLst>
              </p:cNvPr>
              <p:cNvSpPr>
                <a:spLocks/>
              </p:cNvSpPr>
              <p:nvPr/>
            </p:nvSpPr>
            <p:spPr bwMode="auto">
              <a:xfrm>
                <a:off x="12756799" y="2388393"/>
                <a:ext cx="307975" cy="463550"/>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9" name="组合 48">
                <a:extLst>
                  <a:ext uri="{FF2B5EF4-FFF2-40B4-BE49-F238E27FC236}">
                    <a16:creationId xmlns:a16="http://schemas.microsoft.com/office/drawing/2014/main" id="{C7A6E3E5-9A1F-4E06-9E71-F1D7E5C11C32}"/>
                  </a:ext>
                </a:extLst>
              </p:cNvPr>
              <p:cNvGrpSpPr/>
              <p:nvPr/>
            </p:nvGrpSpPr>
            <p:grpSpPr>
              <a:xfrm>
                <a:off x="10340336" y="2247899"/>
                <a:ext cx="547688" cy="679451"/>
                <a:chOff x="5548313" y="2084388"/>
                <a:chExt cx="547688" cy="679451"/>
              </a:xfrm>
              <a:grpFill/>
            </p:grpSpPr>
            <p:sp>
              <p:nvSpPr>
                <p:cNvPr id="5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a:extLst>
                  <a:ext uri="{FF2B5EF4-FFF2-40B4-BE49-F238E27FC236}">
                    <a16:creationId xmlns:a16="http://schemas.microsoft.com/office/drawing/2014/main" id="{B92E7EB9-3312-4310-B5FA-50F0FA6CFB99}"/>
                  </a:ext>
                </a:extLst>
              </p:cNvPr>
              <p:cNvGrpSpPr/>
              <p:nvPr/>
            </p:nvGrpSpPr>
            <p:grpSpPr>
              <a:xfrm>
                <a:off x="11192276" y="2400300"/>
                <a:ext cx="322175" cy="373063"/>
                <a:chOff x="3792874" y="3138488"/>
                <a:chExt cx="322175" cy="373063"/>
              </a:xfrm>
              <a:grpFill/>
            </p:grpSpPr>
            <p:sp>
              <p:nvSpPr>
                <p:cNvPr id="5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12625"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6">
                  <a:extLst>
                    <a:ext uri="{FF2B5EF4-FFF2-40B4-BE49-F238E27FC236}">
                      <a16:creationId xmlns:a16="http://schemas.microsoft.com/office/drawing/2014/main" id="{FB4C6AFE-87EF-4FB7-829C-F7529116EE44}"/>
                    </a:ext>
                  </a:extLst>
                </p:cNvPr>
                <p:cNvSpPr>
                  <a:spLocks/>
                </p:cNvSpPr>
                <p:nvPr/>
              </p:nvSpPr>
              <p:spPr bwMode="auto">
                <a:xfrm>
                  <a:off x="3980111" y="3138488"/>
                  <a:ext cx="134938" cy="373063"/>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7">
                  <a:extLst>
                    <a:ext uri="{FF2B5EF4-FFF2-40B4-BE49-F238E27FC236}">
                      <a16:creationId xmlns:a16="http://schemas.microsoft.com/office/drawing/2014/main" id="{7BBE01C1-D3BA-489E-BE5E-C63059DA7AF9}"/>
                    </a:ext>
                  </a:extLst>
                </p:cNvPr>
                <p:cNvSpPr>
                  <a:spLocks/>
                </p:cNvSpPr>
                <p:nvPr/>
              </p:nvSpPr>
              <p:spPr bwMode="auto">
                <a:xfrm>
                  <a:off x="3872924" y="3138488"/>
                  <a:ext cx="75438" cy="79375"/>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4" name="组合 33">
              <a:extLst>
                <a:ext uri="{FF2B5EF4-FFF2-40B4-BE49-F238E27FC236}">
                  <a16:creationId xmlns:a16="http://schemas.microsoft.com/office/drawing/2014/main" id="{E582171C-E91E-4DDB-B720-D9EDE8C54B5C}"/>
                </a:ext>
              </a:extLst>
            </p:cNvPr>
            <p:cNvGrpSpPr/>
            <p:nvPr/>
          </p:nvGrpSpPr>
          <p:grpSpPr>
            <a:xfrm>
              <a:off x="598941" y="6399999"/>
              <a:ext cx="1102619" cy="276499"/>
              <a:chOff x="6738929" y="2270918"/>
              <a:chExt cx="2766486" cy="693738"/>
            </a:xfrm>
            <a:grpFill/>
          </p:grpSpPr>
          <p:grpSp>
            <p:nvGrpSpPr>
              <p:cNvPr id="35" name="组合 34">
                <a:extLst>
                  <a:ext uri="{FF2B5EF4-FFF2-40B4-BE49-F238E27FC236}">
                    <a16:creationId xmlns:a16="http://schemas.microsoft.com/office/drawing/2014/main" id="{4EB45816-40C4-4065-9181-C29D2BECD84E}"/>
                  </a:ext>
                </a:extLst>
              </p:cNvPr>
              <p:cNvGrpSpPr/>
              <p:nvPr/>
            </p:nvGrpSpPr>
            <p:grpSpPr>
              <a:xfrm>
                <a:off x="8180494" y="2355056"/>
                <a:ext cx="484188" cy="509588"/>
                <a:chOff x="6113463" y="3541713"/>
                <a:chExt cx="484188" cy="509588"/>
              </a:xfrm>
              <a:grpFill/>
            </p:grpSpPr>
            <p:sp>
              <p:nvSpPr>
                <p:cNvPr id="4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6" name="组合 35">
                <a:extLst>
                  <a:ext uri="{FF2B5EF4-FFF2-40B4-BE49-F238E27FC236}">
                    <a16:creationId xmlns:a16="http://schemas.microsoft.com/office/drawing/2014/main" id="{C43281D5-D15F-4210-8FEF-5D0B83A54FD6}"/>
                  </a:ext>
                </a:extLst>
              </p:cNvPr>
              <p:cNvGrpSpPr/>
              <p:nvPr/>
            </p:nvGrpSpPr>
            <p:grpSpPr>
              <a:xfrm>
                <a:off x="6738929" y="2270918"/>
                <a:ext cx="549275" cy="693738"/>
                <a:chOff x="6108700" y="2066926"/>
                <a:chExt cx="549275" cy="693738"/>
              </a:xfrm>
              <a:grpFill/>
            </p:grpSpPr>
            <p:sp>
              <p:nvSpPr>
                <p:cNvPr id="4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D1C2EA2-DECB-4C4E-997D-8417E76BE944}"/>
                  </a:ext>
                </a:extLst>
              </p:cNvPr>
              <p:cNvGrpSpPr/>
              <p:nvPr/>
            </p:nvGrpSpPr>
            <p:grpSpPr>
              <a:xfrm>
                <a:off x="7532962" y="2451100"/>
                <a:ext cx="368300" cy="317500"/>
                <a:chOff x="6186488" y="2930526"/>
                <a:chExt cx="368300" cy="317500"/>
              </a:xfrm>
              <a:grpFill/>
            </p:grpSpPr>
            <p:sp>
              <p:nvSpPr>
                <p:cNvPr id="4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Freeform 11">
                <a:extLst>
                  <a:ext uri="{FF2B5EF4-FFF2-40B4-BE49-F238E27FC236}">
                    <a16:creationId xmlns:a16="http://schemas.microsoft.com/office/drawing/2014/main" id="{9E7CBDC3-9BA0-4307-8967-3267E5966ED9}"/>
                  </a:ext>
                </a:extLst>
              </p:cNvPr>
              <p:cNvSpPr>
                <a:spLocks noEditPoints="1"/>
              </p:cNvSpPr>
              <p:nvPr/>
            </p:nvSpPr>
            <p:spPr bwMode="auto">
              <a:xfrm>
                <a:off x="9065451" y="2270918"/>
                <a:ext cx="439964" cy="615950"/>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2">
                <a:extLst>
                  <a:ext uri="{FF2B5EF4-FFF2-40B4-BE49-F238E27FC236}">
                    <a16:creationId xmlns:a16="http://schemas.microsoft.com/office/drawing/2014/main" id="{D88D9717-3185-4A77-8E18-2A8659D441F7}"/>
                  </a:ext>
                </a:extLst>
              </p:cNvPr>
              <p:cNvSpPr>
                <a:spLocks/>
              </p:cNvSpPr>
              <p:nvPr/>
            </p:nvSpPr>
            <p:spPr bwMode="auto">
              <a:xfrm>
                <a:off x="8878184" y="2293480"/>
                <a:ext cx="236904" cy="593388"/>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pic>
        <p:nvPicPr>
          <p:cNvPr id="57" name="图片 56"/>
          <p:cNvPicPr>
            <a:picLocks noChangeAspect="1"/>
          </p:cNvPicPr>
          <p:nvPr userDrawn="1"/>
        </p:nvPicPr>
        <p:blipFill rotWithShape="1">
          <a:blip r:embed="rId2" cstate="hq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73355"/>
            <a:ext cx="1221064" cy="438825"/>
            <a:chOff x="-529708" y="381991"/>
            <a:chExt cx="1221064" cy="438825"/>
          </a:xfrm>
        </p:grpSpPr>
        <p:sp>
          <p:nvSpPr>
            <p:cNvPr id="58" name="梯形 57">
              <a:extLst>
                <a:ext uri="{FF2B5EF4-FFF2-40B4-BE49-F238E27FC236}">
                  <a16:creationId xmlns:a16="http://schemas.microsoft.com/office/drawing/2014/main" id="{5065A524-15E6-4769-B9ED-7868E19ADB1E}"/>
                </a:ext>
              </a:extLst>
            </p:cNvPr>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a:extLst>
                <a:ext uri="{FF2B5EF4-FFF2-40B4-BE49-F238E27FC236}">
                  <a16:creationId xmlns:a16="http://schemas.microsoft.com/office/drawing/2014/main" id="{AC403C93-604F-4B72-B919-463ACA49C29B}"/>
                </a:ext>
              </a:extLst>
            </p:cNvPr>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a:extLst>
                <a:ext uri="{FF2B5EF4-FFF2-40B4-BE49-F238E27FC236}">
                  <a16:creationId xmlns:a16="http://schemas.microsoft.com/office/drawing/2014/main" id="{AC403C93-604F-4B72-B919-463ACA49C29B}"/>
                </a:ext>
              </a:extLst>
            </p:cNvPr>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942088916"/>
      </p:ext>
    </p:extLst>
  </p:cSld>
  <p:clrMapOvr>
    <a:masterClrMapping/>
  </p:clrMapOvr>
  <p:transition spd="med">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内页样式5-一段一图">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hq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spTree>
    <p:extLst>
      <p:ext uri="{BB962C8B-B14F-4D97-AF65-F5344CB8AC3E}">
        <p14:creationId xmlns:p14="http://schemas.microsoft.com/office/powerpoint/2010/main" val="1336386084"/>
      </p:ext>
    </p:extLst>
  </p:cSld>
  <p:clrMapOvr>
    <a:masterClrMapping/>
  </p:clrMapOvr>
  <p:transition spd="med">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9683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07D9317-7C4B-477D-9FCD-CD5482370328}" type="datetimeFigureOut">
              <a:rPr lang="zh-CN" altLang="en-US"/>
              <a:pPr>
                <a:defRPr/>
              </a:pPr>
              <a:t>2026/4/1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pPr>
                <a:defRPr/>
              </a:pPr>
              <a:t>‹#›</a:t>
            </a:fld>
            <a:endParaRPr lang="zh-CN" altLang="en-US"/>
          </a:p>
        </p:txBody>
      </p:sp>
    </p:spTree>
    <p:extLst>
      <p:ext uri="{BB962C8B-B14F-4D97-AF65-F5344CB8AC3E}">
        <p14:creationId xmlns:p14="http://schemas.microsoft.com/office/powerpoint/2010/main" val="9464352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sv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453CE20-6C14-4C4C-84F7-26422658A810}"/>
              </a:ext>
            </a:extLst>
          </p:cNvPr>
          <p:cNvSpPr txBox="1">
            <a:spLocks/>
          </p:cNvSpPr>
          <p:nvPr/>
        </p:nvSpPr>
        <p:spPr>
          <a:xfrm>
            <a:off x="803276" y="4318204"/>
            <a:ext cx="10585448" cy="892503"/>
          </a:xfrm>
          <a:prstGeom prst="rect">
            <a:avLst/>
          </a:prstGeom>
        </p:spPr>
        <p:txBody>
          <a:bodyPr tIns="0" bIns="0" anchor="ctr" anchorCtr="0">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zh-CN" altLang="zh-CN" sz="3200" b="1" dirty="0"/>
              <a:t>基于</a:t>
            </a:r>
            <a:r>
              <a:rPr lang="en-US" altLang="zh-CN" sz="3200" b="1" dirty="0"/>
              <a:t>Starry-OS</a:t>
            </a:r>
            <a:r>
              <a:rPr lang="zh-CN" altLang="zh-CN" sz="3200" b="1" dirty="0"/>
              <a:t>的统一调度与中断响应机制的软件化实现</a:t>
            </a:r>
            <a:endParaRPr lang="zh-CN" altLang="zh-CN" sz="3200" dirty="0"/>
          </a:p>
        </p:txBody>
      </p:sp>
      <p:sp>
        <p:nvSpPr>
          <p:cNvPr id="8" name="文本占位符 34">
            <a:extLst>
              <a:ext uri="{FF2B5EF4-FFF2-40B4-BE49-F238E27FC236}">
                <a16:creationId xmlns:a16="http://schemas.microsoft.com/office/drawing/2014/main" id="{863F15CD-989D-B145-8B27-B543A0C87DAD}"/>
              </a:ext>
            </a:extLst>
          </p:cNvPr>
          <p:cNvSpPr txBox="1">
            <a:spLocks/>
          </p:cNvSpPr>
          <p:nvPr/>
        </p:nvSpPr>
        <p:spPr>
          <a:xfrm>
            <a:off x="803275" y="5500576"/>
            <a:ext cx="10585450" cy="595123"/>
          </a:xfrm>
          <a:prstGeom prst="rect">
            <a:avLst/>
          </a:prstGeom>
        </p:spPr>
        <p:txBody>
          <a:bodyPr lIns="72000" tIns="0" rIns="72000" bIns="0"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答辩人：</a:t>
            </a:r>
            <a:r>
              <a:rPr lang="zh-CN" altLang="en-US" sz="1800" dirty="0">
                <a:solidFill>
                  <a:prstClr val="black">
                    <a:lumMod val="75000"/>
                    <a:lumOff val="25000"/>
                  </a:prstClr>
                </a:solidFill>
                <a:latin typeface="微软雅黑"/>
                <a:ea typeface="微软雅黑"/>
              </a:rPr>
              <a:t>肖嘉骏</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       导　师：</a:t>
            </a:r>
            <a:r>
              <a:rPr lang="zh-CN" altLang="en-US" sz="1800" dirty="0">
                <a:solidFill>
                  <a:prstClr val="black">
                    <a:lumMod val="75000"/>
                    <a:lumOff val="25000"/>
                  </a:prstClr>
                </a:solidFill>
                <a:latin typeface="微软雅黑"/>
                <a:ea typeface="微软雅黑"/>
              </a:rPr>
              <a:t>陆慧梅</a:t>
            </a:r>
            <a:r>
              <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      时间：</a:t>
            </a:r>
            <a:fld id="{FAA7561E-A48D-4E03-84F4-488CDA95D192}" type="datetime1">
              <a:rPr kumimoji="0" lang="zh-CN" altLang="en-US" sz="1800" b="0" i="0" u="none" strike="noStrike" kern="1200" cap="none" spc="0" normalizeH="0" baseline="0" noProof="0" smtClean="0">
                <a:ln>
                  <a:noFill/>
                </a:ln>
                <a:solidFill>
                  <a:prstClr val="black">
                    <a:lumMod val="75000"/>
                    <a:lumOff val="25000"/>
                  </a:prstClr>
                </a:solidFill>
                <a:effectLst/>
                <a:uLnTx/>
                <a:uFillTx/>
                <a:latin typeface="微软雅黑"/>
                <a:ea typeface="微软雅黑"/>
                <a:cs typeface="+mn-cs"/>
              </a:rPr>
              <a:pPr marL="0" marR="0" lvl="0" indent="0" algn="ctr" defTabSz="914400" rtl="0" eaLnBrk="1" fontAlgn="base" latinLnBrk="0" hangingPunct="1">
                <a:lnSpc>
                  <a:spcPct val="90000"/>
                </a:lnSpc>
                <a:spcBef>
                  <a:spcPts val="1000"/>
                </a:spcBef>
                <a:spcAft>
                  <a:spcPct val="0"/>
                </a:spcAft>
                <a:buClrTx/>
                <a:buSzTx/>
                <a:buFont typeface="Arial" panose="020B0604020202020204" pitchFamily="34" charset="0"/>
                <a:buNone/>
                <a:tabLst/>
                <a:defRPr/>
              </a:pPr>
              <a:t>2026/4/1</a:t>
            </a:fld>
            <a:endParaRPr kumimoji="0" lang="zh-CN" altLang="en-US" sz="18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endParaRPr>
          </a:p>
        </p:txBody>
      </p:sp>
    </p:spTree>
    <p:extLst>
      <p:ext uri="{BB962C8B-B14F-4D97-AF65-F5344CB8AC3E}">
        <p14:creationId xmlns:p14="http://schemas.microsoft.com/office/powerpoint/2010/main" val="893767213"/>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234987F0-E0CB-448B-93C2-1AED92645BA7}"/>
              </a:ext>
            </a:extLst>
          </p:cNvPr>
          <p:cNvSpPr/>
          <p:nvPr/>
        </p:nvSpPr>
        <p:spPr bwMode="auto">
          <a:xfrm>
            <a:off x="3262558" y="112345"/>
            <a:ext cx="952500" cy="1446212"/>
          </a:xfrm>
          <a:prstGeom prst="rect">
            <a:avLst/>
          </a:prstGeom>
        </p:spPr>
        <p:txBody>
          <a:bodyPr>
            <a:spAutoFit/>
          </a:bodyPr>
          <a:lstStyle/>
          <a:p>
            <a:pPr eaLnBrk="1" fontAlgn="auto" hangingPunct="1">
              <a:spcBef>
                <a:spcPts val="0"/>
              </a:spcBef>
              <a:spcAft>
                <a:spcPts val="0"/>
              </a:spcAft>
              <a:defRPr/>
            </a:pPr>
            <a:endParaRPr lang="zh-CN" altLang="en-US" sz="8800" dirty="0">
              <a:solidFill>
                <a:schemeClr val="tx1">
                  <a:lumMod val="65000"/>
                  <a:lumOff val="35000"/>
                </a:schemeClr>
              </a:solidFill>
              <a:latin typeface="+mn-ea"/>
              <a:ea typeface="+mn-ea"/>
              <a:cs typeface="+mn-ea"/>
              <a:sym typeface="+mn-lt"/>
            </a:endParaRPr>
          </a:p>
        </p:txBody>
      </p:sp>
      <p:sp>
        <p:nvSpPr>
          <p:cNvPr id="68" name="文本框 67">
            <a:extLst>
              <a:ext uri="{FF2B5EF4-FFF2-40B4-BE49-F238E27FC236}">
                <a16:creationId xmlns:a16="http://schemas.microsoft.com/office/drawing/2014/main" id="{B7792EE0-0A94-4B1A-89B0-B8AEF3BFFF8B}"/>
              </a:ext>
            </a:extLst>
          </p:cNvPr>
          <p:cNvSpPr txBox="1"/>
          <p:nvPr/>
        </p:nvSpPr>
        <p:spPr bwMode="auto">
          <a:xfrm>
            <a:off x="5335437" y="844409"/>
            <a:ext cx="861774" cy="5243358"/>
          </a:xfrm>
          <a:prstGeom prst="rect">
            <a:avLst/>
          </a:prstGeom>
          <a:noFill/>
        </p:spPr>
        <p:txBody>
          <a:bodyPr vert="eaVert" wrap="none">
            <a:spAutoFit/>
          </a:bodyPr>
          <a:lstStyle/>
          <a:p>
            <a:pPr algn="ctr" eaLnBrk="1" fontAlgn="auto" hangingPunct="1">
              <a:spcBef>
                <a:spcPts val="0"/>
              </a:spcBef>
              <a:spcAft>
                <a:spcPts val="0"/>
              </a:spcAft>
              <a:defRPr/>
            </a:pPr>
            <a:r>
              <a:rPr lang="zh-CN" altLang="en-US" sz="4400" b="1" spc="200" dirty="0">
                <a:solidFill>
                  <a:schemeClr val="tx2"/>
                </a:solidFill>
                <a:latin typeface="+mn-lt"/>
                <a:ea typeface="+mn-ea"/>
                <a:cs typeface="+mn-ea"/>
                <a:sym typeface="+mn-lt"/>
              </a:rPr>
              <a:t>目录 </a:t>
            </a:r>
            <a:r>
              <a:rPr lang="en-US" altLang="zh-CN" sz="4400" b="1" spc="200" dirty="0">
                <a:solidFill>
                  <a:schemeClr val="tx2"/>
                </a:solidFill>
                <a:latin typeface="+mn-ea"/>
                <a:ea typeface="+mn-ea"/>
                <a:cs typeface="+mn-ea"/>
                <a:sym typeface="+mn-lt"/>
              </a:rPr>
              <a:t>|</a:t>
            </a:r>
            <a:r>
              <a:rPr lang="en-US" altLang="zh-CN" sz="4400" b="1" spc="200" dirty="0">
                <a:solidFill>
                  <a:schemeClr val="tx2"/>
                </a:solidFill>
                <a:latin typeface="+mn-lt"/>
                <a:ea typeface="+mn-ea"/>
                <a:cs typeface="+mn-ea"/>
                <a:sym typeface="+mn-lt"/>
              </a:rPr>
              <a:t> </a:t>
            </a:r>
            <a:r>
              <a:rPr lang="en-US" altLang="zh-CN" sz="4400" b="1" spc="200" dirty="0">
                <a:latin typeface="+mn-lt"/>
                <a:ea typeface="+mn-ea"/>
                <a:cs typeface="+mn-ea"/>
                <a:sym typeface="+mn-lt"/>
              </a:rPr>
              <a:t>CONTENTS</a:t>
            </a:r>
          </a:p>
        </p:txBody>
      </p:sp>
      <p:grpSp>
        <p:nvGrpSpPr>
          <p:cNvPr id="2" name="组合 1"/>
          <p:cNvGrpSpPr/>
          <p:nvPr/>
        </p:nvGrpSpPr>
        <p:grpSpPr>
          <a:xfrm>
            <a:off x="7192665" y="907729"/>
            <a:ext cx="2315383" cy="3469488"/>
            <a:chOff x="6597449" y="1348624"/>
            <a:chExt cx="2315383" cy="3469488"/>
          </a:xfrm>
        </p:grpSpPr>
        <p:grpSp>
          <p:nvGrpSpPr>
            <p:cNvPr id="3" name="组合 2"/>
            <p:cNvGrpSpPr/>
            <p:nvPr/>
          </p:nvGrpSpPr>
          <p:grpSpPr>
            <a:xfrm>
              <a:off x="6597449" y="1348624"/>
              <a:ext cx="2315383" cy="620713"/>
              <a:chOff x="5855427" y="1847869"/>
              <a:chExt cx="2315383" cy="620713"/>
            </a:xfrm>
          </p:grpSpPr>
          <p:sp>
            <p:nvSpPr>
              <p:cNvPr id="5" name="文本框 4">
                <a:extLst>
                  <a:ext uri="{FF2B5EF4-FFF2-40B4-BE49-F238E27FC236}">
                    <a16:creationId xmlns:a16="http://schemas.microsoft.com/office/drawing/2014/main" id="{41B256AE-680D-4CCC-B51F-B69BF45F0365}"/>
                  </a:ext>
                </a:extLst>
              </p:cNvPr>
              <p:cNvSpPr txBox="1"/>
              <p:nvPr/>
            </p:nvSpPr>
            <p:spPr>
              <a:xfrm>
                <a:off x="6549853" y="1896615"/>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研究内容</a:t>
                </a:r>
              </a:p>
            </p:txBody>
          </p:sp>
          <p:sp>
            <p:nvSpPr>
              <p:cNvPr id="33" name="椭圆 32">
                <a:extLst>
                  <a:ext uri="{FF2B5EF4-FFF2-40B4-BE49-F238E27FC236}">
                    <a16:creationId xmlns:a16="http://schemas.microsoft.com/office/drawing/2014/main" id="{4CD969C8-E62F-446D-85AA-293C5C9F7396}"/>
                  </a:ext>
                </a:extLst>
              </p:cNvPr>
              <p:cNvSpPr/>
              <p:nvPr/>
            </p:nvSpPr>
            <p:spPr>
              <a:xfrm>
                <a:off x="5855427" y="1847869"/>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1</a:t>
                </a:r>
                <a:endParaRPr lang="zh-CN" altLang="en-US" sz="3200" b="1" dirty="0"/>
              </a:p>
            </p:txBody>
          </p:sp>
        </p:grpSp>
        <p:grpSp>
          <p:nvGrpSpPr>
            <p:cNvPr id="75" name="组合 74"/>
            <p:cNvGrpSpPr/>
            <p:nvPr/>
          </p:nvGrpSpPr>
          <p:grpSpPr>
            <a:xfrm>
              <a:off x="6597449" y="2760240"/>
              <a:ext cx="2315383" cy="620713"/>
              <a:chOff x="5855427" y="1186477"/>
              <a:chExt cx="2315383" cy="620713"/>
            </a:xfrm>
          </p:grpSpPr>
          <p:sp>
            <p:nvSpPr>
              <p:cNvPr id="76" name="文本框 75">
                <a:extLst>
                  <a:ext uri="{FF2B5EF4-FFF2-40B4-BE49-F238E27FC236}">
                    <a16:creationId xmlns:a16="http://schemas.microsoft.com/office/drawing/2014/main" id="{41B256AE-680D-4CCC-B51F-B69BF45F0365}"/>
                  </a:ext>
                </a:extLst>
              </p:cNvPr>
              <p:cNvSpPr txBox="1"/>
              <p:nvPr/>
            </p:nvSpPr>
            <p:spPr>
              <a:xfrm>
                <a:off x="6549853" y="1235224"/>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进展情况</a:t>
                </a:r>
              </a:p>
            </p:txBody>
          </p:sp>
          <p:sp>
            <p:nvSpPr>
              <p:cNvPr id="77" name="椭圆 76">
                <a:extLst>
                  <a:ext uri="{FF2B5EF4-FFF2-40B4-BE49-F238E27FC236}">
                    <a16:creationId xmlns:a16="http://schemas.microsoft.com/office/drawing/2014/main" id="{4CD969C8-E62F-446D-85AA-293C5C9F7396}"/>
                  </a:ext>
                </a:extLst>
              </p:cNvPr>
              <p:cNvSpPr/>
              <p:nvPr/>
            </p:nvSpPr>
            <p:spPr>
              <a:xfrm>
                <a:off x="5855427" y="1186477"/>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2</a:t>
                </a:r>
                <a:endParaRPr lang="zh-CN" altLang="en-US" sz="3200" b="1" dirty="0"/>
              </a:p>
            </p:txBody>
          </p:sp>
        </p:grpSp>
        <p:grpSp>
          <p:nvGrpSpPr>
            <p:cNvPr id="17" name="组合 16"/>
            <p:cNvGrpSpPr/>
            <p:nvPr/>
          </p:nvGrpSpPr>
          <p:grpSpPr>
            <a:xfrm>
              <a:off x="6597449" y="4197399"/>
              <a:ext cx="2315383" cy="620713"/>
              <a:chOff x="5855427" y="551292"/>
              <a:chExt cx="2315383" cy="620713"/>
            </a:xfrm>
          </p:grpSpPr>
          <p:sp>
            <p:nvSpPr>
              <p:cNvPr id="18" name="文本框 17">
                <a:extLst>
                  <a:ext uri="{FF2B5EF4-FFF2-40B4-BE49-F238E27FC236}">
                    <a16:creationId xmlns:a16="http://schemas.microsoft.com/office/drawing/2014/main" id="{41B256AE-680D-4CCC-B51F-B69BF45F0365}"/>
                  </a:ext>
                </a:extLst>
              </p:cNvPr>
              <p:cNvSpPr txBox="1"/>
              <p:nvPr/>
            </p:nvSpPr>
            <p:spPr>
              <a:xfrm>
                <a:off x="6549853" y="600038"/>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存在问题</a:t>
                </a:r>
              </a:p>
            </p:txBody>
          </p:sp>
          <p:sp>
            <p:nvSpPr>
              <p:cNvPr id="19" name="椭圆 18">
                <a:extLst>
                  <a:ext uri="{FF2B5EF4-FFF2-40B4-BE49-F238E27FC236}">
                    <a16:creationId xmlns:a16="http://schemas.microsoft.com/office/drawing/2014/main" id="{4CD969C8-E62F-446D-85AA-293C5C9F7396}"/>
                  </a:ext>
                </a:extLst>
              </p:cNvPr>
              <p:cNvSpPr/>
              <p:nvPr/>
            </p:nvSpPr>
            <p:spPr>
              <a:xfrm>
                <a:off x="5855427" y="551292"/>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3</a:t>
                </a:r>
                <a:endParaRPr lang="zh-CN" altLang="en-US" sz="3200" b="1" dirty="0"/>
              </a:p>
            </p:txBody>
          </p:sp>
        </p:grpSp>
      </p:grpSp>
      <p:sp>
        <p:nvSpPr>
          <p:cNvPr id="4" name="文本框 3">
            <a:extLst>
              <a:ext uri="{FF2B5EF4-FFF2-40B4-BE49-F238E27FC236}">
                <a16:creationId xmlns:a16="http://schemas.microsoft.com/office/drawing/2014/main" id="{398958B4-AB21-8D5A-51F6-F56AB26AE50A}"/>
              </a:ext>
            </a:extLst>
          </p:cNvPr>
          <p:cNvSpPr txBox="1"/>
          <p:nvPr/>
        </p:nvSpPr>
        <p:spPr>
          <a:xfrm>
            <a:off x="7889179" y="5242411"/>
            <a:ext cx="1620957" cy="523220"/>
          </a:xfrm>
          <a:prstGeom prst="rect">
            <a:avLst/>
          </a:prstGeom>
          <a:noFill/>
        </p:spPr>
        <p:txBody>
          <a:bodyPr wrap="none">
            <a:spAutoFit/>
          </a:bodyPr>
          <a:lstStyle/>
          <a:p>
            <a:pPr eaLnBrk="1" fontAlgn="auto" hangingPunct="1">
              <a:spcBef>
                <a:spcPts val="0"/>
              </a:spcBef>
              <a:spcAft>
                <a:spcPts val="0"/>
              </a:spcAft>
              <a:defRPr/>
            </a:pPr>
            <a:r>
              <a:rPr lang="zh-CN" altLang="en-US" sz="2800" b="1" dirty="0">
                <a:sym typeface="+mn-lt"/>
              </a:rPr>
              <a:t>后续计划</a:t>
            </a:r>
          </a:p>
        </p:txBody>
      </p:sp>
      <p:sp>
        <p:nvSpPr>
          <p:cNvPr id="6" name="椭圆 5">
            <a:extLst>
              <a:ext uri="{FF2B5EF4-FFF2-40B4-BE49-F238E27FC236}">
                <a16:creationId xmlns:a16="http://schemas.microsoft.com/office/drawing/2014/main" id="{A8B5FD29-E1BC-FFD4-A572-F3E6D23B51B9}"/>
              </a:ext>
            </a:extLst>
          </p:cNvPr>
          <p:cNvSpPr/>
          <p:nvPr/>
        </p:nvSpPr>
        <p:spPr>
          <a:xfrm>
            <a:off x="7194753" y="5193664"/>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t>4</a:t>
            </a:r>
            <a:endParaRPr lang="zh-CN" altLang="en-US" sz="3200" b="1" dirty="0"/>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研究内容</a:t>
            </a:r>
          </a:p>
        </p:txBody>
      </p:sp>
      <p:sp>
        <p:nvSpPr>
          <p:cNvPr id="11" name="内容占位符 1">
            <a:extLst>
              <a:ext uri="{FF2B5EF4-FFF2-40B4-BE49-F238E27FC236}">
                <a16:creationId xmlns:a16="http://schemas.microsoft.com/office/drawing/2014/main" id="{9220699B-30D4-4073-91F7-02313840C09E}"/>
              </a:ext>
            </a:extLst>
          </p:cNvPr>
          <p:cNvSpPr txBox="1">
            <a:spLocks/>
          </p:cNvSpPr>
          <p:nvPr/>
        </p:nvSpPr>
        <p:spPr>
          <a:xfrm>
            <a:off x="1539631" y="2357813"/>
            <a:ext cx="9100038" cy="3610708"/>
          </a:xfrm>
          <a:prstGeom prst="rect">
            <a:avLst/>
          </a:prstGeom>
        </p:spPr>
        <p:txBody>
          <a:bodyPr vert="horz" lIns="0" tIns="0" rIns="0" bIns="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     在</a:t>
            </a:r>
            <a:r>
              <a:rPr kumimoji="0" lang="en-US" altLang="zh-CN" sz="2800" b="0" i="0" u="none" strike="noStrike" kern="1200" cap="none" spc="300" normalizeH="0" baseline="0" noProof="0" dirty="0">
                <a:ln>
                  <a:noFill/>
                </a:ln>
                <a:solidFill>
                  <a:srgbClr val="000000"/>
                </a:solidFill>
                <a:effectLst/>
                <a:uLnTx/>
                <a:uFillTx/>
                <a:latin typeface="微软雅黑"/>
                <a:ea typeface="微软雅黑"/>
                <a:cs typeface="+mn-cs"/>
              </a:rPr>
              <a:t>Starry-OS</a:t>
            </a: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的体系结构基础上，参考</a:t>
            </a:r>
            <a:r>
              <a:rPr kumimoji="0" lang="en-US" altLang="zh-CN" sz="2800" b="0" i="0" u="none" strike="noStrike" kern="1200" cap="none" spc="300" normalizeH="0" baseline="0" noProof="0" dirty="0">
                <a:ln>
                  <a:noFill/>
                </a:ln>
                <a:solidFill>
                  <a:srgbClr val="000000"/>
                </a:solidFill>
                <a:effectLst/>
                <a:uLnTx/>
                <a:uFillTx/>
                <a:latin typeface="微软雅黑"/>
                <a:ea typeface="微软雅黑"/>
                <a:cs typeface="+mn-cs"/>
              </a:rPr>
              <a:t>TAIC</a:t>
            </a:r>
            <a:r>
              <a:rPr kumimoji="0" lang="zh-CN" altLang="en-US" sz="2800" b="0" i="0" u="none" strike="noStrike" kern="1200" cap="none" spc="300" normalizeH="0" baseline="0" noProof="0" dirty="0">
                <a:ln>
                  <a:noFill/>
                </a:ln>
                <a:solidFill>
                  <a:srgbClr val="000000"/>
                </a:solidFill>
                <a:effectLst/>
                <a:uLnTx/>
                <a:uFillTx/>
                <a:latin typeface="微软雅黑"/>
                <a:ea typeface="微软雅黑"/>
                <a:cs typeface="+mn-cs"/>
              </a:rPr>
              <a:t>的设计思路，探索一种无需依赖专用硬件支持的统一任务调度与中断管理的软件化方案，设计一个相对独立的异步调度模块。</a:t>
            </a:r>
          </a:p>
        </p:txBody>
      </p:sp>
      <p:sp>
        <p:nvSpPr>
          <p:cNvPr id="12" name="半闭框 11">
            <a:extLst>
              <a:ext uri="{FF2B5EF4-FFF2-40B4-BE49-F238E27FC236}">
                <a16:creationId xmlns:a16="http://schemas.microsoft.com/office/drawing/2014/main" id="{0D90A06A-B605-4CDB-9B13-1BB6C4658928}"/>
              </a:ext>
            </a:extLst>
          </p:cNvPr>
          <p:cNvSpPr/>
          <p:nvPr/>
        </p:nvSpPr>
        <p:spPr>
          <a:xfrm>
            <a:off x="1058985" y="1823129"/>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13" name="半闭框 12">
            <a:extLst>
              <a:ext uri="{FF2B5EF4-FFF2-40B4-BE49-F238E27FC236}">
                <a16:creationId xmlns:a16="http://schemas.microsoft.com/office/drawing/2014/main" id="{F77F212D-4F59-4957-9187-E73A42BE8E9D}"/>
              </a:ext>
            </a:extLst>
          </p:cNvPr>
          <p:cNvSpPr/>
          <p:nvPr/>
        </p:nvSpPr>
        <p:spPr>
          <a:xfrm flipH="1" flipV="1">
            <a:off x="10639669" y="4640978"/>
            <a:ext cx="480646" cy="480646"/>
          </a:xfrm>
          <a:prstGeom prst="halfFrame">
            <a:avLst>
              <a:gd name="adj1" fmla="val 17948"/>
              <a:gd name="adj2" fmla="val 17949"/>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Tree>
    <p:extLst>
      <p:ext uri="{BB962C8B-B14F-4D97-AF65-F5344CB8AC3E}">
        <p14:creationId xmlns:p14="http://schemas.microsoft.com/office/powerpoint/2010/main" val="2676990008"/>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719C9-8239-A13A-C749-4A712AEFA29C}"/>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C76AA3A6-75E2-237F-4943-08FB4EC01899}"/>
              </a:ext>
            </a:extLst>
          </p:cNvPr>
          <p:cNvSpPr>
            <a:spLocks noGrp="1"/>
          </p:cNvSpPr>
          <p:nvPr>
            <p:ph type="title"/>
          </p:nvPr>
        </p:nvSpPr>
        <p:spPr/>
        <p:txBody>
          <a:bodyPr/>
          <a:lstStyle/>
          <a:p>
            <a:r>
              <a:rPr lang="zh-CN" altLang="en-US" dirty="0"/>
              <a:t>进展情况</a:t>
            </a:r>
          </a:p>
        </p:txBody>
      </p:sp>
      <p:sp>
        <p:nvSpPr>
          <p:cNvPr id="2" name="文本框 19">
            <a:extLst>
              <a:ext uri="{FF2B5EF4-FFF2-40B4-BE49-F238E27FC236}">
                <a16:creationId xmlns:a16="http://schemas.microsoft.com/office/drawing/2014/main" id="{B5078C0A-9F8D-AAB7-F847-4667F43FEBAC}"/>
              </a:ext>
            </a:extLst>
          </p:cNvPr>
          <p:cNvSpPr txBox="1"/>
          <p:nvPr/>
        </p:nvSpPr>
        <p:spPr>
          <a:xfrm>
            <a:off x="1404096" y="1901891"/>
            <a:ext cx="9754177" cy="139358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eaLnBrk="1" fontAlgn="auto" hangingPunct="1">
              <a:lnSpc>
                <a:spcPct val="130000"/>
              </a:lnSpc>
              <a:spcBef>
                <a:spcPts val="0"/>
              </a:spcBef>
              <a:spcAft>
                <a:spcPts val="0"/>
              </a:spcAft>
            </a:pPr>
            <a:r>
              <a:rPr lang="zh-CN" altLang="en-US" sz="2400" b="0" i="0" u="none" strike="noStrike" dirty="0">
                <a:solidFill>
                  <a:srgbClr val="000000"/>
                </a:solidFill>
                <a:effectLst/>
                <a:latin typeface="-webkit-standard"/>
              </a:rPr>
              <a:t>完成调度框架设计：与罗熙学长合作，完成调度框架设计。</a:t>
            </a:r>
          </a:p>
          <a:p>
            <a:pPr algn="just" eaLnBrk="1" fontAlgn="auto" hangingPunct="1">
              <a:lnSpc>
                <a:spcPct val="130000"/>
              </a:lnSpc>
              <a:spcBef>
                <a:spcPts val="0"/>
              </a:spcBef>
              <a:spcAft>
                <a:spcPts val="0"/>
              </a:spcAft>
            </a:pPr>
            <a:endParaRPr lang="zh-CN" altLang="en-US" sz="2400" b="0" i="0" u="none" strike="noStrike" dirty="0">
              <a:solidFill>
                <a:srgbClr val="000000"/>
              </a:solidFill>
              <a:effectLst/>
              <a:latin typeface="-webkit-standard"/>
            </a:endParaRPr>
          </a:p>
          <a:p>
            <a:pPr algn="just" eaLnBrk="1" fontAlgn="auto" hangingPunct="1">
              <a:lnSpc>
                <a:spcPct val="130000"/>
              </a:lnSpc>
              <a:spcBef>
                <a:spcPts val="0"/>
              </a:spcBef>
              <a:spcAft>
                <a:spcPts val="0"/>
              </a:spcAft>
            </a:pPr>
            <a:r>
              <a:rPr lang="zh-CN" altLang="en-US" sz="2400" b="0" i="0" u="none" strike="noStrike" dirty="0">
                <a:solidFill>
                  <a:srgbClr val="000000"/>
                </a:solidFill>
                <a:effectLst/>
                <a:latin typeface="-webkit-standard"/>
              </a:rPr>
              <a:t>完成</a:t>
            </a:r>
            <a:r>
              <a:rPr lang="en-US" altLang="zh-CN" sz="2400" b="0" i="0" u="none" strike="noStrike" dirty="0" err="1">
                <a:solidFill>
                  <a:srgbClr val="000000"/>
                </a:solidFill>
                <a:effectLst/>
                <a:latin typeface="-webkit-standard"/>
              </a:rPr>
              <a:t>vDSO</a:t>
            </a:r>
            <a:r>
              <a:rPr lang="zh-CN" altLang="en-US" sz="2400" b="0" i="0" u="none" strike="noStrike" dirty="0">
                <a:solidFill>
                  <a:srgbClr val="000000"/>
                </a:solidFill>
                <a:effectLst/>
                <a:latin typeface="-webkit-standard"/>
              </a:rPr>
              <a:t>移植：完成将</a:t>
            </a:r>
            <a:r>
              <a:rPr lang="en-US" altLang="zh-CN" sz="2400" b="0" i="0" u="none" strike="noStrike" dirty="0" err="1">
                <a:solidFill>
                  <a:srgbClr val="000000"/>
                </a:solidFill>
                <a:effectLst/>
                <a:latin typeface="-webkit-standard"/>
              </a:rPr>
              <a:t>vdso_crate_template</a:t>
            </a:r>
            <a:r>
              <a:rPr lang="zh-CN" altLang="en-US" sz="2400" b="0" i="0" u="none" strike="noStrike" dirty="0">
                <a:solidFill>
                  <a:srgbClr val="000000"/>
                </a:solidFill>
                <a:effectLst/>
                <a:latin typeface="-webkit-standard"/>
              </a:rPr>
              <a:t>移植到</a:t>
            </a:r>
            <a:r>
              <a:rPr lang="en-US" altLang="zh-CN" sz="2400" b="0" i="0" u="none" strike="noStrike" dirty="0">
                <a:solidFill>
                  <a:srgbClr val="000000"/>
                </a:solidFill>
                <a:effectLst/>
                <a:latin typeface="-webkit-standard"/>
              </a:rPr>
              <a:t>Starry-OS</a:t>
            </a:r>
            <a:r>
              <a:rPr lang="zh-CN" altLang="en-US" sz="2400" b="0" i="0" u="none" strike="noStrike" dirty="0">
                <a:solidFill>
                  <a:srgbClr val="000000"/>
                </a:solidFill>
                <a:effectLst/>
                <a:latin typeface="-webkit-standard"/>
              </a:rPr>
              <a:t>内。</a:t>
            </a:r>
            <a:endParaRPr sz="2400" spc="300" dirty="0">
              <a:solidFill>
                <a:srgbClr val="000000">
                  <a:lumMod val="85000"/>
                  <a:lumOff val="15000"/>
                </a:srgbClr>
              </a:solidFill>
              <a:latin typeface="微软雅黑" panose="020B0503020204020204" charset="-122"/>
              <a:ea typeface="微软雅黑" panose="020B0503020204020204" charset="-122"/>
            </a:endParaRPr>
          </a:p>
        </p:txBody>
      </p:sp>
      <p:pic>
        <p:nvPicPr>
          <p:cNvPr id="3" name="图形 3" descr="徽章 1 纯色填充">
            <a:extLst>
              <a:ext uri="{FF2B5EF4-FFF2-40B4-BE49-F238E27FC236}">
                <a16:creationId xmlns:a16="http://schemas.microsoft.com/office/drawing/2014/main" id="{5F2D197C-33FE-6040-8FC7-5EC6000FA8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5628" y="1901891"/>
            <a:ext cx="553399" cy="553399"/>
          </a:xfrm>
          <a:prstGeom prst="rect">
            <a:avLst/>
          </a:prstGeom>
        </p:spPr>
      </p:pic>
      <p:pic>
        <p:nvPicPr>
          <p:cNvPr id="4" name="图形 3" descr="徽章 纯色填充">
            <a:extLst>
              <a:ext uri="{FF2B5EF4-FFF2-40B4-BE49-F238E27FC236}">
                <a16:creationId xmlns:a16="http://schemas.microsoft.com/office/drawing/2014/main" id="{1A9B33F1-622A-8E45-B76C-5717140260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5628" y="2836956"/>
            <a:ext cx="553399" cy="553399"/>
          </a:xfrm>
          <a:prstGeom prst="rect">
            <a:avLst/>
          </a:prstGeom>
        </p:spPr>
      </p:pic>
    </p:spTree>
    <p:extLst>
      <p:ext uri="{BB962C8B-B14F-4D97-AF65-F5344CB8AC3E}">
        <p14:creationId xmlns:p14="http://schemas.microsoft.com/office/powerpoint/2010/main" val="222062571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10A3B-A527-44E7-E7EF-8CE13A6A9281}"/>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B831A657-C3A7-BAD1-C8EE-DB97932F2507}"/>
              </a:ext>
            </a:extLst>
          </p:cNvPr>
          <p:cNvSpPr>
            <a:spLocks noGrp="1"/>
          </p:cNvSpPr>
          <p:nvPr>
            <p:ph type="title"/>
          </p:nvPr>
        </p:nvSpPr>
        <p:spPr/>
        <p:txBody>
          <a:bodyPr/>
          <a:lstStyle/>
          <a:p>
            <a:r>
              <a:rPr lang="zh-CN" altLang="en-US" dirty="0"/>
              <a:t>进展情况</a:t>
            </a:r>
          </a:p>
        </p:txBody>
      </p:sp>
      <p:sp>
        <p:nvSpPr>
          <p:cNvPr id="14" name="文本框 13">
            <a:extLst>
              <a:ext uri="{FF2B5EF4-FFF2-40B4-BE49-F238E27FC236}">
                <a16:creationId xmlns:a16="http://schemas.microsoft.com/office/drawing/2014/main" id="{162E9F4B-0728-A1F9-4570-E26FDAD61684}"/>
              </a:ext>
            </a:extLst>
          </p:cNvPr>
          <p:cNvSpPr txBox="1"/>
          <p:nvPr/>
        </p:nvSpPr>
        <p:spPr>
          <a:xfrm>
            <a:off x="660400" y="1163345"/>
            <a:ext cx="2853509" cy="619744"/>
          </a:xfrm>
          <a:prstGeom prst="roundRect">
            <a:avLst/>
          </a:prstGeom>
          <a:solidFill>
            <a:schemeClr val="accent1"/>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zh-CN" altLang="en-US" sz="2800" b="1" i="0" u="none" strike="noStrike" kern="0" cap="none" spc="300" normalizeH="0" baseline="0" noProof="0" dirty="0">
                <a:ln>
                  <a:noFill/>
                </a:ln>
                <a:solidFill>
                  <a:srgbClr val="FFFFFF"/>
                </a:solidFill>
                <a:effectLst/>
                <a:uLnTx/>
                <a:uFillTx/>
                <a:latin typeface="微软雅黑"/>
                <a:ea typeface="微软雅黑"/>
              </a:rPr>
              <a:t>调度框架设计</a:t>
            </a:r>
          </a:p>
        </p:txBody>
      </p:sp>
      <p:sp>
        <p:nvSpPr>
          <p:cNvPr id="20" name="文本框 19">
            <a:extLst>
              <a:ext uri="{FF2B5EF4-FFF2-40B4-BE49-F238E27FC236}">
                <a16:creationId xmlns:a16="http://schemas.microsoft.com/office/drawing/2014/main" id="{040AD673-F09A-F590-2541-0B47FA8920FF}"/>
              </a:ext>
            </a:extLst>
          </p:cNvPr>
          <p:cNvSpPr txBox="1"/>
          <p:nvPr/>
        </p:nvSpPr>
        <p:spPr>
          <a:xfrm>
            <a:off x="660400" y="1913021"/>
            <a:ext cx="10858500" cy="3966022"/>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en-US" altLang="zh-CN" sz="2000" spc="300" dirty="0">
                <a:solidFill>
                  <a:srgbClr val="000000">
                    <a:lumMod val="85000"/>
                    <a:lumOff val="15000"/>
                  </a:srgbClr>
                </a:solidFill>
                <a:latin typeface="微软雅黑"/>
                <a:ea typeface="微软雅黑"/>
              </a:rPr>
              <a:t>  </a:t>
            </a:r>
            <a:r>
              <a:rPr lang="zh-CN" altLang="en-US" sz="2000" spc="300" dirty="0">
                <a:solidFill>
                  <a:srgbClr val="000000">
                    <a:lumMod val="85000"/>
                    <a:lumOff val="15000"/>
                  </a:srgbClr>
                </a:solidFill>
                <a:latin typeface="微软雅黑"/>
                <a:ea typeface="微软雅黑"/>
              </a:rPr>
              <a:t>和罗熙学长合作，设计了一个独立于操作系统的调度框架。主要内容为：</a:t>
            </a:r>
            <a:endParaRPr lang="en-US" altLang="zh-CN" sz="2000"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pc="300" dirty="0">
                <a:solidFill>
                  <a:srgbClr val="000000">
                    <a:lumMod val="85000"/>
                    <a:lumOff val="15000"/>
                  </a:srgbClr>
                </a:solidFill>
                <a:latin typeface="微软雅黑"/>
                <a:ea typeface="微软雅黑"/>
              </a:rPr>
              <a:t>参考赵方亮的工作，统一线程与协程为</a:t>
            </a:r>
            <a:r>
              <a:rPr lang="zh-CN" altLang="en-US" b="1" spc="300" dirty="0">
                <a:solidFill>
                  <a:srgbClr val="000000">
                    <a:lumMod val="85000"/>
                    <a:lumOff val="15000"/>
                  </a:srgbClr>
                </a:solidFill>
                <a:latin typeface="微软雅黑"/>
                <a:ea typeface="微软雅黑"/>
              </a:rPr>
              <a:t>执行流</a:t>
            </a:r>
            <a:r>
              <a:rPr lang="zh-CN" altLang="en-US" spc="300" dirty="0">
                <a:solidFill>
                  <a:srgbClr val="000000">
                    <a:lumMod val="85000"/>
                    <a:lumOff val="15000"/>
                  </a:srgbClr>
                </a:solidFill>
                <a:latin typeface="微软雅黑"/>
                <a:ea typeface="微软雅黑"/>
              </a:rPr>
              <a:t>，以执行流为调度单位，执行流定义为（地址空间，特权级，上下文）；</a:t>
            </a:r>
            <a:endParaRPr lang="en-US" altLang="zh-CN" spc="300" dirty="0">
              <a:solidFill>
                <a:srgbClr val="000000">
                  <a:lumMod val="85000"/>
                  <a:lumOff val="15000"/>
                </a:srgbClr>
              </a:solidFill>
            </a:endParaRPr>
          </a:p>
          <a:p>
            <a:pPr marL="457200" indent="-457200" algn="just" eaLnBrk="1" fontAlgn="auto" hangingPunct="1">
              <a:lnSpc>
                <a:spcPct val="130000"/>
              </a:lnSpc>
              <a:spcBef>
                <a:spcPts val="0"/>
              </a:spcBef>
              <a:spcAft>
                <a:spcPts val="0"/>
              </a:spcAft>
              <a:buAutoNum type="arabicPeriod"/>
            </a:pPr>
            <a:r>
              <a:rPr lang="zh-CN" altLang="en-US" spc="300" dirty="0">
                <a:solidFill>
                  <a:srgbClr val="000000">
                    <a:lumMod val="85000"/>
                    <a:lumOff val="15000"/>
                  </a:srgbClr>
                </a:solidFill>
                <a:latin typeface="微软雅黑"/>
                <a:ea typeface="微软雅黑"/>
              </a:rPr>
              <a:t>借由</a:t>
            </a:r>
            <a:r>
              <a:rPr lang="en-US" altLang="zh-CN" b="1" spc="300" dirty="0" err="1">
                <a:solidFill>
                  <a:srgbClr val="000000">
                    <a:lumMod val="85000"/>
                    <a:lumOff val="15000"/>
                  </a:srgbClr>
                </a:solidFill>
                <a:latin typeface="微软雅黑"/>
                <a:ea typeface="微软雅黑"/>
              </a:rPr>
              <a:t>vDSO</a:t>
            </a:r>
            <a:r>
              <a:rPr lang="zh-CN" altLang="en-US" spc="300" dirty="0">
                <a:solidFill>
                  <a:srgbClr val="000000">
                    <a:lumMod val="85000"/>
                    <a:lumOff val="15000"/>
                  </a:srgbClr>
                </a:solidFill>
                <a:latin typeface="微软雅黑"/>
                <a:ea typeface="微软雅黑"/>
              </a:rPr>
              <a:t>机制，实现内核态与用户态</a:t>
            </a:r>
            <a:r>
              <a:rPr lang="zh-CN" altLang="en-US" b="1" spc="300" dirty="0">
                <a:solidFill>
                  <a:srgbClr val="000000">
                    <a:lumMod val="85000"/>
                    <a:lumOff val="15000"/>
                  </a:srgbClr>
                </a:solidFill>
                <a:latin typeface="微软雅黑"/>
                <a:ea typeface="微软雅黑"/>
              </a:rPr>
              <a:t>共享同一调度器</a:t>
            </a:r>
            <a:r>
              <a:rPr lang="zh-CN" altLang="en-US" spc="300" dirty="0">
                <a:solidFill>
                  <a:srgbClr val="000000">
                    <a:lumMod val="85000"/>
                    <a:lumOff val="15000"/>
                  </a:srgbClr>
                </a:solidFill>
                <a:latin typeface="微软雅黑"/>
                <a:ea typeface="微软雅黑"/>
              </a:rPr>
              <a:t>，并且将系统调用处理程序等内核态处理的任务独立为单独的执行流，区分用户态执行流与内核态执行流，实现同进程执行流可在用户态切换，不同进程执行流切换在陷入内核后不需要额外的保存与恢复工作，不同特权级执行流切换减少上下文保存和恢复的次数；</a:t>
            </a:r>
            <a:endParaRPr lang="en-US" altLang="zh-CN"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pc="300" dirty="0">
                <a:solidFill>
                  <a:srgbClr val="000000">
                    <a:lumMod val="85000"/>
                    <a:lumOff val="15000"/>
                  </a:srgbClr>
                </a:solidFill>
                <a:latin typeface="微软雅黑"/>
                <a:ea typeface="微软雅黑"/>
              </a:rPr>
              <a:t>执行流切换可以通过内核完成，也可以由用户态直接进行，从而</a:t>
            </a:r>
            <a:r>
              <a:rPr lang="zh-CN" altLang="en-US" b="1" spc="300" dirty="0">
                <a:solidFill>
                  <a:srgbClr val="000000">
                    <a:lumMod val="85000"/>
                    <a:lumOff val="15000"/>
                  </a:srgbClr>
                </a:solidFill>
                <a:latin typeface="微软雅黑"/>
                <a:ea typeface="微软雅黑"/>
              </a:rPr>
              <a:t>统一了内核级线程和用户级线程</a:t>
            </a:r>
            <a:r>
              <a:rPr lang="zh-CN" altLang="en-US" spc="300" dirty="0">
                <a:solidFill>
                  <a:srgbClr val="000000">
                    <a:lumMod val="85000"/>
                    <a:lumOff val="15000"/>
                  </a:srgbClr>
                </a:solidFill>
                <a:latin typeface="微软雅黑"/>
                <a:ea typeface="微软雅黑"/>
              </a:rPr>
              <a:t>；</a:t>
            </a:r>
            <a:endParaRPr lang="en-US" altLang="zh-CN"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pc="300" dirty="0">
                <a:solidFill>
                  <a:srgbClr val="000000">
                    <a:lumMod val="85000"/>
                    <a:lumOff val="15000"/>
                  </a:srgbClr>
                </a:solidFill>
                <a:latin typeface="微软雅黑"/>
                <a:ea typeface="微软雅黑"/>
              </a:rPr>
              <a:t>在不发生中断和异常时，执行流以协程的方式执行，</a:t>
            </a:r>
            <a:r>
              <a:rPr lang="zh-CN" altLang="en-US" b="1" spc="300" dirty="0">
                <a:solidFill>
                  <a:srgbClr val="000000">
                    <a:lumMod val="85000"/>
                    <a:lumOff val="15000"/>
                  </a:srgbClr>
                </a:solidFill>
                <a:latin typeface="微软雅黑"/>
                <a:ea typeface="微软雅黑"/>
              </a:rPr>
              <a:t>减少了栈切换的开销</a:t>
            </a:r>
            <a:r>
              <a:rPr lang="zh-CN" altLang="en-US" spc="300" dirty="0">
                <a:solidFill>
                  <a:srgbClr val="000000">
                    <a:lumMod val="85000"/>
                    <a:lumOff val="15000"/>
                  </a:srgbClr>
                </a:solidFill>
                <a:latin typeface="微软雅黑"/>
                <a:ea typeface="微软雅黑"/>
              </a:rPr>
              <a:t>；在发生中断和异常时，借由</a:t>
            </a:r>
            <a:r>
              <a:rPr lang="zh-CN" altLang="en-US" b="1" spc="300" dirty="0">
                <a:solidFill>
                  <a:srgbClr val="000000">
                    <a:lumMod val="85000"/>
                    <a:lumOff val="15000"/>
                  </a:srgbClr>
                </a:solidFill>
                <a:latin typeface="微软雅黑"/>
                <a:ea typeface="微软雅黑"/>
              </a:rPr>
              <a:t>用户态中断</a:t>
            </a:r>
            <a:r>
              <a:rPr lang="zh-CN" altLang="en-US" spc="300" dirty="0">
                <a:solidFill>
                  <a:srgbClr val="000000">
                    <a:lumMod val="85000"/>
                    <a:lumOff val="15000"/>
                  </a:srgbClr>
                </a:solidFill>
                <a:latin typeface="微软雅黑"/>
                <a:ea typeface="微软雅黑"/>
              </a:rPr>
              <a:t>技术减少用户执行流陷入内核的开销，提高执行性能</a:t>
            </a:r>
          </a:p>
        </p:txBody>
      </p:sp>
    </p:spTree>
    <p:extLst>
      <p:ext uri="{BB962C8B-B14F-4D97-AF65-F5344CB8AC3E}">
        <p14:creationId xmlns:p14="http://schemas.microsoft.com/office/powerpoint/2010/main" val="57060732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3513E-1B73-BC35-4414-1EFF1BCB7704}"/>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AF1A6243-8E02-D257-9469-164FC841736B}"/>
              </a:ext>
            </a:extLst>
          </p:cNvPr>
          <p:cNvSpPr txBox="1"/>
          <p:nvPr/>
        </p:nvSpPr>
        <p:spPr>
          <a:xfrm>
            <a:off x="660400" y="1163345"/>
            <a:ext cx="2853509" cy="619744"/>
          </a:xfrm>
          <a:prstGeom prst="roundRect">
            <a:avLst/>
          </a:prstGeom>
          <a:solidFill>
            <a:schemeClr val="accent4"/>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lang="zh-CN" altLang="en-US" sz="2800" b="1" kern="0" spc="300" dirty="0">
                <a:solidFill>
                  <a:srgbClr val="FFFFFF"/>
                </a:solidFill>
                <a:latin typeface="微软雅黑"/>
                <a:ea typeface="微软雅黑"/>
              </a:rPr>
              <a:t>切换路径</a:t>
            </a:r>
            <a:endParaRPr kumimoji="0" lang="zh-CN" altLang="en-US" sz="2800" b="1" i="0" u="none" strike="noStrike" kern="0" cap="none" spc="300" normalizeH="0" baseline="0" noProof="0" dirty="0">
              <a:ln>
                <a:noFill/>
              </a:ln>
              <a:solidFill>
                <a:srgbClr val="FFFFFF"/>
              </a:solidFill>
              <a:effectLst/>
              <a:uLnTx/>
              <a:uFillTx/>
              <a:latin typeface="微软雅黑"/>
              <a:ea typeface="微软雅黑"/>
            </a:endParaRPr>
          </a:p>
        </p:txBody>
      </p:sp>
      <p:graphicFrame>
        <p:nvGraphicFramePr>
          <p:cNvPr id="5" name="表格 4">
            <a:extLst>
              <a:ext uri="{FF2B5EF4-FFF2-40B4-BE49-F238E27FC236}">
                <a16:creationId xmlns:a16="http://schemas.microsoft.com/office/drawing/2014/main" id="{3ECB08C4-CFB0-B81B-FC60-3EF62B0BAF4A}"/>
              </a:ext>
            </a:extLst>
          </p:cNvPr>
          <p:cNvGraphicFramePr>
            <a:graphicFrameLocks noGrp="1"/>
          </p:cNvGraphicFramePr>
          <p:nvPr>
            <p:extLst>
              <p:ext uri="{D42A27DB-BD31-4B8C-83A1-F6EECF244321}">
                <p14:modId xmlns:p14="http://schemas.microsoft.com/office/powerpoint/2010/main" val="1583170622"/>
              </p:ext>
            </p:extLst>
          </p:nvPr>
        </p:nvGraphicFramePr>
        <p:xfrm>
          <a:off x="522617" y="729198"/>
          <a:ext cx="11152775" cy="5926547"/>
        </p:xfrm>
        <a:graphic>
          <a:graphicData uri="http://schemas.openxmlformats.org/drawingml/2006/table">
            <a:tbl>
              <a:tblPr>
                <a:tableStyleId>{5C22544A-7EE6-4342-B048-85BDC9FD1C3A}</a:tableStyleId>
              </a:tblPr>
              <a:tblGrid>
                <a:gridCol w="718594">
                  <a:extLst>
                    <a:ext uri="{9D8B030D-6E8A-4147-A177-3AD203B41FA5}">
                      <a16:colId xmlns:a16="http://schemas.microsoft.com/office/drawing/2014/main" val="2051967506"/>
                    </a:ext>
                  </a:extLst>
                </a:gridCol>
                <a:gridCol w="980351">
                  <a:extLst>
                    <a:ext uri="{9D8B030D-6E8A-4147-A177-3AD203B41FA5}">
                      <a16:colId xmlns:a16="http://schemas.microsoft.com/office/drawing/2014/main" val="190689064"/>
                    </a:ext>
                  </a:extLst>
                </a:gridCol>
                <a:gridCol w="754840">
                  <a:extLst>
                    <a:ext uri="{9D8B030D-6E8A-4147-A177-3AD203B41FA5}">
                      <a16:colId xmlns:a16="http://schemas.microsoft.com/office/drawing/2014/main" val="1514495458"/>
                    </a:ext>
                  </a:extLst>
                </a:gridCol>
                <a:gridCol w="2621354">
                  <a:extLst>
                    <a:ext uri="{9D8B030D-6E8A-4147-A177-3AD203B41FA5}">
                      <a16:colId xmlns:a16="http://schemas.microsoft.com/office/drawing/2014/main" val="3160987595"/>
                    </a:ext>
                  </a:extLst>
                </a:gridCol>
                <a:gridCol w="6077636">
                  <a:extLst>
                    <a:ext uri="{9D8B030D-6E8A-4147-A177-3AD203B41FA5}">
                      <a16:colId xmlns:a16="http://schemas.microsoft.com/office/drawing/2014/main" val="1668996895"/>
                    </a:ext>
                  </a:extLst>
                </a:gridCol>
              </a:tblGrid>
              <a:tr h="367880">
                <a:tc>
                  <a:txBody>
                    <a:bodyPr/>
                    <a:lstStyle/>
                    <a:p>
                      <a:pPr algn="ctr" fontAlgn="ctr">
                        <a:buNone/>
                      </a:pPr>
                      <a:r>
                        <a:rPr lang="zh-CN" altLang="en-US" sz="1100" b="1" u="none" strike="noStrike" dirty="0">
                          <a:effectLst/>
                        </a:rPr>
                        <a:t>地址空间</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1100" b="1" u="none" strike="noStrike" dirty="0">
                          <a:effectLst/>
                        </a:rPr>
                        <a:t>切换方向</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1100" b="1" u="none" strike="noStrike" dirty="0">
                          <a:effectLst/>
                        </a:rPr>
                        <a:t>类型</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1100" b="1" u="none" strike="noStrike" dirty="0">
                          <a:effectLst/>
                        </a:rPr>
                        <a:t>场景</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1100" b="1" u="none" strike="noStrike" dirty="0">
                          <a:effectLst/>
                        </a:rPr>
                        <a:t>路径</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23130494"/>
                  </a:ext>
                </a:extLst>
              </a:tr>
              <a:tr h="246933">
                <a:tc rowSpan="12">
                  <a:txBody>
                    <a:bodyPr/>
                    <a:lstStyle/>
                    <a:p>
                      <a:pPr algn="ctr" fontAlgn="ctr">
                        <a:buNone/>
                      </a:pPr>
                      <a:r>
                        <a:rPr lang="zh-CN" altLang="en-US" sz="900" u="none" strike="noStrike" dirty="0">
                          <a:effectLst/>
                        </a:rPr>
                        <a:t>同地址空间</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rowSpan="5">
                  <a:txBody>
                    <a:bodyPr/>
                    <a:lstStyle/>
                    <a:p>
                      <a:pPr algn="ctr" fontAlgn="ctr">
                        <a:buNone/>
                      </a:pPr>
                      <a:r>
                        <a:rPr lang="zh-CN" altLang="en-US" sz="900" u="none" strike="noStrike" dirty="0">
                          <a:effectLst/>
                        </a:rPr>
                        <a:t>用户态→用户态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协程→协程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正常协程切换</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恢复下一协程上下文。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394742362"/>
                  </a:ext>
                </a:extLst>
              </a:tr>
              <a:tr h="367880">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线程→协程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用户代码</a:t>
                      </a:r>
                      <a:r>
                        <a:rPr lang="en-US" altLang="zh-CN" sz="900" u="none" strike="noStrike" dirty="0">
                          <a:effectLst/>
                        </a:rPr>
                        <a:t>yield</a:t>
                      </a:r>
                      <a:r>
                        <a:rPr lang="zh-CN" altLang="en-US" sz="900" u="none" strike="noStrike" dirty="0">
                          <a:effectLst/>
                        </a:rPr>
                        <a:t>等、用户态中断</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保存线程上下文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分配、切换栈同时回收当前栈</a:t>
                      </a:r>
                      <a:r>
                        <a:rPr lang="en-US" altLang="zh-CN" sz="900" u="none" strike="noStrike" dirty="0">
                          <a:effectLst/>
                        </a:rPr>
                        <a:t>-&gt;</a:t>
                      </a:r>
                      <a:r>
                        <a:rPr lang="zh-CN" altLang="en-US" sz="900" u="none" strike="noStrike" dirty="0">
                          <a:effectLst/>
                        </a:rPr>
                        <a:t>恢复下一协程上下文。</a:t>
                      </a:r>
                      <a:br>
                        <a:rPr lang="zh-CN" altLang="en-US" sz="900" u="none" strike="noStrike" dirty="0">
                          <a:effectLst/>
                        </a:rPr>
                      </a:br>
                      <a:r>
                        <a:rPr lang="zh-CN" altLang="en-US" sz="900" u="none" strike="noStrike" dirty="0">
                          <a:effectLst/>
                        </a:rPr>
                        <a:t>发生用户态中断的路径：硬件中断保存线程上下文</a:t>
                      </a:r>
                      <a:r>
                        <a:rPr lang="en-US" altLang="zh-CN" sz="900" u="none" strike="noStrike" dirty="0">
                          <a:effectLst/>
                        </a:rPr>
                        <a:t>-&gt;</a:t>
                      </a:r>
                      <a:r>
                        <a:rPr lang="zh-CN" altLang="en-US" sz="900" u="none" strike="noStrike" dirty="0">
                          <a:effectLst/>
                        </a:rPr>
                        <a:t>取任务（中断处理函数）</a:t>
                      </a:r>
                      <a:r>
                        <a:rPr lang="en-US" altLang="zh-CN" sz="900" u="none" strike="noStrike" dirty="0">
                          <a:effectLst/>
                        </a:rPr>
                        <a:t>-&gt;</a:t>
                      </a:r>
                      <a:r>
                        <a:rPr lang="zh-CN" altLang="en-US" sz="900" u="none" strike="noStrike" dirty="0">
                          <a:effectLst/>
                        </a:rPr>
                        <a:t>分配栈</a:t>
                      </a:r>
                      <a:r>
                        <a:rPr lang="en-US" altLang="zh-CN" sz="900" u="none" strike="noStrike" dirty="0">
                          <a:effectLst/>
                        </a:rPr>
                        <a:t>-&gt;</a:t>
                      </a:r>
                      <a:r>
                        <a:rPr lang="zh-CN" altLang="en-US" sz="900" u="none" strike="noStrike" dirty="0">
                          <a:effectLst/>
                        </a:rPr>
                        <a:t>恢复协程上下文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2080641564"/>
                  </a:ext>
                </a:extLst>
              </a:tr>
              <a:tr h="246933">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协程→线程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用户态中断返回、由正常协程调度到</a:t>
                      </a:r>
                      <a:r>
                        <a:rPr lang="en-US" altLang="zh-CN" sz="900" u="none" strike="noStrike" dirty="0">
                          <a:effectLst/>
                        </a:rPr>
                        <a:t>yield</a:t>
                      </a:r>
                      <a:r>
                        <a:rPr lang="zh-CN" altLang="en-US" sz="900" u="none" strike="noStrike" dirty="0">
                          <a:effectLst/>
                        </a:rPr>
                        <a:t>的线程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回收当前栈切换到线程栈</a:t>
                      </a:r>
                      <a:r>
                        <a:rPr lang="en-US" altLang="zh-CN" sz="900" u="none" strike="noStrike" dirty="0">
                          <a:effectLst/>
                        </a:rPr>
                        <a:t>-&gt;</a:t>
                      </a:r>
                      <a:r>
                        <a:rPr lang="zh-CN" altLang="en-US" sz="900" u="none" strike="noStrike" dirty="0">
                          <a:effectLst/>
                        </a:rPr>
                        <a:t>恢复线程上下文。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1788783368"/>
                  </a:ext>
                </a:extLst>
              </a:tr>
              <a:tr h="246933">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线程→线程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前一个线程</a:t>
                      </a:r>
                      <a:r>
                        <a:rPr lang="en-US" altLang="zh-CN" sz="900" u="none" strike="noStrike" dirty="0">
                          <a:effectLst/>
                        </a:rPr>
                        <a:t>yield</a:t>
                      </a:r>
                      <a:r>
                        <a:rPr lang="zh-CN" altLang="en-US" sz="900" u="none" strike="noStrike" dirty="0">
                          <a:effectLst/>
                        </a:rPr>
                        <a:t>，后一个线程刚</a:t>
                      </a:r>
                      <a:r>
                        <a:rPr lang="en-US" altLang="zh-CN" sz="900" u="none" strike="noStrike" dirty="0">
                          <a:effectLst/>
                        </a:rPr>
                        <a:t>yield</a:t>
                      </a:r>
                      <a:r>
                        <a:rPr lang="zh-CN" altLang="en-US" sz="900" u="none" strike="noStrike" dirty="0">
                          <a:effectLst/>
                        </a:rPr>
                        <a:t>结束</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保存线程上下文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切换到下一线程栈</a:t>
                      </a:r>
                      <a:r>
                        <a:rPr lang="en-US" altLang="zh-CN" sz="900" u="none" strike="noStrike" dirty="0">
                          <a:effectLst/>
                        </a:rPr>
                        <a:t>-&gt;</a:t>
                      </a:r>
                      <a:r>
                        <a:rPr lang="zh-CN" altLang="en-US" sz="900" u="none" strike="noStrike" dirty="0">
                          <a:effectLst/>
                        </a:rPr>
                        <a:t>恢复线程上下文。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515513927"/>
                  </a:ext>
                </a:extLst>
              </a:tr>
              <a:tr h="488827">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协程</a:t>
                      </a:r>
                      <a:r>
                        <a:rPr lang="en-US" altLang="zh-CN" sz="900" u="none" strike="noStrike" dirty="0">
                          <a:effectLst/>
                        </a:rPr>
                        <a:t>/</a:t>
                      </a:r>
                      <a:r>
                        <a:rPr lang="zh-CN" altLang="en-US" sz="900" u="none" strike="noStrike" dirty="0">
                          <a:effectLst/>
                        </a:rPr>
                        <a:t>线程→被中断线程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后一个线程由于中断或异常进入了内核，在用户态进行恢复</a:t>
                      </a:r>
                      <a:br>
                        <a:rPr lang="zh-CN" altLang="en-US" sz="900" u="none" strike="noStrike" dirty="0">
                          <a:effectLst/>
                        </a:rPr>
                      </a:br>
                      <a:r>
                        <a:rPr lang="zh-CN" altLang="en-US" sz="900" u="none" strike="noStrike" dirty="0">
                          <a:effectLst/>
                        </a:rPr>
                        <a:t>比如发生时钟中断。需要用户态中断的支持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a:t>
                      </a:r>
                      <a:r>
                        <a:rPr lang="en-US" altLang="zh-CN" sz="900" u="none" strike="noStrike" dirty="0">
                          <a:effectLst/>
                        </a:rPr>
                        <a:t>/</a:t>
                      </a:r>
                      <a:r>
                        <a:rPr lang="zh-CN" altLang="en-US" sz="900" u="none" strike="noStrike" dirty="0">
                          <a:effectLst/>
                        </a:rPr>
                        <a:t>线程上下文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回收当前栈切换用户栈</a:t>
                      </a:r>
                      <a:r>
                        <a:rPr lang="en-US" altLang="zh-CN" sz="900" u="none" strike="noStrike" dirty="0">
                          <a:effectLst/>
                        </a:rPr>
                        <a:t>-&gt;</a:t>
                      </a:r>
                      <a:r>
                        <a:rPr lang="zh-CN" altLang="en-US" sz="900" u="none" strike="noStrike" dirty="0">
                          <a:effectLst/>
                        </a:rPr>
                        <a:t>从用户态中断的寄存器中恢复上下文。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2395476754"/>
                  </a:ext>
                </a:extLst>
              </a:tr>
              <a:tr h="367880">
                <a:tc vMerge="1">
                  <a:txBody>
                    <a:bodyPr/>
                    <a:lstStyle/>
                    <a:p>
                      <a:endParaRPr lang="zh-CN" altLang="en-US"/>
                    </a:p>
                  </a:txBody>
                  <a:tcPr/>
                </a:tc>
                <a:tc rowSpan="2">
                  <a:txBody>
                    <a:bodyPr/>
                    <a:lstStyle/>
                    <a:p>
                      <a:pPr algn="ctr" fontAlgn="ctr">
                        <a:buNone/>
                      </a:pPr>
                      <a:r>
                        <a:rPr lang="zh-CN" altLang="en-US" sz="900" u="none" strike="noStrike" dirty="0">
                          <a:effectLst/>
                        </a:rPr>
                        <a:t>用户态→内核态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协程→协程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异步系统调用发生、正常切换（前一个为用户协程，后一个为内核协程）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判断到任务在内核态</a:t>
                      </a:r>
                      <a:r>
                        <a:rPr lang="en-US" altLang="zh-CN" sz="900" u="none" strike="noStrike" dirty="0">
                          <a:effectLst/>
                        </a:rPr>
                        <a:t>-&gt;</a:t>
                      </a:r>
                      <a:r>
                        <a:rPr lang="zh-CN" altLang="en-US" sz="900" u="none" strike="noStrike" dirty="0">
                          <a:effectLst/>
                        </a:rPr>
                        <a:t>回收用户栈</a:t>
                      </a:r>
                      <a:r>
                        <a:rPr lang="en-US" altLang="zh-CN" sz="900" u="none" strike="noStrike" dirty="0">
                          <a:effectLst/>
                        </a:rPr>
                        <a:t>-&gt;</a:t>
                      </a:r>
                      <a:r>
                        <a:rPr lang="en-US" altLang="zh-CN" sz="900" u="none" strike="noStrike" dirty="0" err="1">
                          <a:effectLst/>
                        </a:rPr>
                        <a:t>ecall</a:t>
                      </a:r>
                      <a:r>
                        <a:rPr lang="zh-CN" altLang="en-US" sz="900" u="none" strike="noStrike" dirty="0">
                          <a:effectLst/>
                        </a:rPr>
                        <a:t>进入内核</a:t>
                      </a:r>
                      <a:r>
                        <a:rPr lang="en-US" altLang="zh-CN" sz="900" u="none" strike="noStrike" dirty="0">
                          <a:effectLst/>
                        </a:rPr>
                        <a:t>-&gt;</a:t>
                      </a:r>
                      <a:r>
                        <a:rPr lang="zh-CN" altLang="en-US" sz="900" u="none" strike="noStrike" dirty="0">
                          <a:effectLst/>
                        </a:rPr>
                        <a:t>进入内核态调度入口</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恢复协程上下文。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1368438713"/>
                  </a:ext>
                </a:extLst>
              </a:tr>
              <a:tr h="367880">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线程→协程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同步系统调用、中断、异常发生、用户</a:t>
                      </a:r>
                      <a:r>
                        <a:rPr lang="en-US" altLang="zh-CN" sz="900" u="none" strike="noStrike" dirty="0">
                          <a:effectLst/>
                        </a:rPr>
                        <a:t>yield</a:t>
                      </a:r>
                      <a:r>
                        <a:rPr lang="zh-CN" altLang="en-US" sz="900" u="none" strike="noStrike" dirty="0">
                          <a:effectLst/>
                        </a:rPr>
                        <a:t>且下一个执行流是内核执行流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中断、异常：硬件进内核</a:t>
                      </a:r>
                      <a:r>
                        <a:rPr lang="en-US" altLang="zh-CN" sz="900" u="none" strike="noStrike" dirty="0">
                          <a:effectLst/>
                        </a:rPr>
                        <a:t>-&gt;</a:t>
                      </a:r>
                      <a:r>
                        <a:rPr lang="zh-CN" altLang="en-US" sz="900" u="none" strike="noStrike" dirty="0">
                          <a:effectLst/>
                        </a:rPr>
                        <a:t>内核保存用户线程上下文</a:t>
                      </a:r>
                      <a:r>
                        <a:rPr lang="en-US" altLang="zh-CN" sz="900" u="none" strike="noStrike" dirty="0">
                          <a:effectLst/>
                        </a:rPr>
                        <a:t>-&gt;</a:t>
                      </a:r>
                      <a:r>
                        <a:rPr lang="zh-CN" altLang="en-US" sz="900" u="none" strike="noStrike" dirty="0">
                          <a:effectLst/>
                        </a:rPr>
                        <a:t>唤醒或创建处理程序（特殊路径，跳过取任务）</a:t>
                      </a:r>
                      <a:r>
                        <a:rPr lang="en-US" altLang="zh-CN" sz="900" u="none" strike="noStrike" dirty="0">
                          <a:effectLst/>
                        </a:rPr>
                        <a:t>-&gt;</a:t>
                      </a:r>
                      <a:r>
                        <a:rPr lang="zh-CN" altLang="en-US" sz="900" u="none" strike="noStrike" dirty="0">
                          <a:effectLst/>
                        </a:rPr>
                        <a:t>恢复协程上下文；</a:t>
                      </a:r>
                      <a:br>
                        <a:rPr lang="zh-CN" altLang="en-US" sz="900" u="none" strike="noStrike" dirty="0">
                          <a:effectLst/>
                        </a:rPr>
                      </a:br>
                      <a:r>
                        <a:rPr lang="zh-CN" altLang="en-US" sz="900" u="none" strike="noStrike" dirty="0">
                          <a:effectLst/>
                        </a:rPr>
                        <a:t>否则：保存线程上下文</a:t>
                      </a:r>
                      <a:r>
                        <a:rPr lang="en-US" altLang="zh-CN" sz="900" u="none" strike="noStrike" dirty="0">
                          <a:effectLst/>
                        </a:rPr>
                        <a:t>-&gt;</a:t>
                      </a:r>
                      <a:r>
                        <a:rPr lang="en-US" altLang="zh-CN" sz="900" u="none" strike="noStrike" dirty="0" err="1">
                          <a:effectLst/>
                        </a:rPr>
                        <a:t>ecall</a:t>
                      </a:r>
                      <a:r>
                        <a:rPr lang="zh-CN" altLang="en-US" sz="900" u="none" strike="noStrike" dirty="0">
                          <a:effectLst/>
                        </a:rPr>
                        <a:t>进内核</a:t>
                      </a:r>
                      <a:r>
                        <a:rPr lang="en-US" altLang="zh-CN" sz="900" u="none" strike="noStrike" dirty="0">
                          <a:effectLst/>
                        </a:rPr>
                        <a:t>-&gt;</a:t>
                      </a:r>
                      <a:r>
                        <a:rPr lang="zh-CN" altLang="en-US" sz="900" u="none" strike="noStrike" dirty="0">
                          <a:effectLst/>
                        </a:rPr>
                        <a:t>进入系统调用处理程序（特殊路径）</a:t>
                      </a:r>
                      <a:r>
                        <a:rPr lang="en-US" altLang="zh-CN" sz="900" u="none" strike="noStrike" dirty="0">
                          <a:effectLst/>
                        </a:rPr>
                        <a:t>-&gt;</a:t>
                      </a:r>
                      <a:r>
                        <a:rPr lang="zh-CN" altLang="en-US" sz="900" u="none" strike="noStrike" dirty="0">
                          <a:effectLst/>
                        </a:rPr>
                        <a:t>恢复协程上下文。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2283809175"/>
                  </a:ext>
                </a:extLst>
              </a:tr>
              <a:tr h="367880">
                <a:tc vMerge="1">
                  <a:txBody>
                    <a:bodyPr/>
                    <a:lstStyle/>
                    <a:p>
                      <a:endParaRPr lang="zh-CN" altLang="en-US"/>
                    </a:p>
                  </a:txBody>
                  <a:tcPr/>
                </a:tc>
                <a:tc rowSpan="2">
                  <a:txBody>
                    <a:bodyPr/>
                    <a:lstStyle/>
                    <a:p>
                      <a:pPr algn="ctr" fontAlgn="ctr">
                        <a:buNone/>
                      </a:pPr>
                      <a:r>
                        <a:rPr lang="zh-CN" altLang="en-US" sz="900" u="none" strike="noStrike" dirty="0">
                          <a:effectLst/>
                        </a:rPr>
                        <a:t>内核态→用户态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协程→协程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异步系统调用返回、正常切换（前一个为内核协程，后一个为用户协程）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判断与切换地址空间</a:t>
                      </a:r>
                      <a:r>
                        <a:rPr lang="en-US" altLang="zh-CN" sz="900" u="none" strike="noStrike" dirty="0">
                          <a:effectLst/>
                        </a:rPr>
                        <a:t>-&gt;</a:t>
                      </a:r>
                      <a:r>
                        <a:rPr lang="zh-CN" altLang="en-US" sz="900" u="none" strike="noStrike" dirty="0">
                          <a:effectLst/>
                        </a:rPr>
                        <a:t>分配用户栈</a:t>
                      </a:r>
                      <a:r>
                        <a:rPr lang="en-US" altLang="zh-CN" sz="900" u="none" strike="noStrike" dirty="0">
                          <a:effectLst/>
                        </a:rPr>
                        <a:t>-&gt;</a:t>
                      </a:r>
                      <a:r>
                        <a:rPr lang="en-US" altLang="zh-CN" sz="900" u="none" strike="noStrike" dirty="0" err="1">
                          <a:effectLst/>
                        </a:rPr>
                        <a:t>sret</a:t>
                      </a:r>
                      <a:r>
                        <a:rPr lang="zh-CN" altLang="en-US" sz="900" u="none" strike="noStrike" dirty="0">
                          <a:effectLst/>
                        </a:rPr>
                        <a:t>回用户态入口</a:t>
                      </a:r>
                      <a:r>
                        <a:rPr lang="en-US" altLang="zh-CN" sz="900" u="none" strike="noStrike" dirty="0">
                          <a:effectLst/>
                        </a:rPr>
                        <a:t>-&gt;</a:t>
                      </a:r>
                      <a:r>
                        <a:rPr lang="zh-CN" altLang="en-US" sz="900" u="none" strike="noStrike" dirty="0">
                          <a:effectLst/>
                        </a:rPr>
                        <a:t>恢复用户协程上下文。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547743598"/>
                  </a:ext>
                </a:extLst>
              </a:tr>
              <a:tr h="367880">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协程→线程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同步系统调用、中断、异常返回、协程返回</a:t>
                      </a:r>
                      <a:r>
                        <a:rPr lang="en-US" altLang="zh-CN" sz="900" u="none" strike="noStrike" dirty="0" err="1">
                          <a:effectLst/>
                        </a:rPr>
                        <a:t>Fututre</a:t>
                      </a:r>
                      <a:r>
                        <a:rPr lang="zh-CN" altLang="en-US" sz="900" u="none" strike="noStrike" dirty="0">
                          <a:effectLst/>
                        </a:rPr>
                        <a:t>且下一个执行流是用户线程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判断与切换地址空间</a:t>
                      </a:r>
                      <a:r>
                        <a:rPr lang="en-US" altLang="zh-CN" sz="900" u="none" strike="noStrike" dirty="0">
                          <a:effectLst/>
                        </a:rPr>
                        <a:t>-&gt;</a:t>
                      </a:r>
                      <a:r>
                        <a:rPr lang="en-US" altLang="zh-CN" sz="900" u="none" strike="noStrike" dirty="0" err="1">
                          <a:effectLst/>
                        </a:rPr>
                        <a:t>sret</a:t>
                      </a:r>
                      <a:r>
                        <a:rPr lang="zh-CN" altLang="en-US" sz="900" u="none" strike="noStrike" dirty="0">
                          <a:effectLst/>
                        </a:rPr>
                        <a:t>回线程继续执行</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3428371746"/>
                  </a:ext>
                </a:extLst>
              </a:tr>
              <a:tr h="246933">
                <a:tc vMerge="1">
                  <a:txBody>
                    <a:bodyPr/>
                    <a:lstStyle/>
                    <a:p>
                      <a:endParaRPr lang="zh-CN" altLang="en-US"/>
                    </a:p>
                  </a:txBody>
                  <a:tcPr/>
                </a:tc>
                <a:tc rowSpan="3">
                  <a:txBody>
                    <a:bodyPr/>
                    <a:lstStyle/>
                    <a:p>
                      <a:pPr algn="ctr" fontAlgn="ctr">
                        <a:buNone/>
                      </a:pPr>
                      <a:r>
                        <a:rPr lang="zh-CN" altLang="en-US" sz="900" u="none" strike="noStrike" dirty="0">
                          <a:effectLst/>
                        </a:rPr>
                        <a:t>内核态→内核态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协程→协程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正常切换</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恢复下一协程上下文。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393295642"/>
                  </a:ext>
                </a:extLst>
              </a:tr>
              <a:tr h="246933">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线程→协程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内核执行流被内核中断、内核执行流发生异常</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保存线程上下文</a:t>
                      </a:r>
                      <a:r>
                        <a:rPr lang="en-US" altLang="zh-CN" sz="900" u="none" strike="noStrike" dirty="0">
                          <a:effectLst/>
                        </a:rPr>
                        <a:t>-&gt;</a:t>
                      </a:r>
                      <a:r>
                        <a:rPr lang="zh-CN" altLang="en-US" sz="900" u="none" strike="noStrike" dirty="0">
                          <a:effectLst/>
                        </a:rPr>
                        <a:t>创建或唤醒处理程序</a:t>
                      </a:r>
                      <a:r>
                        <a:rPr lang="en-US" altLang="zh-CN" sz="900" u="none" strike="noStrike" dirty="0">
                          <a:effectLst/>
                        </a:rPr>
                        <a:t>-&gt;</a:t>
                      </a:r>
                      <a:r>
                        <a:rPr lang="zh-CN" altLang="en-US" sz="900" u="none" strike="noStrike" dirty="0">
                          <a:effectLst/>
                        </a:rPr>
                        <a:t>回收当前栈分配内核栈</a:t>
                      </a:r>
                      <a:r>
                        <a:rPr lang="en-US" altLang="zh-CN" sz="900" u="none" strike="noStrike" dirty="0">
                          <a:effectLst/>
                        </a:rPr>
                        <a:t>-&gt;</a:t>
                      </a:r>
                      <a:r>
                        <a:rPr lang="zh-CN" altLang="en-US" sz="900" u="none" strike="noStrike" dirty="0">
                          <a:effectLst/>
                        </a:rPr>
                        <a:t>恢复协程上下文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1621998406"/>
                  </a:ext>
                </a:extLst>
              </a:tr>
              <a:tr h="246933">
                <a:tc vMerge="1">
                  <a:txBody>
                    <a:bodyPr/>
                    <a:lstStyle/>
                    <a:p>
                      <a:endParaRPr lang="zh-CN" altLang="en-US"/>
                    </a:p>
                  </a:txBody>
                  <a:tcPr/>
                </a:tc>
                <a:tc vMerge="1">
                  <a:txBody>
                    <a:bodyPr/>
                    <a:lstStyle/>
                    <a:p>
                      <a:endParaRPr lang="zh-CN" altLang="en-US"/>
                    </a:p>
                  </a:txBody>
                  <a:tcPr/>
                </a:tc>
                <a:tc>
                  <a:txBody>
                    <a:bodyPr/>
                    <a:lstStyle/>
                    <a:p>
                      <a:pPr algn="ctr" fontAlgn="ctr">
                        <a:buNone/>
                      </a:pPr>
                      <a:r>
                        <a:rPr lang="zh-CN" altLang="en-US" sz="900" u="none" strike="noStrike" dirty="0">
                          <a:effectLst/>
                        </a:rPr>
                        <a:t>协程→线程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内核执行流的中断和异常返回</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保存协程上下文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回收当前栈使用线程栈</a:t>
                      </a:r>
                      <a:r>
                        <a:rPr lang="en-US" altLang="zh-CN" sz="900" u="none" strike="noStrike" dirty="0">
                          <a:effectLst/>
                        </a:rPr>
                        <a:t>-&gt;</a:t>
                      </a:r>
                      <a:r>
                        <a:rPr lang="zh-CN" altLang="en-US" sz="900" u="none" strike="noStrike" dirty="0">
                          <a:effectLst/>
                        </a:rPr>
                        <a:t>恢复线程上下文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3762275344"/>
                  </a:ext>
                </a:extLst>
              </a:tr>
              <a:tr h="488827">
                <a:tc rowSpan="3">
                  <a:txBody>
                    <a:bodyPr/>
                    <a:lstStyle/>
                    <a:p>
                      <a:pPr algn="ctr" fontAlgn="ctr">
                        <a:buNone/>
                      </a:pPr>
                      <a:r>
                        <a:rPr lang="zh-CN" altLang="en-US" sz="900" u="none" strike="noStrike" dirty="0">
                          <a:effectLst/>
                        </a:rPr>
                        <a:t>不同地址空间</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用户态→用户态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同上</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不应该存在直接在用户态切换地址空间的情况</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等同于用户态线</a:t>
                      </a:r>
                      <a:r>
                        <a:rPr lang="en-US" altLang="zh-CN" sz="900" u="none" strike="noStrike" dirty="0">
                          <a:effectLst/>
                        </a:rPr>
                        <a:t>/</a:t>
                      </a:r>
                      <a:r>
                        <a:rPr lang="zh-CN" altLang="en-US" sz="900" u="none" strike="noStrike" dirty="0">
                          <a:effectLst/>
                        </a:rPr>
                        <a:t>协程</a:t>
                      </a:r>
                      <a:r>
                        <a:rPr lang="en-US" altLang="zh-CN" sz="900" u="none" strike="noStrike" dirty="0">
                          <a:effectLst/>
                        </a:rPr>
                        <a:t>-&gt;</a:t>
                      </a:r>
                      <a:r>
                        <a:rPr lang="zh-CN" altLang="en-US" sz="900" u="none" strike="noStrike" dirty="0">
                          <a:effectLst/>
                        </a:rPr>
                        <a:t>内核态协程</a:t>
                      </a:r>
                      <a:r>
                        <a:rPr lang="en-US" altLang="zh-CN" sz="900" u="none" strike="noStrike" dirty="0">
                          <a:effectLst/>
                        </a:rPr>
                        <a:t>-&gt;</a:t>
                      </a:r>
                      <a:r>
                        <a:rPr lang="zh-CN" altLang="en-US" sz="900" u="none" strike="noStrike" dirty="0">
                          <a:effectLst/>
                        </a:rPr>
                        <a:t>用户态线</a:t>
                      </a:r>
                      <a:r>
                        <a:rPr lang="en-US" altLang="zh-CN" sz="900" u="none" strike="noStrike" dirty="0">
                          <a:effectLst/>
                        </a:rPr>
                        <a:t>/</a:t>
                      </a:r>
                      <a:r>
                        <a:rPr lang="zh-CN" altLang="en-US" sz="900" u="none" strike="noStrike" dirty="0">
                          <a:effectLst/>
                        </a:rPr>
                        <a:t>协程路径：</a:t>
                      </a:r>
                      <a:br>
                        <a:rPr lang="zh-CN" altLang="en-US" sz="900" u="none" strike="noStrike" dirty="0">
                          <a:effectLst/>
                        </a:rPr>
                      </a:br>
                      <a:r>
                        <a:rPr lang="zh-CN" altLang="en-US" sz="900" u="none" strike="noStrike" dirty="0">
                          <a:effectLst/>
                        </a:rPr>
                        <a:t>保存上下文</a:t>
                      </a:r>
                      <a:r>
                        <a:rPr lang="en-US" altLang="zh-CN" sz="900" u="none" strike="noStrike" dirty="0">
                          <a:effectLst/>
                        </a:rPr>
                        <a:t>-&gt;</a:t>
                      </a:r>
                      <a:r>
                        <a:rPr lang="zh-CN" altLang="en-US" sz="900" u="none" strike="noStrike" dirty="0">
                          <a:effectLst/>
                        </a:rPr>
                        <a:t>取任务</a:t>
                      </a:r>
                      <a:r>
                        <a:rPr lang="en-US" altLang="zh-CN" sz="900" u="none" strike="noStrike" dirty="0">
                          <a:effectLst/>
                        </a:rPr>
                        <a:t>-&gt;</a:t>
                      </a:r>
                      <a:r>
                        <a:rPr lang="zh-CN" altLang="en-US" sz="900" u="none" strike="noStrike" dirty="0">
                          <a:effectLst/>
                        </a:rPr>
                        <a:t>判断在其他地址空间</a:t>
                      </a:r>
                      <a:r>
                        <a:rPr lang="en-US" altLang="zh-CN" sz="900" u="none" strike="noStrike" dirty="0">
                          <a:effectLst/>
                        </a:rPr>
                        <a:t>-&gt;</a:t>
                      </a:r>
                      <a:r>
                        <a:rPr lang="zh-CN" altLang="en-US" sz="900" u="none" strike="noStrike" dirty="0">
                          <a:effectLst/>
                        </a:rPr>
                        <a:t>回收用户栈</a:t>
                      </a:r>
                      <a:r>
                        <a:rPr lang="en-US" altLang="zh-CN" sz="900" u="none" strike="noStrike" dirty="0">
                          <a:effectLst/>
                        </a:rPr>
                        <a:t>-&gt;</a:t>
                      </a:r>
                      <a:r>
                        <a:rPr lang="en-US" altLang="zh-CN" sz="900" u="none" strike="noStrike" dirty="0" err="1">
                          <a:effectLst/>
                        </a:rPr>
                        <a:t>ecall</a:t>
                      </a:r>
                      <a:r>
                        <a:rPr lang="zh-CN" altLang="en-US" sz="900" u="none" strike="noStrike" dirty="0">
                          <a:effectLst/>
                        </a:rPr>
                        <a:t>进内核</a:t>
                      </a:r>
                      <a:r>
                        <a:rPr lang="en-US" altLang="zh-CN" sz="900" u="none" strike="noStrike" dirty="0">
                          <a:effectLst/>
                        </a:rPr>
                        <a:t>-&gt;</a:t>
                      </a:r>
                      <a:r>
                        <a:rPr lang="zh-CN" altLang="en-US" sz="900" u="none" strike="noStrike" dirty="0">
                          <a:effectLst/>
                        </a:rPr>
                        <a:t>切换地址空间</a:t>
                      </a:r>
                      <a:r>
                        <a:rPr lang="en-US" altLang="zh-CN" sz="900" u="none" strike="noStrike" dirty="0">
                          <a:effectLst/>
                        </a:rPr>
                        <a:t>-&gt;</a:t>
                      </a:r>
                      <a:r>
                        <a:rPr lang="zh-CN" altLang="en-US" sz="900" u="none" strike="noStrike" dirty="0">
                          <a:effectLst/>
                        </a:rPr>
                        <a:t>分配用户栈</a:t>
                      </a:r>
                      <a:r>
                        <a:rPr lang="en-US" altLang="zh-CN" sz="900" u="none" strike="noStrike" dirty="0">
                          <a:effectLst/>
                        </a:rPr>
                        <a:t>-&gt;</a:t>
                      </a:r>
                      <a:r>
                        <a:rPr lang="zh-CN" altLang="en-US" sz="900" u="none" strike="noStrike" dirty="0">
                          <a:effectLst/>
                        </a:rPr>
                        <a:t>进入用户入口</a:t>
                      </a:r>
                      <a:r>
                        <a:rPr lang="en-US" altLang="zh-CN" sz="900" u="none" strike="noStrike" dirty="0">
                          <a:effectLst/>
                        </a:rPr>
                        <a:t>-&gt;</a:t>
                      </a:r>
                      <a:r>
                        <a:rPr lang="zh-CN" altLang="en-US" sz="900" u="none" strike="noStrike" dirty="0">
                          <a:effectLst/>
                        </a:rPr>
                        <a:t>恢复上下文</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1534243638"/>
                  </a:ext>
                </a:extLst>
              </a:tr>
              <a:tr h="488827">
                <a:tc vMerge="1">
                  <a:txBody>
                    <a:bodyPr/>
                    <a:lstStyle/>
                    <a:p>
                      <a:endParaRPr lang="zh-CN" altLang="en-US"/>
                    </a:p>
                  </a:txBody>
                  <a:tcPr/>
                </a:tc>
                <a:tc>
                  <a:txBody>
                    <a:bodyPr/>
                    <a:lstStyle/>
                    <a:p>
                      <a:pPr algn="ctr" fontAlgn="ctr">
                        <a:buNone/>
                      </a:pPr>
                      <a:r>
                        <a:rPr lang="zh-CN" altLang="en-US" sz="900" u="none" strike="noStrike" dirty="0">
                          <a:effectLst/>
                        </a:rPr>
                        <a:t>用户态→内核态</a:t>
                      </a:r>
                      <a:br>
                        <a:rPr lang="zh-CN" altLang="en-US" sz="900" u="none" strike="noStrike" dirty="0">
                          <a:effectLst/>
                        </a:rPr>
                      </a:br>
                      <a:r>
                        <a:rPr lang="zh-CN" altLang="en-US" sz="900" u="none" strike="noStrike" dirty="0">
                          <a:effectLst/>
                        </a:rPr>
                        <a:t>内核态→用户态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同上</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使能</a:t>
                      </a:r>
                      <a:r>
                        <a:rPr lang="en-US" sz="900" u="none" strike="noStrike" dirty="0">
                          <a:effectLst/>
                        </a:rPr>
                        <a:t>KPTI</a:t>
                      </a:r>
                      <a:r>
                        <a:rPr lang="zh-CN" altLang="en-US" sz="900" u="none" strike="noStrike" dirty="0">
                          <a:effectLst/>
                        </a:rPr>
                        <a:t>的切换</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与同地址空间路径相同，只不过是在刚进入内核和马上出内核前切换地址空间</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880896305"/>
                  </a:ext>
                </a:extLst>
              </a:tr>
              <a:tr h="246933">
                <a:tc vMerge="1">
                  <a:txBody>
                    <a:bodyPr/>
                    <a:lstStyle/>
                    <a:p>
                      <a:endParaRPr lang="zh-CN" altLang="en-US"/>
                    </a:p>
                  </a:txBody>
                  <a:tcPr/>
                </a:tc>
                <a:tc>
                  <a:txBody>
                    <a:bodyPr/>
                    <a:lstStyle/>
                    <a:p>
                      <a:pPr algn="ctr" fontAlgn="ctr">
                        <a:buNone/>
                      </a:pPr>
                      <a:r>
                        <a:rPr lang="zh-CN" altLang="en-US" sz="900" u="none" strike="noStrike" dirty="0">
                          <a:effectLst/>
                        </a:rPr>
                        <a:t>内核态→内核态</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协程→协程</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ctr" fontAlgn="ctr">
                        <a:buNone/>
                      </a:pPr>
                      <a:r>
                        <a:rPr lang="zh-CN" altLang="en-US" sz="900" u="none" strike="noStrike" dirty="0">
                          <a:effectLst/>
                        </a:rPr>
                        <a:t>不同地址空间内核协程切换</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tc>
                  <a:txBody>
                    <a:bodyPr/>
                    <a:lstStyle/>
                    <a:p>
                      <a:pPr algn="l" fontAlgn="ctr">
                        <a:buNone/>
                      </a:pPr>
                      <a:r>
                        <a:rPr lang="zh-CN" altLang="en-US" sz="900" u="none" strike="noStrike" dirty="0">
                          <a:effectLst/>
                        </a:rPr>
                        <a:t>正常协程切换中加入地址空间切换</a:t>
                      </a:r>
                      <a:endParaRPr lang="zh-CN" altLang="en-US" sz="900" b="0" i="0" u="none" strike="noStrike" dirty="0">
                        <a:solidFill>
                          <a:srgbClr val="000000"/>
                        </a:solidFill>
                        <a:effectLst/>
                        <a:latin typeface="等线" panose="02010600030101010101" pitchFamily="2" charset="-122"/>
                        <a:ea typeface="等线" panose="02010600030101010101" pitchFamily="2" charset="-122"/>
                      </a:endParaRPr>
                    </a:p>
                  </a:txBody>
                  <a:tcPr marL="63500" marR="63500" marT="63500" marB="63500" anchor="ctr"/>
                </a:tc>
                <a:extLst>
                  <a:ext uri="{0D108BD9-81ED-4DB2-BD59-A6C34878D82A}">
                    <a16:rowId xmlns:a16="http://schemas.microsoft.com/office/drawing/2014/main" val="642574792"/>
                  </a:ext>
                </a:extLst>
              </a:tr>
            </a:tbl>
          </a:graphicData>
        </a:graphic>
      </p:graphicFrame>
      <p:sp>
        <p:nvSpPr>
          <p:cNvPr id="10" name="标题 9">
            <a:extLst>
              <a:ext uri="{FF2B5EF4-FFF2-40B4-BE49-F238E27FC236}">
                <a16:creationId xmlns:a16="http://schemas.microsoft.com/office/drawing/2014/main" id="{E17496DC-E50E-2E29-2702-0DEF4F090FE7}"/>
              </a:ext>
            </a:extLst>
          </p:cNvPr>
          <p:cNvSpPr>
            <a:spLocks noGrp="1"/>
          </p:cNvSpPr>
          <p:nvPr>
            <p:ph type="title"/>
          </p:nvPr>
        </p:nvSpPr>
        <p:spPr/>
        <p:txBody>
          <a:bodyPr/>
          <a:lstStyle/>
          <a:p>
            <a:r>
              <a:rPr lang="zh-CN" altLang="en-US" dirty="0"/>
              <a:t>进展情况</a:t>
            </a:r>
          </a:p>
        </p:txBody>
      </p:sp>
    </p:spTree>
    <p:extLst>
      <p:ext uri="{BB962C8B-B14F-4D97-AF65-F5344CB8AC3E}">
        <p14:creationId xmlns:p14="http://schemas.microsoft.com/office/powerpoint/2010/main" val="24162524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7545B-CA80-8094-40B4-2ABF3BCEC48E}"/>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24BFA447-82A5-6CB3-FE4D-DCE80CF8C1E1}"/>
              </a:ext>
            </a:extLst>
          </p:cNvPr>
          <p:cNvSpPr>
            <a:spLocks noGrp="1"/>
          </p:cNvSpPr>
          <p:nvPr>
            <p:ph type="title"/>
          </p:nvPr>
        </p:nvSpPr>
        <p:spPr/>
        <p:txBody>
          <a:bodyPr/>
          <a:lstStyle/>
          <a:p>
            <a:r>
              <a:rPr lang="zh-CN" altLang="en-US" dirty="0"/>
              <a:t>进展情况</a:t>
            </a:r>
          </a:p>
        </p:txBody>
      </p:sp>
      <p:sp>
        <p:nvSpPr>
          <p:cNvPr id="14" name="文本框 13">
            <a:extLst>
              <a:ext uri="{FF2B5EF4-FFF2-40B4-BE49-F238E27FC236}">
                <a16:creationId xmlns:a16="http://schemas.microsoft.com/office/drawing/2014/main" id="{4312B60F-1A3E-92DD-4ABE-F5D0C876D00F}"/>
              </a:ext>
            </a:extLst>
          </p:cNvPr>
          <p:cNvSpPr txBox="1"/>
          <p:nvPr/>
        </p:nvSpPr>
        <p:spPr>
          <a:xfrm>
            <a:off x="660399" y="1157380"/>
            <a:ext cx="2853509" cy="619744"/>
          </a:xfrm>
          <a:prstGeom prst="roundRect">
            <a:avLst/>
          </a:prstGeom>
          <a:solidFill>
            <a:schemeClr val="accent1"/>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2800" b="1" i="0" u="none" strike="noStrike" kern="0" cap="none" spc="300" normalizeH="0" baseline="0" noProof="0" dirty="0">
                <a:ln>
                  <a:noFill/>
                </a:ln>
                <a:solidFill>
                  <a:srgbClr val="FFFFFF"/>
                </a:solidFill>
                <a:effectLst/>
                <a:uLnTx/>
                <a:uFillTx/>
                <a:latin typeface="微软雅黑"/>
                <a:ea typeface="微软雅黑"/>
              </a:rPr>
              <a:t>Trap</a:t>
            </a:r>
            <a:r>
              <a:rPr kumimoji="0" lang="zh-CN" altLang="en-US" sz="2800" b="1" i="0" u="none" strike="noStrike" kern="0" cap="none" spc="300" normalizeH="0" baseline="0" noProof="0" dirty="0">
                <a:ln>
                  <a:noFill/>
                </a:ln>
                <a:solidFill>
                  <a:srgbClr val="FFFFFF"/>
                </a:solidFill>
                <a:effectLst/>
                <a:uLnTx/>
                <a:uFillTx/>
                <a:latin typeface="微软雅黑"/>
                <a:ea typeface="微软雅黑"/>
              </a:rPr>
              <a:t>处理</a:t>
            </a:r>
          </a:p>
        </p:txBody>
      </p:sp>
      <p:sp>
        <p:nvSpPr>
          <p:cNvPr id="19" name="文本框 18">
            <a:extLst>
              <a:ext uri="{FF2B5EF4-FFF2-40B4-BE49-F238E27FC236}">
                <a16:creationId xmlns:a16="http://schemas.microsoft.com/office/drawing/2014/main" id="{537F9B97-CE12-18A2-968C-CB52251C4377}"/>
              </a:ext>
            </a:extLst>
          </p:cNvPr>
          <p:cNvSpPr txBox="1"/>
          <p:nvPr/>
        </p:nvSpPr>
        <p:spPr>
          <a:xfrm>
            <a:off x="660399" y="3478906"/>
            <a:ext cx="2853509" cy="619744"/>
          </a:xfrm>
          <a:prstGeom prst="roundRect">
            <a:avLst/>
          </a:prstGeom>
          <a:solidFill>
            <a:schemeClr val="accent4"/>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lang="zh-CN" altLang="en-US" sz="2800" b="1" kern="0" spc="300" dirty="0">
                <a:solidFill>
                  <a:srgbClr val="FFFFFF"/>
                </a:solidFill>
                <a:latin typeface="微软雅黑"/>
                <a:ea typeface="微软雅黑"/>
              </a:rPr>
              <a:t>栈管理</a:t>
            </a:r>
            <a:endParaRPr kumimoji="0" lang="zh-CN" altLang="en-US" sz="2800" b="1" i="0" u="none" strike="noStrike" kern="0" cap="none" spc="300" normalizeH="0" baseline="0" noProof="0" dirty="0">
              <a:ln>
                <a:noFill/>
              </a:ln>
              <a:solidFill>
                <a:srgbClr val="FFFFFF"/>
              </a:solidFill>
              <a:effectLst/>
              <a:uLnTx/>
              <a:uFillTx/>
              <a:latin typeface="微软雅黑"/>
              <a:ea typeface="微软雅黑"/>
            </a:endParaRPr>
          </a:p>
        </p:txBody>
      </p:sp>
      <p:sp>
        <p:nvSpPr>
          <p:cNvPr id="20" name="文本框 19">
            <a:extLst>
              <a:ext uri="{FF2B5EF4-FFF2-40B4-BE49-F238E27FC236}">
                <a16:creationId xmlns:a16="http://schemas.microsoft.com/office/drawing/2014/main" id="{4EC4028F-DCAA-A20C-3E0B-BB8968CE8776}"/>
              </a:ext>
            </a:extLst>
          </p:cNvPr>
          <p:cNvSpPr txBox="1"/>
          <p:nvPr/>
        </p:nvSpPr>
        <p:spPr>
          <a:xfrm>
            <a:off x="660400" y="1934934"/>
            <a:ext cx="10858500" cy="1161344"/>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由于</a:t>
            </a:r>
            <a:r>
              <a:rPr lang="en-US" altLang="zh-CN" sz="2000" spc="300" dirty="0">
                <a:solidFill>
                  <a:srgbClr val="000000">
                    <a:lumMod val="85000"/>
                    <a:lumOff val="15000"/>
                  </a:srgbClr>
                </a:solidFill>
                <a:latin typeface="微软雅黑"/>
                <a:ea typeface="微软雅黑"/>
              </a:rPr>
              <a:t>Trap</a:t>
            </a:r>
            <a:r>
              <a:rPr lang="zh-CN" altLang="en-US" sz="2000" spc="300" dirty="0">
                <a:solidFill>
                  <a:srgbClr val="000000">
                    <a:lumMod val="85000"/>
                    <a:lumOff val="15000"/>
                  </a:srgbClr>
                </a:solidFill>
                <a:latin typeface="微软雅黑"/>
                <a:ea typeface="微软雅黑"/>
              </a:rPr>
              <a:t>处理具有高实时性和高优先级，因此将</a:t>
            </a:r>
            <a:r>
              <a:rPr lang="en-US" altLang="zh-CN" sz="2000" spc="300" dirty="0">
                <a:solidFill>
                  <a:srgbClr val="000000">
                    <a:lumMod val="85000"/>
                    <a:lumOff val="15000"/>
                  </a:srgbClr>
                </a:solidFill>
                <a:latin typeface="微软雅黑"/>
                <a:ea typeface="微软雅黑"/>
              </a:rPr>
              <a:t>Trap</a:t>
            </a:r>
            <a:r>
              <a:rPr lang="zh-CN" altLang="en-US" sz="2000" spc="300" dirty="0">
                <a:solidFill>
                  <a:srgbClr val="000000">
                    <a:lumMod val="85000"/>
                    <a:lumOff val="15000"/>
                  </a:srgbClr>
                </a:solidFill>
                <a:latin typeface="微软雅黑"/>
                <a:ea typeface="微软雅黑"/>
              </a:rPr>
              <a:t>处理程序与被打断的执行流认为是两个独立的执行流，并在发生</a:t>
            </a:r>
            <a:r>
              <a:rPr lang="en-US" altLang="zh-CN" sz="2000" spc="300" dirty="0">
                <a:solidFill>
                  <a:srgbClr val="000000">
                    <a:lumMod val="85000"/>
                    <a:lumOff val="15000"/>
                  </a:srgbClr>
                </a:solidFill>
                <a:latin typeface="微软雅黑"/>
                <a:ea typeface="微软雅黑"/>
              </a:rPr>
              <a:t>Trap</a:t>
            </a:r>
            <a:r>
              <a:rPr lang="zh-CN" altLang="en-US" sz="2000" spc="300" dirty="0">
                <a:solidFill>
                  <a:srgbClr val="000000">
                    <a:lumMod val="85000"/>
                    <a:lumOff val="15000"/>
                  </a:srgbClr>
                </a:solidFill>
                <a:latin typeface="微软雅黑"/>
                <a:ea typeface="微软雅黑"/>
              </a:rPr>
              <a:t>时不进入调度入口，而是直接运行处理程序，从而减少再次调度的开销，同时避免优先级冲突</a:t>
            </a:r>
          </a:p>
        </p:txBody>
      </p:sp>
      <p:sp>
        <p:nvSpPr>
          <p:cNvPr id="21" name="文本框 20">
            <a:extLst>
              <a:ext uri="{FF2B5EF4-FFF2-40B4-BE49-F238E27FC236}">
                <a16:creationId xmlns:a16="http://schemas.microsoft.com/office/drawing/2014/main" id="{3C5318A3-B1E1-0348-200C-785691DF02C5}"/>
              </a:ext>
            </a:extLst>
          </p:cNvPr>
          <p:cNvSpPr txBox="1"/>
          <p:nvPr/>
        </p:nvSpPr>
        <p:spPr>
          <a:xfrm>
            <a:off x="687832" y="4243160"/>
            <a:ext cx="10858500" cy="1961563"/>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用户栈的管理：每个进程有一个栈池，从内核态进入调度器上下文时分配栈，之后栈以空栈的形式不断被后续协程复用，在用户态切换到同进程的线程时回收此栈并使用线程的栈。</a:t>
            </a:r>
          </a:p>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内核栈的管理：系统启动时为每个核心分配一个内核栈。发生中断和异常时需要重新分配栈来保存</a:t>
            </a:r>
            <a:r>
              <a:rPr lang="en-US" altLang="zh-CN" sz="2000" spc="300" dirty="0">
                <a:solidFill>
                  <a:srgbClr val="000000">
                    <a:lumMod val="85000"/>
                    <a:lumOff val="15000"/>
                  </a:srgbClr>
                </a:solidFill>
                <a:latin typeface="微软雅黑"/>
                <a:ea typeface="微软雅黑"/>
              </a:rPr>
              <a:t>Trap</a:t>
            </a:r>
            <a:r>
              <a:rPr lang="zh-CN" altLang="en-US" sz="2000" spc="300" dirty="0">
                <a:solidFill>
                  <a:srgbClr val="000000">
                    <a:lumMod val="85000"/>
                    <a:lumOff val="15000"/>
                  </a:srgbClr>
                </a:solidFill>
                <a:latin typeface="微软雅黑"/>
                <a:ea typeface="微软雅黑"/>
              </a:rPr>
              <a:t>上下文。</a:t>
            </a:r>
          </a:p>
        </p:txBody>
      </p:sp>
    </p:spTree>
    <p:extLst>
      <p:ext uri="{BB962C8B-B14F-4D97-AF65-F5344CB8AC3E}">
        <p14:creationId xmlns:p14="http://schemas.microsoft.com/office/powerpoint/2010/main" val="774578999"/>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D10EF-8B50-3C66-B70A-4EE06E8CFE40}"/>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7A0BCCF9-EA4F-E993-E7FB-C381BA6B65FD}"/>
              </a:ext>
            </a:extLst>
          </p:cNvPr>
          <p:cNvSpPr>
            <a:spLocks noGrp="1"/>
          </p:cNvSpPr>
          <p:nvPr>
            <p:ph type="title"/>
          </p:nvPr>
        </p:nvSpPr>
        <p:spPr/>
        <p:txBody>
          <a:bodyPr/>
          <a:lstStyle/>
          <a:p>
            <a:r>
              <a:rPr lang="zh-CN" altLang="en-US" dirty="0"/>
              <a:t>进展情况</a:t>
            </a:r>
          </a:p>
        </p:txBody>
      </p:sp>
      <p:sp>
        <p:nvSpPr>
          <p:cNvPr id="14" name="文本框 13">
            <a:extLst>
              <a:ext uri="{FF2B5EF4-FFF2-40B4-BE49-F238E27FC236}">
                <a16:creationId xmlns:a16="http://schemas.microsoft.com/office/drawing/2014/main" id="{7712AB56-085C-D88A-6C3A-2EBFC4ADD645}"/>
              </a:ext>
            </a:extLst>
          </p:cNvPr>
          <p:cNvSpPr txBox="1"/>
          <p:nvPr/>
        </p:nvSpPr>
        <p:spPr>
          <a:xfrm>
            <a:off x="660400" y="1163345"/>
            <a:ext cx="2853509" cy="619744"/>
          </a:xfrm>
          <a:prstGeom prst="roundRect">
            <a:avLst/>
          </a:prstGeom>
          <a:solidFill>
            <a:schemeClr val="accent1"/>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kumimoji="0" lang="en-US" altLang="zh-CN" sz="2800" b="1" i="0" u="none" strike="noStrike" kern="0" cap="none" spc="300" normalizeH="0" baseline="0" noProof="0" dirty="0" err="1">
                <a:ln>
                  <a:noFill/>
                </a:ln>
                <a:solidFill>
                  <a:srgbClr val="FFFFFF"/>
                </a:solidFill>
                <a:effectLst/>
                <a:uLnTx/>
                <a:uFillTx/>
                <a:latin typeface="微软雅黑"/>
                <a:ea typeface="微软雅黑"/>
              </a:rPr>
              <a:t>vDSO</a:t>
            </a:r>
            <a:r>
              <a:rPr kumimoji="0" lang="zh-CN" altLang="en-US" sz="2800" b="1" i="0" u="none" strike="noStrike" kern="0" cap="none" spc="300" normalizeH="0" baseline="0" noProof="0" dirty="0">
                <a:ln>
                  <a:noFill/>
                </a:ln>
                <a:solidFill>
                  <a:srgbClr val="FFFFFF"/>
                </a:solidFill>
                <a:effectLst/>
                <a:uLnTx/>
                <a:uFillTx/>
                <a:latin typeface="微软雅黑"/>
                <a:ea typeface="微软雅黑"/>
              </a:rPr>
              <a:t>移植</a:t>
            </a:r>
          </a:p>
        </p:txBody>
      </p:sp>
      <p:sp>
        <p:nvSpPr>
          <p:cNvPr id="20" name="文本框 19">
            <a:extLst>
              <a:ext uri="{FF2B5EF4-FFF2-40B4-BE49-F238E27FC236}">
                <a16:creationId xmlns:a16="http://schemas.microsoft.com/office/drawing/2014/main" id="{3B7FFC07-7F02-41F0-1CB4-C3612E4F0016}"/>
              </a:ext>
            </a:extLst>
          </p:cNvPr>
          <p:cNvSpPr txBox="1"/>
          <p:nvPr/>
        </p:nvSpPr>
        <p:spPr>
          <a:xfrm>
            <a:off x="660400" y="2532849"/>
            <a:ext cx="10858500" cy="1961563"/>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初步完成在</a:t>
            </a:r>
            <a:r>
              <a:rPr lang="en-US" altLang="zh-CN" sz="2000" spc="300" dirty="0">
                <a:solidFill>
                  <a:srgbClr val="000000">
                    <a:lumMod val="85000"/>
                    <a:lumOff val="15000"/>
                  </a:srgbClr>
                </a:solidFill>
                <a:latin typeface="微软雅黑"/>
                <a:ea typeface="微软雅黑"/>
              </a:rPr>
              <a:t>Starry-OS</a:t>
            </a:r>
            <a:r>
              <a:rPr lang="zh-CN" altLang="en-US" sz="2000" spc="300" dirty="0">
                <a:solidFill>
                  <a:srgbClr val="000000">
                    <a:lumMod val="85000"/>
                    <a:lumOff val="15000"/>
                  </a:srgbClr>
                </a:solidFill>
                <a:latin typeface="微软雅黑"/>
                <a:ea typeface="微软雅黑"/>
              </a:rPr>
              <a:t>中实现</a:t>
            </a:r>
            <a:r>
              <a:rPr lang="en-US" altLang="zh-CN" sz="2000" spc="300" dirty="0" err="1">
                <a:solidFill>
                  <a:srgbClr val="000000">
                    <a:lumMod val="85000"/>
                    <a:lumOff val="15000"/>
                  </a:srgbClr>
                </a:solidFill>
                <a:latin typeface="微软雅黑"/>
                <a:ea typeface="微软雅黑"/>
              </a:rPr>
              <a:t>vDSO</a:t>
            </a:r>
            <a:r>
              <a:rPr lang="zh-CN" altLang="en-US" sz="2000" spc="300" dirty="0">
                <a:solidFill>
                  <a:srgbClr val="000000">
                    <a:lumMod val="85000"/>
                    <a:lumOff val="15000"/>
                  </a:srgbClr>
                </a:solidFill>
                <a:latin typeface="微软雅黑"/>
                <a:ea typeface="微软雅黑"/>
              </a:rPr>
              <a:t>机制：</a:t>
            </a:r>
            <a:endParaRPr lang="en-US" altLang="zh-CN" sz="2000"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z="2000" spc="300" dirty="0">
                <a:solidFill>
                  <a:srgbClr val="000000">
                    <a:lumMod val="85000"/>
                    <a:lumOff val="15000"/>
                  </a:srgbClr>
                </a:solidFill>
                <a:latin typeface="微软雅黑"/>
                <a:ea typeface="微软雅黑"/>
              </a:rPr>
              <a:t>学习</a:t>
            </a:r>
            <a:r>
              <a:rPr lang="en-US" altLang="zh-CN" sz="2000" spc="300" dirty="0" err="1">
                <a:solidFill>
                  <a:srgbClr val="000000">
                    <a:lumMod val="85000"/>
                    <a:lumOff val="15000"/>
                  </a:srgbClr>
                </a:solidFill>
                <a:latin typeface="微软雅黑"/>
                <a:ea typeface="微软雅黑"/>
              </a:rPr>
              <a:t>vDSO</a:t>
            </a:r>
            <a:r>
              <a:rPr lang="zh-CN" altLang="en-US" sz="2000" spc="300" dirty="0">
                <a:solidFill>
                  <a:srgbClr val="000000">
                    <a:lumMod val="85000"/>
                    <a:lumOff val="15000"/>
                  </a:srgbClr>
                </a:solidFill>
                <a:latin typeface="微软雅黑"/>
                <a:ea typeface="微软雅黑"/>
              </a:rPr>
              <a:t>原理，形成文档</a:t>
            </a:r>
            <a:endParaRPr lang="en-US" altLang="zh-CN" sz="2000"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z="2000" spc="300" dirty="0">
                <a:solidFill>
                  <a:srgbClr val="000000">
                    <a:lumMod val="85000"/>
                    <a:lumOff val="15000"/>
                  </a:srgbClr>
                </a:solidFill>
                <a:latin typeface="微软雅黑"/>
                <a:ea typeface="微软雅黑"/>
              </a:rPr>
              <a:t>调研</a:t>
            </a:r>
            <a:r>
              <a:rPr lang="en-US" altLang="zh-CN" sz="2000" spc="300" dirty="0">
                <a:solidFill>
                  <a:srgbClr val="000000">
                    <a:lumMod val="85000"/>
                    <a:lumOff val="15000"/>
                  </a:srgbClr>
                </a:solidFill>
                <a:latin typeface="微软雅黑"/>
                <a:ea typeface="微软雅黑"/>
              </a:rPr>
              <a:t>starry-</a:t>
            </a:r>
            <a:r>
              <a:rPr lang="en-US" altLang="zh-CN" sz="2000" spc="300" dirty="0" err="1">
                <a:solidFill>
                  <a:srgbClr val="000000">
                    <a:lumMod val="85000"/>
                    <a:lumOff val="15000"/>
                  </a:srgbClr>
                </a:solidFill>
                <a:latin typeface="微软雅黑"/>
                <a:ea typeface="微软雅黑"/>
              </a:rPr>
              <a:t>vdso</a:t>
            </a:r>
            <a:r>
              <a:rPr lang="zh-CN" altLang="en-US" sz="2000" spc="300" dirty="0">
                <a:solidFill>
                  <a:srgbClr val="000000">
                    <a:lumMod val="85000"/>
                    <a:lumOff val="15000"/>
                  </a:srgbClr>
                </a:solidFill>
                <a:latin typeface="微软雅黑"/>
                <a:ea typeface="微软雅黑"/>
              </a:rPr>
              <a:t>，参考其中的实现原理</a:t>
            </a:r>
            <a:endParaRPr lang="en-US" altLang="zh-CN" sz="2000" spc="300" dirty="0">
              <a:solidFill>
                <a:srgbClr val="000000">
                  <a:lumMod val="85000"/>
                  <a:lumOff val="15000"/>
                </a:srgbClr>
              </a:solidFill>
              <a:latin typeface="微软雅黑"/>
              <a:ea typeface="微软雅黑"/>
            </a:endParaRPr>
          </a:p>
          <a:p>
            <a:pPr marL="457200" indent="-457200" algn="just" eaLnBrk="1" fontAlgn="auto" hangingPunct="1">
              <a:lnSpc>
                <a:spcPct val="130000"/>
              </a:lnSpc>
              <a:spcBef>
                <a:spcPts val="0"/>
              </a:spcBef>
              <a:spcAft>
                <a:spcPts val="0"/>
              </a:spcAft>
              <a:buAutoNum type="arabicPeriod"/>
            </a:pPr>
            <a:r>
              <a:rPr lang="zh-CN" altLang="en-US" sz="2000" spc="300" dirty="0">
                <a:solidFill>
                  <a:srgbClr val="000000">
                    <a:lumMod val="85000"/>
                    <a:lumOff val="15000"/>
                  </a:srgbClr>
                </a:solidFill>
                <a:latin typeface="微软雅黑"/>
                <a:ea typeface="微软雅黑"/>
              </a:rPr>
              <a:t>将</a:t>
            </a:r>
            <a:r>
              <a:rPr lang="en-US" altLang="zh-CN" sz="2000" spc="300" dirty="0" err="1">
                <a:solidFill>
                  <a:srgbClr val="000000">
                    <a:lumMod val="85000"/>
                    <a:lumOff val="15000"/>
                  </a:srgbClr>
                </a:solidFill>
                <a:latin typeface="微软雅黑"/>
                <a:ea typeface="微软雅黑"/>
              </a:rPr>
              <a:t>vdso_crate_template</a:t>
            </a:r>
            <a:r>
              <a:rPr lang="zh-CN" altLang="en-US" sz="2000" spc="300" dirty="0">
                <a:solidFill>
                  <a:srgbClr val="000000">
                    <a:lumMod val="85000"/>
                    <a:lumOff val="15000"/>
                  </a:srgbClr>
                </a:solidFill>
                <a:latin typeface="微软雅黑"/>
                <a:ea typeface="微软雅黑"/>
              </a:rPr>
              <a:t>移植到</a:t>
            </a:r>
            <a:r>
              <a:rPr lang="en-US" altLang="zh-CN" sz="2000" spc="300" dirty="0">
                <a:solidFill>
                  <a:srgbClr val="000000">
                    <a:lumMod val="85000"/>
                    <a:lumOff val="15000"/>
                  </a:srgbClr>
                </a:solidFill>
                <a:latin typeface="微软雅黑"/>
                <a:ea typeface="微软雅黑"/>
              </a:rPr>
              <a:t>Starry-OS</a:t>
            </a:r>
            <a:r>
              <a:rPr lang="zh-CN" altLang="en-US" sz="2000" spc="300" dirty="0">
                <a:solidFill>
                  <a:srgbClr val="000000">
                    <a:lumMod val="85000"/>
                    <a:lumOff val="15000"/>
                  </a:srgbClr>
                </a:solidFill>
                <a:latin typeface="微软雅黑"/>
                <a:ea typeface="微软雅黑"/>
              </a:rPr>
              <a:t>中，完成页面映射与权限设置接口，在内核中可以运行测试代码。</a:t>
            </a:r>
            <a:endParaRPr lang="en-US" altLang="zh-CN" sz="2000" spc="300" dirty="0">
              <a:solidFill>
                <a:srgbClr val="000000">
                  <a:lumMod val="85000"/>
                  <a:lumOff val="15000"/>
                </a:srgbClr>
              </a:solidFill>
              <a:latin typeface="微软雅黑"/>
              <a:ea typeface="微软雅黑"/>
            </a:endParaRPr>
          </a:p>
        </p:txBody>
      </p:sp>
    </p:spTree>
    <p:extLst>
      <p:ext uri="{BB962C8B-B14F-4D97-AF65-F5344CB8AC3E}">
        <p14:creationId xmlns:p14="http://schemas.microsoft.com/office/powerpoint/2010/main" val="34337935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E5463-9214-07BD-481A-66804991D575}"/>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CD51A2EF-0748-4847-BA64-45669A55AED8}"/>
              </a:ext>
            </a:extLst>
          </p:cNvPr>
          <p:cNvSpPr>
            <a:spLocks noGrp="1"/>
          </p:cNvSpPr>
          <p:nvPr>
            <p:ph type="title"/>
          </p:nvPr>
        </p:nvSpPr>
        <p:spPr/>
        <p:txBody>
          <a:bodyPr/>
          <a:lstStyle/>
          <a:p>
            <a:r>
              <a:rPr lang="zh-CN" altLang="en-US" dirty="0"/>
              <a:t>存在问题</a:t>
            </a:r>
          </a:p>
        </p:txBody>
      </p:sp>
      <p:sp>
        <p:nvSpPr>
          <p:cNvPr id="14" name="文本框 13">
            <a:extLst>
              <a:ext uri="{FF2B5EF4-FFF2-40B4-BE49-F238E27FC236}">
                <a16:creationId xmlns:a16="http://schemas.microsoft.com/office/drawing/2014/main" id="{A9EA78DC-6B9C-F584-1806-B4F855C9257A}"/>
              </a:ext>
            </a:extLst>
          </p:cNvPr>
          <p:cNvSpPr txBox="1"/>
          <p:nvPr/>
        </p:nvSpPr>
        <p:spPr>
          <a:xfrm>
            <a:off x="660399" y="1157380"/>
            <a:ext cx="2853509" cy="619744"/>
          </a:xfrm>
          <a:prstGeom prst="roundRect">
            <a:avLst/>
          </a:prstGeom>
          <a:solidFill>
            <a:schemeClr val="accent1"/>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lang="zh-CN" altLang="en-US" sz="2800" b="1" kern="0" spc="300" dirty="0">
                <a:solidFill>
                  <a:srgbClr val="FFFFFF"/>
                </a:solidFill>
                <a:latin typeface="微软雅黑"/>
                <a:ea typeface="微软雅黑"/>
              </a:rPr>
              <a:t>调度框架</a:t>
            </a:r>
            <a:endParaRPr kumimoji="0" lang="zh-CN" altLang="en-US" sz="2800" b="1" i="0" u="none" strike="noStrike" kern="0" cap="none" spc="300" normalizeH="0" baseline="0" noProof="0" dirty="0">
              <a:ln>
                <a:noFill/>
              </a:ln>
              <a:solidFill>
                <a:srgbClr val="FFFFFF"/>
              </a:solidFill>
              <a:effectLst/>
              <a:uLnTx/>
              <a:uFillTx/>
              <a:latin typeface="微软雅黑"/>
              <a:ea typeface="微软雅黑"/>
            </a:endParaRPr>
          </a:p>
        </p:txBody>
      </p:sp>
      <p:sp>
        <p:nvSpPr>
          <p:cNvPr id="19" name="文本框 18">
            <a:extLst>
              <a:ext uri="{FF2B5EF4-FFF2-40B4-BE49-F238E27FC236}">
                <a16:creationId xmlns:a16="http://schemas.microsoft.com/office/drawing/2014/main" id="{C68BE284-8201-0349-D471-3AD7577B1DB0}"/>
              </a:ext>
            </a:extLst>
          </p:cNvPr>
          <p:cNvSpPr txBox="1"/>
          <p:nvPr/>
        </p:nvSpPr>
        <p:spPr>
          <a:xfrm>
            <a:off x="660399" y="3122962"/>
            <a:ext cx="2853509" cy="619744"/>
          </a:xfrm>
          <a:prstGeom prst="roundRect">
            <a:avLst/>
          </a:prstGeom>
          <a:solidFill>
            <a:schemeClr val="accent4"/>
          </a:solidFill>
        </p:spPr>
        <p:txBody>
          <a:bodyPr wrap="square" lIns="0" tIns="0" rIns="0" bIns="0" rtlCol="0" anchor="ctr" anchorCtr="0">
            <a:noAutofit/>
          </a:bodyPr>
          <a:lstStyle/>
          <a:p>
            <a:pPr marL="0" marR="0" lvl="0" indent="0" algn="ctr" defTabSz="914400" eaLnBrk="1" fontAlgn="auto" latinLnBrk="0" hangingPunct="1">
              <a:lnSpc>
                <a:spcPct val="130000"/>
              </a:lnSpc>
              <a:spcBef>
                <a:spcPts val="0"/>
              </a:spcBef>
              <a:spcAft>
                <a:spcPts val="0"/>
              </a:spcAft>
              <a:buClrTx/>
              <a:buSzTx/>
              <a:buFontTx/>
              <a:buNone/>
              <a:tabLst/>
              <a:defRPr/>
            </a:pPr>
            <a:r>
              <a:rPr lang="en-US" altLang="zh-CN" sz="2800" b="1" kern="0" spc="300" dirty="0" err="1">
                <a:solidFill>
                  <a:srgbClr val="FFFFFF"/>
                </a:solidFill>
                <a:latin typeface="微软雅黑"/>
                <a:ea typeface="微软雅黑"/>
              </a:rPr>
              <a:t>vDSO</a:t>
            </a:r>
            <a:endParaRPr kumimoji="0" lang="zh-CN" altLang="en-US" sz="2800" b="1" i="0" u="none" strike="noStrike" kern="0" cap="none" spc="300" normalizeH="0" baseline="0" noProof="0" dirty="0">
              <a:ln>
                <a:noFill/>
              </a:ln>
              <a:solidFill>
                <a:srgbClr val="FFFFFF"/>
              </a:solidFill>
              <a:effectLst/>
              <a:uLnTx/>
              <a:uFillTx/>
              <a:latin typeface="微软雅黑"/>
              <a:ea typeface="微软雅黑"/>
            </a:endParaRPr>
          </a:p>
        </p:txBody>
      </p:sp>
      <p:sp>
        <p:nvSpPr>
          <p:cNvPr id="20" name="文本框 19">
            <a:extLst>
              <a:ext uri="{FF2B5EF4-FFF2-40B4-BE49-F238E27FC236}">
                <a16:creationId xmlns:a16="http://schemas.microsoft.com/office/drawing/2014/main" id="{D2C3A7F4-F501-65CF-85E7-354C1F104A69}"/>
              </a:ext>
            </a:extLst>
          </p:cNvPr>
          <p:cNvSpPr txBox="1"/>
          <p:nvPr/>
        </p:nvSpPr>
        <p:spPr>
          <a:xfrm>
            <a:off x="660400" y="1934934"/>
            <a:ext cx="10858500" cy="1161344"/>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由于我对</a:t>
            </a:r>
            <a:r>
              <a:rPr lang="en-US" altLang="zh-CN" sz="2000" spc="300" dirty="0">
                <a:solidFill>
                  <a:srgbClr val="000000">
                    <a:lumMod val="85000"/>
                    <a:lumOff val="15000"/>
                  </a:srgbClr>
                </a:solidFill>
                <a:latin typeface="微软雅黑"/>
                <a:ea typeface="微软雅黑"/>
              </a:rPr>
              <a:t>IPC</a:t>
            </a:r>
            <a:r>
              <a:rPr lang="zh-CN" altLang="en-US" sz="2000" spc="300" dirty="0">
                <a:solidFill>
                  <a:srgbClr val="000000">
                    <a:lumMod val="85000"/>
                    <a:lumOff val="15000"/>
                  </a:srgbClr>
                </a:solidFill>
                <a:latin typeface="微软雅黑"/>
                <a:ea typeface="微软雅黑"/>
              </a:rPr>
              <a:t>部分的内容学习不足，对调度框架的</a:t>
            </a:r>
            <a:r>
              <a:rPr lang="en-US" altLang="zh-CN" sz="2000" spc="300" dirty="0">
                <a:solidFill>
                  <a:srgbClr val="000000">
                    <a:lumMod val="85000"/>
                    <a:lumOff val="15000"/>
                  </a:srgbClr>
                </a:solidFill>
                <a:latin typeface="微软雅黑"/>
                <a:ea typeface="微软雅黑"/>
              </a:rPr>
              <a:t>IPC</a:t>
            </a:r>
            <a:r>
              <a:rPr lang="zh-CN" altLang="en-US" sz="2000" spc="300" dirty="0">
                <a:solidFill>
                  <a:srgbClr val="000000">
                    <a:lumMod val="85000"/>
                    <a:lumOff val="15000"/>
                  </a:srgbClr>
                </a:solidFill>
                <a:latin typeface="微软雅黑"/>
                <a:ea typeface="微软雅黑"/>
              </a:rPr>
              <a:t>相关内容理解较浅，主要由罗熙学长完成设计。这部分我希望在开发过程中逐步学习并完善理解。</a:t>
            </a:r>
            <a:endParaRPr lang="en-US" altLang="zh-CN" sz="2000" spc="300" dirty="0">
              <a:solidFill>
                <a:srgbClr val="000000">
                  <a:lumMod val="85000"/>
                  <a:lumOff val="15000"/>
                </a:srgbClr>
              </a:solidFill>
              <a:latin typeface="微软雅黑"/>
              <a:ea typeface="微软雅黑"/>
            </a:endParaRPr>
          </a:p>
          <a:p>
            <a:pPr algn="just" eaLnBrk="1" fontAlgn="auto" hangingPunct="1">
              <a:lnSpc>
                <a:spcPct val="130000"/>
              </a:lnSpc>
              <a:spcBef>
                <a:spcPts val="0"/>
              </a:spcBef>
              <a:spcAft>
                <a:spcPts val="0"/>
              </a:spcAft>
            </a:pPr>
            <a:endParaRPr lang="zh-CN" altLang="en-US" sz="2000" spc="300" dirty="0">
              <a:solidFill>
                <a:srgbClr val="000000">
                  <a:lumMod val="85000"/>
                  <a:lumOff val="15000"/>
                </a:srgbClr>
              </a:solidFill>
              <a:latin typeface="微软雅黑"/>
              <a:ea typeface="微软雅黑"/>
            </a:endParaRPr>
          </a:p>
        </p:txBody>
      </p:sp>
      <p:sp>
        <p:nvSpPr>
          <p:cNvPr id="21" name="文本框 20">
            <a:extLst>
              <a:ext uri="{FF2B5EF4-FFF2-40B4-BE49-F238E27FC236}">
                <a16:creationId xmlns:a16="http://schemas.microsoft.com/office/drawing/2014/main" id="{3BE21595-67B2-13EC-AAEA-585C4BF187B0}"/>
              </a:ext>
            </a:extLst>
          </p:cNvPr>
          <p:cNvSpPr txBox="1"/>
          <p:nvPr/>
        </p:nvSpPr>
        <p:spPr>
          <a:xfrm>
            <a:off x="687832" y="4040639"/>
            <a:ext cx="10858500" cy="761234"/>
          </a:xfrm>
          <a:prstGeom prst="rect">
            <a:avLst/>
          </a:prstGeom>
          <a:noFill/>
        </p:spPr>
        <p:txBody>
          <a:bodyPr wrap="square" lIns="0" tIns="0" rIns="0" bIns="0" rtlCol="0">
            <a:spAutoFit/>
          </a:bodyPr>
          <a:lstStyle/>
          <a:p>
            <a:pPr algn="just" eaLnBrk="1" fontAlgn="auto" hangingPunct="1">
              <a:lnSpc>
                <a:spcPct val="130000"/>
              </a:lnSpc>
              <a:spcBef>
                <a:spcPts val="0"/>
              </a:spcBef>
              <a:spcAft>
                <a:spcPts val="0"/>
              </a:spcAft>
            </a:pPr>
            <a:r>
              <a:rPr lang="zh-CN" altLang="en-US" sz="2000" spc="300" dirty="0">
                <a:solidFill>
                  <a:srgbClr val="000000">
                    <a:lumMod val="85000"/>
                    <a:lumOff val="15000"/>
                  </a:srgbClr>
                </a:solidFill>
                <a:latin typeface="微软雅黑"/>
                <a:ea typeface="微软雅黑"/>
              </a:rPr>
              <a:t>由于时间原因，目前</a:t>
            </a:r>
            <a:r>
              <a:rPr lang="en-US" altLang="zh-CN" sz="2000" spc="300" dirty="0" err="1">
                <a:solidFill>
                  <a:srgbClr val="000000">
                    <a:lumMod val="85000"/>
                    <a:lumOff val="15000"/>
                  </a:srgbClr>
                </a:solidFill>
                <a:latin typeface="微软雅黑"/>
                <a:ea typeface="微软雅黑"/>
              </a:rPr>
              <a:t>vDSO</a:t>
            </a:r>
            <a:r>
              <a:rPr lang="zh-CN" altLang="en-US" sz="2000" spc="300" dirty="0">
                <a:solidFill>
                  <a:srgbClr val="000000">
                    <a:lumMod val="85000"/>
                    <a:lumOff val="15000"/>
                  </a:srgbClr>
                </a:solidFill>
                <a:latin typeface="微软雅黑"/>
                <a:ea typeface="微软雅黑"/>
              </a:rPr>
              <a:t>还没有进行用户态测试，之后将完成用户态测试，同时在移植调度框架时进一步细化</a:t>
            </a:r>
            <a:r>
              <a:rPr lang="en-US" altLang="zh-CN" sz="2000" spc="300" dirty="0" err="1">
                <a:solidFill>
                  <a:srgbClr val="000000">
                    <a:lumMod val="85000"/>
                    <a:lumOff val="15000"/>
                  </a:srgbClr>
                </a:solidFill>
                <a:latin typeface="微软雅黑"/>
                <a:ea typeface="微软雅黑"/>
              </a:rPr>
              <a:t>vDSO</a:t>
            </a:r>
            <a:r>
              <a:rPr lang="zh-CN" altLang="en-US" sz="2000" spc="300" dirty="0">
                <a:solidFill>
                  <a:srgbClr val="000000">
                    <a:lumMod val="85000"/>
                    <a:lumOff val="15000"/>
                  </a:srgbClr>
                </a:solidFill>
                <a:latin typeface="微软雅黑"/>
                <a:ea typeface="微软雅黑"/>
              </a:rPr>
              <a:t>的适配。</a:t>
            </a:r>
          </a:p>
        </p:txBody>
      </p:sp>
    </p:spTree>
    <p:extLst>
      <p:ext uri="{BB962C8B-B14F-4D97-AF65-F5344CB8AC3E}">
        <p14:creationId xmlns:p14="http://schemas.microsoft.com/office/powerpoint/2010/main" val="493169479"/>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后续计划</a:t>
            </a:r>
          </a:p>
        </p:txBody>
      </p:sp>
      <p:graphicFrame>
        <p:nvGraphicFramePr>
          <p:cNvPr id="121" name="表格 120">
            <a:extLst>
              <a:ext uri="{FF2B5EF4-FFF2-40B4-BE49-F238E27FC236}">
                <a16:creationId xmlns:a16="http://schemas.microsoft.com/office/drawing/2014/main" id="{5937376B-7820-4618-9E90-28FAF8819F07}"/>
              </a:ext>
            </a:extLst>
          </p:cNvPr>
          <p:cNvGraphicFramePr>
            <a:graphicFrameLocks noGrp="1"/>
          </p:cNvGraphicFramePr>
          <p:nvPr>
            <p:extLst>
              <p:ext uri="{D42A27DB-BD31-4B8C-83A1-F6EECF244321}">
                <p14:modId xmlns:p14="http://schemas.microsoft.com/office/powerpoint/2010/main" val="3357717009"/>
              </p:ext>
            </p:extLst>
          </p:nvPr>
        </p:nvGraphicFramePr>
        <p:xfrm>
          <a:off x="1663105" y="3556342"/>
          <a:ext cx="8290968" cy="2553878"/>
        </p:xfrm>
        <a:graphic>
          <a:graphicData uri="http://schemas.openxmlformats.org/drawingml/2006/table">
            <a:tbl>
              <a:tblPr firstRow="1" bandRow="1">
                <a:tableStyleId>{5C22544A-7EE6-4342-B048-85BDC9FD1C3A}</a:tableStyleId>
              </a:tblPr>
              <a:tblGrid>
                <a:gridCol w="2573929">
                  <a:extLst>
                    <a:ext uri="{9D8B030D-6E8A-4147-A177-3AD203B41FA5}">
                      <a16:colId xmlns:a16="http://schemas.microsoft.com/office/drawing/2014/main" val="20000"/>
                    </a:ext>
                  </a:extLst>
                </a:gridCol>
                <a:gridCol w="5717039">
                  <a:extLst>
                    <a:ext uri="{9D8B030D-6E8A-4147-A177-3AD203B41FA5}">
                      <a16:colId xmlns:a16="http://schemas.microsoft.com/office/drawing/2014/main" val="20001"/>
                    </a:ext>
                  </a:extLst>
                </a:gridCol>
              </a:tblGrid>
              <a:tr h="383546">
                <a:tc>
                  <a:txBody>
                    <a:bodyPr/>
                    <a:lstStyle/>
                    <a:p>
                      <a:pPr algn="ctr"/>
                      <a:r>
                        <a:rPr lang="zh-CN" altLang="en-US" sz="1600" spc="300" dirty="0">
                          <a:solidFill>
                            <a:schemeClr val="accent1"/>
                          </a:solidFill>
                        </a:rPr>
                        <a:t>时间</a:t>
                      </a:r>
                    </a:p>
                  </a:txBody>
                  <a:tcPr anchor="ctr">
                    <a:lnR w="63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tc>
                  <a:txBody>
                    <a:bodyPr/>
                    <a:lstStyle/>
                    <a:p>
                      <a:pPr algn="ctr"/>
                      <a:r>
                        <a:rPr lang="zh-CN" altLang="en-US" sz="1600" spc="300" dirty="0">
                          <a:solidFill>
                            <a:schemeClr val="accent1"/>
                          </a:solidFill>
                        </a:rPr>
                        <a:t>预期目标</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0000"/>
                  </a:ext>
                </a:extLst>
              </a:tr>
              <a:tr h="491652">
                <a:tc>
                  <a:txBody>
                    <a:bodyPr/>
                    <a:lstStyle/>
                    <a:p>
                      <a:pPr algn="ctr"/>
                      <a:r>
                        <a:rPr lang="en-US" altLang="zh-CN" sz="1600" kern="1200" spc="300" dirty="0">
                          <a:solidFill>
                            <a:schemeClr val="tx1">
                              <a:lumMod val="85000"/>
                              <a:lumOff val="15000"/>
                            </a:schemeClr>
                          </a:solidFill>
                          <a:latin typeface="+mn-lt"/>
                          <a:ea typeface="+mn-ea"/>
                          <a:cs typeface="+mn-cs"/>
                        </a:rPr>
                        <a:t>4</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6</a:t>
                      </a:r>
                      <a:r>
                        <a:rPr lang="zh-CN" altLang="en-US" sz="1600" kern="1200" spc="300" dirty="0">
                          <a:solidFill>
                            <a:schemeClr val="tx1">
                              <a:lumMod val="85000"/>
                              <a:lumOff val="15000"/>
                            </a:schemeClr>
                          </a:solidFill>
                          <a:latin typeface="+mn-lt"/>
                          <a:ea typeface="+mn-ea"/>
                          <a:cs typeface="+mn-cs"/>
                        </a:rPr>
                        <a:t>日</a:t>
                      </a:r>
                      <a:r>
                        <a:rPr lang="en-US" altLang="zh-CN" sz="1600" kern="1200" spc="300" dirty="0">
                          <a:solidFill>
                            <a:schemeClr val="tx1">
                              <a:lumMod val="85000"/>
                              <a:lumOff val="15000"/>
                            </a:schemeClr>
                          </a:solidFill>
                          <a:latin typeface="+mn-lt"/>
                          <a:ea typeface="+mn-ea"/>
                          <a:cs typeface="+mn-cs"/>
                        </a:rPr>
                        <a:t>-4</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26</a:t>
                      </a:r>
                      <a:r>
                        <a:rPr lang="zh-CN" altLang="en-US" sz="1600" kern="1200" spc="300" dirty="0">
                          <a:solidFill>
                            <a:schemeClr val="tx1">
                              <a:lumMod val="85000"/>
                              <a:lumOff val="15000"/>
                            </a:schemeClr>
                          </a:solidFill>
                          <a:latin typeface="+mn-lt"/>
                          <a:ea typeface="+mn-ea"/>
                          <a:cs typeface="+mn-cs"/>
                        </a:rPr>
                        <a:t>日</a:t>
                      </a:r>
                    </a:p>
                  </a:txBody>
                  <a:tcPr anchor="ctr">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完成调度框架的移植（具体时间安排与分工同罗熙讨论后确定）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1"/>
                  </a:ext>
                </a:extLst>
              </a:tr>
              <a:tr h="607471">
                <a:tc>
                  <a:txBody>
                    <a:bodyPr/>
                    <a:lstStyle/>
                    <a:p>
                      <a:pPr algn="ctr"/>
                      <a:r>
                        <a:rPr lang="en-US" altLang="zh-CN" sz="1600" kern="1200" spc="300" dirty="0">
                          <a:solidFill>
                            <a:schemeClr val="tx1">
                              <a:lumMod val="85000"/>
                              <a:lumOff val="15000"/>
                            </a:schemeClr>
                          </a:solidFill>
                          <a:latin typeface="+mn-lt"/>
                          <a:ea typeface="+mn-ea"/>
                          <a:cs typeface="+mn-cs"/>
                        </a:rPr>
                        <a:t>4</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27</a:t>
                      </a:r>
                      <a:r>
                        <a:rPr lang="zh-CN" altLang="en-US" sz="1600" kern="1200" spc="300" dirty="0">
                          <a:solidFill>
                            <a:schemeClr val="tx1">
                              <a:lumMod val="85000"/>
                              <a:lumOff val="15000"/>
                            </a:schemeClr>
                          </a:solidFill>
                          <a:latin typeface="+mn-lt"/>
                          <a:ea typeface="+mn-ea"/>
                          <a:cs typeface="+mn-cs"/>
                        </a:rPr>
                        <a:t>日</a:t>
                      </a:r>
                      <a:r>
                        <a:rPr lang="en-US" altLang="zh-CN" sz="1600" kern="1200" spc="300" dirty="0">
                          <a:solidFill>
                            <a:schemeClr val="tx1">
                              <a:lumMod val="85000"/>
                              <a:lumOff val="15000"/>
                            </a:schemeClr>
                          </a:solidFill>
                          <a:latin typeface="+mn-lt"/>
                          <a:ea typeface="+mn-ea"/>
                          <a:cs typeface="+mn-cs"/>
                        </a:rPr>
                        <a:t>-5</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10</a:t>
                      </a:r>
                      <a:r>
                        <a:rPr lang="zh-CN" altLang="en-US" sz="1600" kern="1200" spc="300" dirty="0">
                          <a:solidFill>
                            <a:schemeClr val="tx1">
                              <a:lumMod val="85000"/>
                              <a:lumOff val="15000"/>
                            </a:schemeClr>
                          </a:solidFill>
                          <a:latin typeface="+mn-lt"/>
                          <a:ea typeface="+mn-ea"/>
                          <a:cs typeface="+mn-cs"/>
                        </a:rPr>
                        <a:t>日</a:t>
                      </a: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一周半时间完成移植，半周左右完成可用性验证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2"/>
                  </a:ext>
                </a:extLst>
              </a:tr>
              <a:tr h="406328">
                <a:tc>
                  <a:txBody>
                    <a:bodyPr/>
                    <a:lstStyle/>
                    <a:p>
                      <a:pPr algn="ctr"/>
                      <a:r>
                        <a:rPr lang="en-US" altLang="zh-CN" sz="1600" kern="1200" spc="300" dirty="0">
                          <a:solidFill>
                            <a:schemeClr val="tx1">
                              <a:lumMod val="85000"/>
                              <a:lumOff val="15000"/>
                            </a:schemeClr>
                          </a:solidFill>
                          <a:latin typeface="+mn-lt"/>
                          <a:ea typeface="+mn-ea"/>
                          <a:cs typeface="+mn-cs"/>
                        </a:rPr>
                        <a:t>5</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11</a:t>
                      </a:r>
                      <a:r>
                        <a:rPr lang="zh-CN" altLang="en-US" sz="1600" kern="1200" spc="300" dirty="0">
                          <a:solidFill>
                            <a:schemeClr val="tx1">
                              <a:lumMod val="85000"/>
                              <a:lumOff val="15000"/>
                            </a:schemeClr>
                          </a:solidFill>
                          <a:latin typeface="+mn-lt"/>
                          <a:ea typeface="+mn-ea"/>
                          <a:cs typeface="+mn-cs"/>
                        </a:rPr>
                        <a:t>日</a:t>
                      </a:r>
                      <a:r>
                        <a:rPr lang="en-US" altLang="zh-CN" sz="1600" kern="1200" spc="300" dirty="0">
                          <a:solidFill>
                            <a:schemeClr val="tx1">
                              <a:lumMod val="85000"/>
                              <a:lumOff val="15000"/>
                            </a:schemeClr>
                          </a:solidFill>
                          <a:latin typeface="+mn-lt"/>
                          <a:ea typeface="+mn-ea"/>
                          <a:cs typeface="+mn-cs"/>
                        </a:rPr>
                        <a:t>-5</a:t>
                      </a:r>
                      <a:r>
                        <a:rPr lang="zh-CN" altLang="en-US" sz="1600" kern="1200" spc="300" dirty="0">
                          <a:solidFill>
                            <a:schemeClr val="tx1">
                              <a:lumMod val="85000"/>
                              <a:lumOff val="15000"/>
                            </a:schemeClr>
                          </a:solidFill>
                          <a:latin typeface="+mn-lt"/>
                          <a:ea typeface="+mn-ea"/>
                          <a:cs typeface="+mn-cs"/>
                        </a:rPr>
                        <a:t>月</a:t>
                      </a:r>
                      <a:r>
                        <a:rPr lang="en-US" altLang="zh-CN" sz="1600" kern="1200" spc="300" dirty="0">
                          <a:solidFill>
                            <a:schemeClr val="tx1">
                              <a:lumMod val="85000"/>
                              <a:lumOff val="15000"/>
                            </a:schemeClr>
                          </a:solidFill>
                          <a:latin typeface="+mn-lt"/>
                          <a:ea typeface="+mn-ea"/>
                          <a:cs typeface="+mn-cs"/>
                        </a:rPr>
                        <a:t>24</a:t>
                      </a:r>
                      <a:r>
                        <a:rPr lang="zh-CN" altLang="en-US" sz="1600" kern="1200" spc="300" dirty="0">
                          <a:solidFill>
                            <a:schemeClr val="tx1">
                              <a:lumMod val="85000"/>
                              <a:lumOff val="15000"/>
                            </a:schemeClr>
                          </a:solidFill>
                          <a:latin typeface="+mn-lt"/>
                          <a:ea typeface="+mn-ea"/>
                          <a:cs typeface="+mn-cs"/>
                        </a:rPr>
                        <a:t>日</a:t>
                      </a: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进行性能测试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3"/>
                  </a:ext>
                </a:extLst>
              </a:tr>
              <a:tr h="577413">
                <a:tc>
                  <a:txBody>
                    <a:bodyPr/>
                    <a:lstStyle/>
                    <a:p>
                      <a:pPr algn="ctr"/>
                      <a:r>
                        <a:rPr lang="en-US" altLang="zh-CN" sz="1600" spc="300" dirty="0">
                          <a:solidFill>
                            <a:schemeClr val="tx1">
                              <a:lumMod val="85000"/>
                              <a:lumOff val="15000"/>
                            </a:schemeClr>
                          </a:solidFill>
                        </a:rPr>
                        <a:t>5</a:t>
                      </a:r>
                      <a:r>
                        <a:rPr lang="zh-CN" altLang="en-US" sz="1600" spc="300" dirty="0">
                          <a:solidFill>
                            <a:schemeClr val="tx1">
                              <a:lumMod val="85000"/>
                              <a:lumOff val="15000"/>
                            </a:schemeClr>
                          </a:solidFill>
                        </a:rPr>
                        <a:t>月</a:t>
                      </a:r>
                      <a:r>
                        <a:rPr lang="en-US" altLang="zh-CN" sz="1600" spc="300" dirty="0">
                          <a:solidFill>
                            <a:schemeClr val="tx1">
                              <a:lumMod val="85000"/>
                              <a:lumOff val="15000"/>
                            </a:schemeClr>
                          </a:solidFill>
                        </a:rPr>
                        <a:t>25</a:t>
                      </a:r>
                      <a:r>
                        <a:rPr lang="zh-CN" altLang="en-US" sz="1600" spc="300" dirty="0">
                          <a:solidFill>
                            <a:schemeClr val="tx1">
                              <a:lumMod val="85000"/>
                              <a:lumOff val="15000"/>
                            </a:schemeClr>
                          </a:solidFill>
                        </a:rPr>
                        <a:t>日之后</a:t>
                      </a:r>
                      <a:endParaRPr lang="zh-CN" altLang="en-US" sz="1600" kern="1200" spc="300" dirty="0">
                        <a:solidFill>
                          <a:schemeClr val="tx1">
                            <a:lumMod val="85000"/>
                            <a:lumOff val="15000"/>
                          </a:schemeClr>
                        </a:solidFill>
                        <a:latin typeface="+mn-lt"/>
                        <a:ea typeface="+mn-ea"/>
                        <a:cs typeface="+mn-cs"/>
                      </a:endParaRPr>
                    </a:p>
                  </a:txBody>
                  <a:tcPr anchor="ctr">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tc>
                  <a:txBody>
                    <a:bodyPr/>
                    <a:lstStyle/>
                    <a:p>
                      <a:pPr algn="l"/>
                      <a:r>
                        <a:rPr lang="zh-CN" altLang="en-US" sz="1600" spc="300" dirty="0">
                          <a:solidFill>
                            <a:schemeClr val="tx1">
                              <a:lumMod val="85000"/>
                              <a:lumOff val="15000"/>
                            </a:schemeClr>
                          </a:solidFill>
                        </a:rPr>
                        <a:t>整理测试结果，撰写毕业论文和完成毕业答辩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193371479"/>
                  </a:ext>
                </a:extLst>
              </a:tr>
            </a:tbl>
          </a:graphicData>
        </a:graphic>
      </p:graphicFrame>
      <p:sp>
        <p:nvSpPr>
          <p:cNvPr id="4" name="文本框 3">
            <a:extLst>
              <a:ext uri="{FF2B5EF4-FFF2-40B4-BE49-F238E27FC236}">
                <a16:creationId xmlns:a16="http://schemas.microsoft.com/office/drawing/2014/main" id="{3010122E-EB16-2045-5DCD-AFA23B700184}"/>
              </a:ext>
            </a:extLst>
          </p:cNvPr>
          <p:cNvSpPr txBox="1"/>
          <p:nvPr/>
        </p:nvSpPr>
        <p:spPr>
          <a:xfrm>
            <a:off x="1663105" y="1019385"/>
            <a:ext cx="8290968" cy="2400657"/>
          </a:xfrm>
          <a:prstGeom prst="rect">
            <a:avLst/>
          </a:prstGeom>
          <a:noFill/>
        </p:spPr>
        <p:txBody>
          <a:bodyPr wrap="square" rtlCol="0">
            <a:spAutoFit/>
          </a:bodyPr>
          <a:lstStyle/>
          <a:p>
            <a:pPr>
              <a:lnSpc>
                <a:spcPct val="150000"/>
              </a:lnSpc>
            </a:pPr>
            <a:r>
              <a:rPr lang="zh-CN" altLang="en-US" sz="2000" spc="300" dirty="0">
                <a:solidFill>
                  <a:srgbClr val="000000">
                    <a:lumMod val="85000"/>
                    <a:lumOff val="15000"/>
                  </a:srgbClr>
                </a:solidFill>
                <a:latin typeface="微软雅黑"/>
                <a:ea typeface="微软雅黑"/>
              </a:rPr>
              <a:t>  之后的主要工作分为三部分：</a:t>
            </a:r>
            <a:endParaRPr lang="en-US" altLang="zh-CN" sz="2000" spc="300" dirty="0">
              <a:solidFill>
                <a:srgbClr val="000000">
                  <a:lumMod val="85000"/>
                  <a:lumOff val="15000"/>
                </a:srgbClr>
              </a:solidFill>
              <a:latin typeface="微软雅黑"/>
              <a:ea typeface="微软雅黑"/>
            </a:endParaRPr>
          </a:p>
          <a:p>
            <a:pPr marL="342900" indent="-342900">
              <a:buAutoNum type="arabicPeriod"/>
            </a:pPr>
            <a:r>
              <a:rPr lang="zh-CN" altLang="en-US" sz="2000" spc="300" dirty="0">
                <a:solidFill>
                  <a:srgbClr val="000000">
                    <a:lumMod val="85000"/>
                    <a:lumOff val="15000"/>
                  </a:srgbClr>
                </a:solidFill>
                <a:latin typeface="微软雅黑"/>
                <a:ea typeface="微软雅黑"/>
              </a:rPr>
              <a:t>完成调度框架开发：和罗熙合作，完成调度器开发，应该包括模块测试</a:t>
            </a:r>
            <a:endParaRPr lang="en-US" altLang="zh-CN" sz="2000" spc="300" dirty="0">
              <a:solidFill>
                <a:srgbClr val="000000">
                  <a:lumMod val="85000"/>
                  <a:lumOff val="15000"/>
                </a:srgbClr>
              </a:solidFill>
              <a:latin typeface="微软雅黑"/>
              <a:ea typeface="微软雅黑"/>
            </a:endParaRPr>
          </a:p>
          <a:p>
            <a:pPr marL="342900" indent="-342900">
              <a:buAutoNum type="arabicPeriod"/>
            </a:pPr>
            <a:r>
              <a:rPr lang="zh-CN" altLang="en-US" sz="2000" spc="300" dirty="0">
                <a:solidFill>
                  <a:srgbClr val="000000">
                    <a:lumMod val="85000"/>
                    <a:lumOff val="15000"/>
                  </a:srgbClr>
                </a:solidFill>
                <a:latin typeface="微软雅黑"/>
                <a:ea typeface="微软雅黑"/>
              </a:rPr>
              <a:t>移植入</a:t>
            </a:r>
            <a:r>
              <a:rPr lang="en-US" altLang="zh-CN" sz="2000" spc="300" dirty="0">
                <a:solidFill>
                  <a:srgbClr val="000000">
                    <a:lumMod val="85000"/>
                    <a:lumOff val="15000"/>
                  </a:srgbClr>
                </a:solidFill>
                <a:latin typeface="微软雅黑"/>
                <a:ea typeface="微软雅黑"/>
              </a:rPr>
              <a:t>Starry-OS</a:t>
            </a:r>
            <a:r>
              <a:rPr lang="zh-CN" altLang="en-US" sz="2000" spc="300" dirty="0">
                <a:solidFill>
                  <a:srgbClr val="000000">
                    <a:lumMod val="85000"/>
                    <a:lumOff val="15000"/>
                  </a:srgbClr>
                </a:solidFill>
                <a:latin typeface="微软雅黑"/>
                <a:ea typeface="微软雅黑"/>
              </a:rPr>
              <a:t>：把调度框架移植入</a:t>
            </a:r>
            <a:r>
              <a:rPr lang="en-US" altLang="zh-CN" sz="2000" spc="300" dirty="0">
                <a:solidFill>
                  <a:srgbClr val="000000">
                    <a:lumMod val="85000"/>
                    <a:lumOff val="15000"/>
                  </a:srgbClr>
                </a:solidFill>
                <a:latin typeface="微软雅黑"/>
                <a:ea typeface="微软雅黑"/>
              </a:rPr>
              <a:t>Starry-OS</a:t>
            </a:r>
            <a:r>
              <a:rPr lang="zh-CN" altLang="en-US" sz="2000" spc="300" dirty="0">
                <a:solidFill>
                  <a:srgbClr val="000000">
                    <a:lumMod val="85000"/>
                    <a:lumOff val="15000"/>
                  </a:srgbClr>
                </a:solidFill>
                <a:latin typeface="微软雅黑"/>
                <a:ea typeface="微软雅黑"/>
              </a:rPr>
              <a:t>，进行可以性测试</a:t>
            </a:r>
            <a:endParaRPr lang="en-US" altLang="zh-CN" sz="2000" spc="300" dirty="0">
              <a:solidFill>
                <a:srgbClr val="000000">
                  <a:lumMod val="85000"/>
                  <a:lumOff val="15000"/>
                </a:srgbClr>
              </a:solidFill>
              <a:latin typeface="微软雅黑"/>
              <a:ea typeface="微软雅黑"/>
            </a:endParaRPr>
          </a:p>
          <a:p>
            <a:pPr marL="342900" indent="-342900">
              <a:buAutoNum type="arabicPeriod"/>
            </a:pPr>
            <a:r>
              <a:rPr lang="zh-CN" altLang="en-US" sz="2000" spc="300" dirty="0">
                <a:solidFill>
                  <a:srgbClr val="000000">
                    <a:lumMod val="85000"/>
                    <a:lumOff val="15000"/>
                  </a:srgbClr>
                </a:solidFill>
                <a:latin typeface="微软雅黑"/>
                <a:ea typeface="微软雅黑"/>
              </a:rPr>
              <a:t>进行性能测试：与原先的</a:t>
            </a:r>
            <a:r>
              <a:rPr lang="en-US" altLang="zh-CN" sz="2000" spc="300" dirty="0">
                <a:solidFill>
                  <a:srgbClr val="000000">
                    <a:lumMod val="85000"/>
                    <a:lumOff val="15000"/>
                  </a:srgbClr>
                </a:solidFill>
                <a:latin typeface="微软雅黑"/>
                <a:ea typeface="微软雅黑"/>
              </a:rPr>
              <a:t>Starry-OS</a:t>
            </a:r>
            <a:r>
              <a:rPr lang="zh-CN" altLang="en-US" sz="2000" spc="300" dirty="0">
                <a:solidFill>
                  <a:srgbClr val="000000">
                    <a:lumMod val="85000"/>
                    <a:lumOff val="15000"/>
                  </a:srgbClr>
                </a:solidFill>
                <a:latin typeface="微软雅黑"/>
                <a:ea typeface="微软雅黑"/>
              </a:rPr>
              <a:t>进行比较，测试不同场景下的性能差异，分析原因</a:t>
            </a:r>
          </a:p>
        </p:txBody>
      </p:sp>
    </p:spTree>
    <p:extLst>
      <p:ext uri="{BB962C8B-B14F-4D97-AF65-F5344CB8AC3E}">
        <p14:creationId xmlns:p14="http://schemas.microsoft.com/office/powerpoint/2010/main" val="3894218127"/>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453CE20-6C14-4C4C-84F7-26422658A810}"/>
              </a:ext>
            </a:extLst>
          </p:cNvPr>
          <p:cNvSpPr txBox="1">
            <a:spLocks/>
          </p:cNvSpPr>
          <p:nvPr/>
        </p:nvSpPr>
        <p:spPr>
          <a:xfrm>
            <a:off x="803276" y="4611630"/>
            <a:ext cx="10585448" cy="892503"/>
          </a:xfrm>
          <a:prstGeom prst="rect">
            <a:avLst/>
          </a:prstGeom>
        </p:spPr>
        <p:txBody>
          <a:bodyPr tIns="0" bIns="0" anchor="ctr" anchorCtr="0">
            <a:normAutofit fontScale="97500"/>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zh-CN" altLang="en-US" sz="4000" b="1" dirty="0"/>
              <a:t>感谢老师的悉心指导</a:t>
            </a:r>
          </a:p>
        </p:txBody>
      </p:sp>
      <p:sp>
        <p:nvSpPr>
          <p:cNvPr id="7" name="副标题 2">
            <a:extLst>
              <a:ext uri="{FF2B5EF4-FFF2-40B4-BE49-F238E27FC236}">
                <a16:creationId xmlns:a16="http://schemas.microsoft.com/office/drawing/2014/main" id="{831FADC7-207E-7B4E-8BBD-42F82FE1F818}"/>
              </a:ext>
            </a:extLst>
          </p:cNvPr>
          <p:cNvSpPr txBox="1">
            <a:spLocks/>
          </p:cNvSpPr>
          <p:nvPr/>
        </p:nvSpPr>
        <p:spPr>
          <a:xfrm>
            <a:off x="803276" y="5297168"/>
            <a:ext cx="10585448" cy="508452"/>
          </a:xfrm>
          <a:prstGeom prst="rect">
            <a:avLst/>
          </a:prstGeom>
        </p:spPr>
        <p:txBody>
          <a:bodyPr anchor="ctr"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1800" dirty="0">
                <a:solidFill>
                  <a:schemeClr val="accent3"/>
                </a:solidFill>
              </a:rPr>
              <a:t>Thanks for Your Attention</a:t>
            </a:r>
          </a:p>
        </p:txBody>
      </p:sp>
    </p:spTree>
    <p:extLst>
      <p:ext uri="{BB962C8B-B14F-4D97-AF65-F5344CB8AC3E}">
        <p14:creationId xmlns:p14="http://schemas.microsoft.com/office/powerpoint/2010/main" val="2635623735"/>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ags/tag8.xml><?xml version="1.0" encoding="utf-8"?>
<p:tagLst xmlns:a="http://schemas.openxmlformats.org/drawingml/2006/main" xmlns:r="http://schemas.openxmlformats.org/officeDocument/2006/relationships" xmlns:p="http://schemas.openxmlformats.org/presentationml/2006/main">
  <p:tag name="PA" val="v5.1.2"/>
</p:tagLst>
</file>

<file path=ppt/tags/tag9.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1_Office 主题​​">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TotalTime>
  <Words>1500</Words>
  <Application>Microsoft Office PowerPoint</Application>
  <PresentationFormat>宽屏</PresentationFormat>
  <Paragraphs>120</Paragraphs>
  <Slides>11</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-webkit-standard</vt:lpstr>
      <vt:lpstr>等线</vt:lpstr>
      <vt:lpstr>微软雅黑</vt:lpstr>
      <vt:lpstr>微软雅黑 Light</vt:lpstr>
      <vt:lpstr>Arial</vt:lpstr>
      <vt:lpstr>Century Gothic</vt:lpstr>
      <vt:lpstr>1_Office 主题​​</vt:lpstr>
      <vt:lpstr>PowerPoint 演示文稿</vt:lpstr>
      <vt:lpstr>PowerPoint 演示文稿</vt:lpstr>
      <vt:lpstr>研究内容</vt:lpstr>
      <vt:lpstr>进展情况</vt:lpstr>
      <vt:lpstr>进展情况</vt:lpstr>
      <vt:lpstr>进展情况</vt:lpstr>
      <vt:lpstr>进展情况</vt:lpstr>
      <vt:lpstr>进展情况</vt:lpstr>
      <vt:lpstr>存在问题</vt:lpstr>
      <vt:lpstr>后续计划</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阳 肖</dc:creator>
  <cp:lastModifiedBy>阳 肖</cp:lastModifiedBy>
  <cp:revision>4</cp:revision>
  <dcterms:created xsi:type="dcterms:W3CDTF">2025-12-27T09:48:44Z</dcterms:created>
  <dcterms:modified xsi:type="dcterms:W3CDTF">2026-04-01T12:25:56Z</dcterms:modified>
</cp:coreProperties>
</file>